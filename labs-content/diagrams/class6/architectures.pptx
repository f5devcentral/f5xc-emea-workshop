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theme/theme3.xml" ContentType="application/vnd.openxmlformats-officedocument.theme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155.xml" ContentType="application/vnd.openxmlformats-officedocument.presentationml.slideLayout+xml"/>
  <Override PartName="/ppt/slideLayouts/slideLayout156.xml" ContentType="application/vnd.openxmlformats-officedocument.presentationml.slideLayout+xml"/>
  <Override PartName="/ppt/slideLayouts/slideLayout157.xml" ContentType="application/vnd.openxmlformats-officedocument.presentationml.slideLayout+xml"/>
  <Override PartName="/ppt/slideLayouts/slideLayout158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  <p:sldMasterId id="2147483711" r:id="rId5"/>
    <p:sldMasterId id="2147483762" r:id="rId6"/>
    <p:sldMasterId id="2147483769" r:id="rId7"/>
  </p:sldMasterIdLst>
  <p:notesMasterIdLst>
    <p:notesMasterId r:id="rId11"/>
  </p:notesMasterIdLst>
  <p:sldIdLst>
    <p:sldId id="2147482828" r:id="rId8"/>
    <p:sldId id="2147483476" r:id="rId9"/>
    <p:sldId id="2147483478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3D8098F-4E8A-4FFE-8E28-9B94F0F0B868}" v="1" dt="2025-12-10T11:43:41.39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505" autoAdjust="0"/>
    <p:restoredTop sz="94660"/>
  </p:normalViewPr>
  <p:slideViewPr>
    <p:cSldViewPr snapToGrid="0">
      <p:cViewPr varScale="1">
        <p:scale>
          <a:sx n="151" d="100"/>
          <a:sy n="151" d="100"/>
        </p:scale>
        <p:origin x="3306" y="3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1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Master" Target="slideMasters/slideMaster4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notesMaster" Target="notesMasters/notesMaster1.xml"/><Relationship Id="rId5" Type="http://schemas.openxmlformats.org/officeDocument/2006/relationships/slideMaster" Target="slideMasters/slideMaster2.xml"/><Relationship Id="rId15" Type="http://schemas.openxmlformats.org/officeDocument/2006/relationships/tableStyles" Target="tableStyles.xml"/><Relationship Id="rId10" Type="http://schemas.openxmlformats.org/officeDocument/2006/relationships/slide" Target="slides/slide3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orin Boiangiu" userId="e48e28a2-911f-4cdd-a5aa-5e03b261f684" providerId="ADAL" clId="{49CBE20F-7858-4FD7-9D97-71A2C51ABB94}"/>
    <pc:docChg chg="undo custSel addSld delSld modSld">
      <pc:chgData name="Sorin Boiangiu" userId="e48e28a2-911f-4cdd-a5aa-5e03b261f684" providerId="ADAL" clId="{49CBE20F-7858-4FD7-9D97-71A2C51ABB94}" dt="2025-12-10T13:02:37.696" v="123" actId="20577"/>
      <pc:docMkLst>
        <pc:docMk/>
      </pc:docMkLst>
      <pc:sldChg chg="modSp mod">
        <pc:chgData name="Sorin Boiangiu" userId="e48e28a2-911f-4cdd-a5aa-5e03b261f684" providerId="ADAL" clId="{49CBE20F-7858-4FD7-9D97-71A2C51ABB94}" dt="2025-12-01T07:12:41.560" v="44" actId="20577"/>
        <pc:sldMkLst>
          <pc:docMk/>
          <pc:sldMk cId="0" sldId="266"/>
        </pc:sldMkLst>
        <pc:spChg chg="mod">
          <ac:chgData name="Sorin Boiangiu" userId="e48e28a2-911f-4cdd-a5aa-5e03b261f684" providerId="ADAL" clId="{49CBE20F-7858-4FD7-9D97-71A2C51ABB94}" dt="2025-12-01T07:12:41.560" v="44" actId="20577"/>
          <ac:spMkLst>
            <pc:docMk/>
            <pc:sldMk cId="0" sldId="266"/>
            <ac:spMk id="261" creationId="{00000000-0000-0000-0000-000000000000}"/>
          </ac:spMkLst>
        </pc:spChg>
        <pc:graphicFrameChg chg="mod modGraphic">
          <ac:chgData name="Sorin Boiangiu" userId="e48e28a2-911f-4cdd-a5aa-5e03b261f684" providerId="ADAL" clId="{49CBE20F-7858-4FD7-9D97-71A2C51ABB94}" dt="2025-12-01T07:11:56.089" v="28" actId="12"/>
          <ac:graphicFrameMkLst>
            <pc:docMk/>
            <pc:sldMk cId="0" sldId="266"/>
            <ac:graphicFrameMk id="260" creationId="{00000000-0000-0000-0000-000000000000}"/>
          </ac:graphicFrameMkLst>
        </pc:graphicFrameChg>
      </pc:sldChg>
      <pc:sldChg chg="addSp delSp modSp mod">
        <pc:chgData name="Sorin Boiangiu" userId="e48e28a2-911f-4cdd-a5aa-5e03b261f684" providerId="ADAL" clId="{49CBE20F-7858-4FD7-9D97-71A2C51ABB94}" dt="2025-12-01T07:18:08.148" v="75" actId="1076"/>
        <pc:sldMkLst>
          <pc:docMk/>
          <pc:sldMk cId="0" sldId="345"/>
        </pc:sldMkLst>
        <pc:picChg chg="add mod">
          <ac:chgData name="Sorin Boiangiu" userId="e48e28a2-911f-4cdd-a5aa-5e03b261f684" providerId="ADAL" clId="{49CBE20F-7858-4FD7-9D97-71A2C51ABB94}" dt="2025-12-01T07:18:08.148" v="75" actId="1076"/>
          <ac:picMkLst>
            <pc:docMk/>
            <pc:sldMk cId="0" sldId="345"/>
            <ac:picMk id="3" creationId="{FED2D14D-3374-5477-EB2F-7EE3474F8AB0}"/>
          </ac:picMkLst>
        </pc:picChg>
      </pc:sldChg>
      <pc:sldChg chg="modSp mod">
        <pc:chgData name="Sorin Boiangiu" userId="e48e28a2-911f-4cdd-a5aa-5e03b261f684" providerId="ADAL" clId="{49CBE20F-7858-4FD7-9D97-71A2C51ABB94}" dt="2025-12-01T13:07:58.510" v="95" actId="6549"/>
        <pc:sldMkLst>
          <pc:docMk/>
          <pc:sldMk cId="1703756367" sldId="2147482789"/>
        </pc:sldMkLst>
        <pc:spChg chg="mod">
          <ac:chgData name="Sorin Boiangiu" userId="e48e28a2-911f-4cdd-a5aa-5e03b261f684" providerId="ADAL" clId="{49CBE20F-7858-4FD7-9D97-71A2C51ABB94}" dt="2025-12-01T13:07:58.510" v="95" actId="6549"/>
          <ac:spMkLst>
            <pc:docMk/>
            <pc:sldMk cId="1703756367" sldId="2147482789"/>
            <ac:spMk id="10" creationId="{5DBD998B-FC30-4792-B245-1FFEC0B77D64}"/>
          </ac:spMkLst>
        </pc:spChg>
      </pc:sldChg>
      <pc:sldChg chg="delSp modSp add del mod">
        <pc:chgData name="Sorin Boiangiu" userId="e48e28a2-911f-4cdd-a5aa-5e03b261f684" providerId="ADAL" clId="{49CBE20F-7858-4FD7-9D97-71A2C51ABB94}" dt="2025-12-10T11:43:41.386" v="120"/>
        <pc:sldMkLst>
          <pc:docMk/>
          <pc:sldMk cId="1479662349" sldId="2147482828"/>
        </pc:sldMkLst>
        <pc:spChg chg="del">
          <ac:chgData name="Sorin Boiangiu" userId="e48e28a2-911f-4cdd-a5aa-5e03b261f684" providerId="ADAL" clId="{49CBE20F-7858-4FD7-9D97-71A2C51ABB94}" dt="2025-12-10T11:04:17.346" v="107" actId="478"/>
          <ac:spMkLst>
            <pc:docMk/>
            <pc:sldMk cId="1479662349" sldId="2147482828"/>
            <ac:spMk id="3" creationId="{E90B2D13-FB3D-6147-DED4-7EB3FBE6BE20}"/>
          </ac:spMkLst>
        </pc:spChg>
        <pc:spChg chg="del">
          <ac:chgData name="Sorin Boiangiu" userId="e48e28a2-911f-4cdd-a5aa-5e03b261f684" providerId="ADAL" clId="{49CBE20F-7858-4FD7-9D97-71A2C51ABB94}" dt="2025-12-10T11:04:19.812" v="108" actId="478"/>
          <ac:spMkLst>
            <pc:docMk/>
            <pc:sldMk cId="1479662349" sldId="2147482828"/>
            <ac:spMk id="4" creationId="{C88B8EFF-39BB-B0B0-4F7C-323C37AB837A}"/>
          </ac:spMkLst>
        </pc:spChg>
        <pc:spChg chg="del">
          <ac:chgData name="Sorin Boiangiu" userId="e48e28a2-911f-4cdd-a5aa-5e03b261f684" providerId="ADAL" clId="{49CBE20F-7858-4FD7-9D97-71A2C51ABB94}" dt="2025-12-10T11:04:17.346" v="107" actId="478"/>
          <ac:spMkLst>
            <pc:docMk/>
            <pc:sldMk cId="1479662349" sldId="2147482828"/>
            <ac:spMk id="5" creationId="{1738F892-65D2-E4F0-9505-2B5828CD83EF}"/>
          </ac:spMkLst>
        </pc:spChg>
        <pc:spChg chg="del mod">
          <ac:chgData name="Sorin Boiangiu" userId="e48e28a2-911f-4cdd-a5aa-5e03b261f684" providerId="ADAL" clId="{49CBE20F-7858-4FD7-9D97-71A2C51ABB94}" dt="2025-12-10T11:04:17.346" v="107" actId="478"/>
          <ac:spMkLst>
            <pc:docMk/>
            <pc:sldMk cId="1479662349" sldId="2147482828"/>
            <ac:spMk id="10" creationId="{AEA0DAEC-CD1F-AB0F-0BEA-E9B7089FAFF4}"/>
          </ac:spMkLst>
        </pc:spChg>
        <pc:spChg chg="del">
          <ac:chgData name="Sorin Boiangiu" userId="e48e28a2-911f-4cdd-a5aa-5e03b261f684" providerId="ADAL" clId="{49CBE20F-7858-4FD7-9D97-71A2C51ABB94}" dt="2025-12-10T11:04:19.812" v="108" actId="478"/>
          <ac:spMkLst>
            <pc:docMk/>
            <pc:sldMk cId="1479662349" sldId="2147482828"/>
            <ac:spMk id="14" creationId="{744B5A72-38B1-1B00-2D80-0B2448C3F0E5}"/>
          </ac:spMkLst>
        </pc:spChg>
        <pc:spChg chg="del">
          <ac:chgData name="Sorin Boiangiu" userId="e48e28a2-911f-4cdd-a5aa-5e03b261f684" providerId="ADAL" clId="{49CBE20F-7858-4FD7-9D97-71A2C51ABB94}" dt="2025-12-10T11:04:19.812" v="108" actId="478"/>
          <ac:spMkLst>
            <pc:docMk/>
            <pc:sldMk cId="1479662349" sldId="2147482828"/>
            <ac:spMk id="15" creationId="{AAB84B23-E475-FAE4-ED16-7F192311D144}"/>
          </ac:spMkLst>
        </pc:spChg>
        <pc:spChg chg="del">
          <ac:chgData name="Sorin Boiangiu" userId="e48e28a2-911f-4cdd-a5aa-5e03b261f684" providerId="ADAL" clId="{49CBE20F-7858-4FD7-9D97-71A2C51ABB94}" dt="2025-12-10T11:04:19.812" v="108" actId="478"/>
          <ac:spMkLst>
            <pc:docMk/>
            <pc:sldMk cId="1479662349" sldId="2147482828"/>
            <ac:spMk id="16" creationId="{62CCC81C-CD2E-85DC-53B9-B719C05E227D}"/>
          </ac:spMkLst>
        </pc:spChg>
        <pc:spChg chg="del">
          <ac:chgData name="Sorin Boiangiu" userId="e48e28a2-911f-4cdd-a5aa-5e03b261f684" providerId="ADAL" clId="{49CBE20F-7858-4FD7-9D97-71A2C51ABB94}" dt="2025-12-10T11:04:17.346" v="107" actId="478"/>
          <ac:spMkLst>
            <pc:docMk/>
            <pc:sldMk cId="1479662349" sldId="2147482828"/>
            <ac:spMk id="29" creationId="{CC9B76C9-9974-4AA8-3FF2-C9F4B5BEEBEF}"/>
          </ac:spMkLst>
        </pc:spChg>
        <pc:spChg chg="del">
          <ac:chgData name="Sorin Boiangiu" userId="e48e28a2-911f-4cdd-a5aa-5e03b261f684" providerId="ADAL" clId="{49CBE20F-7858-4FD7-9D97-71A2C51ABB94}" dt="2025-12-10T11:04:17.346" v="107" actId="478"/>
          <ac:spMkLst>
            <pc:docMk/>
            <pc:sldMk cId="1479662349" sldId="2147482828"/>
            <ac:spMk id="30" creationId="{38CC53A4-3923-84FB-BA04-B3FCE49A8F2F}"/>
          </ac:spMkLst>
        </pc:spChg>
        <pc:spChg chg="del">
          <ac:chgData name="Sorin Boiangiu" userId="e48e28a2-911f-4cdd-a5aa-5e03b261f684" providerId="ADAL" clId="{49CBE20F-7858-4FD7-9D97-71A2C51ABB94}" dt="2025-12-10T11:04:17.346" v="107" actId="478"/>
          <ac:spMkLst>
            <pc:docMk/>
            <pc:sldMk cId="1479662349" sldId="2147482828"/>
            <ac:spMk id="31" creationId="{143C90B7-F2AD-149A-8BBA-6410987FEC6E}"/>
          </ac:spMkLst>
        </pc:spChg>
        <pc:spChg chg="del">
          <ac:chgData name="Sorin Boiangiu" userId="e48e28a2-911f-4cdd-a5aa-5e03b261f684" providerId="ADAL" clId="{49CBE20F-7858-4FD7-9D97-71A2C51ABB94}" dt="2025-12-10T11:04:19.812" v="108" actId="478"/>
          <ac:spMkLst>
            <pc:docMk/>
            <pc:sldMk cId="1479662349" sldId="2147482828"/>
            <ac:spMk id="37" creationId="{10A529B6-5A00-9E3F-5B36-BF94EF5089A1}"/>
          </ac:spMkLst>
        </pc:spChg>
        <pc:picChg chg="del">
          <ac:chgData name="Sorin Boiangiu" userId="e48e28a2-911f-4cdd-a5aa-5e03b261f684" providerId="ADAL" clId="{49CBE20F-7858-4FD7-9D97-71A2C51ABB94}" dt="2025-12-10T11:04:19.812" v="108" actId="478"/>
          <ac:picMkLst>
            <pc:docMk/>
            <pc:sldMk cId="1479662349" sldId="2147482828"/>
            <ac:picMk id="24" creationId="{0F58EBB9-CBC4-3B38-5F76-DC830F6D96B1}"/>
          </ac:picMkLst>
        </pc:picChg>
        <pc:picChg chg="del">
          <ac:chgData name="Sorin Boiangiu" userId="e48e28a2-911f-4cdd-a5aa-5e03b261f684" providerId="ADAL" clId="{49CBE20F-7858-4FD7-9D97-71A2C51ABB94}" dt="2025-12-10T11:04:19.812" v="108" actId="478"/>
          <ac:picMkLst>
            <pc:docMk/>
            <pc:sldMk cId="1479662349" sldId="2147482828"/>
            <ac:picMk id="25" creationId="{1EB4A64C-B7FB-53AF-3E06-9C165BFB10B9}"/>
          </ac:picMkLst>
        </pc:picChg>
        <pc:picChg chg="del">
          <ac:chgData name="Sorin Boiangiu" userId="e48e28a2-911f-4cdd-a5aa-5e03b261f684" providerId="ADAL" clId="{49CBE20F-7858-4FD7-9D97-71A2C51ABB94}" dt="2025-12-10T11:04:17.346" v="107" actId="478"/>
          <ac:picMkLst>
            <pc:docMk/>
            <pc:sldMk cId="1479662349" sldId="2147482828"/>
            <ac:picMk id="32" creationId="{F6B73679-E8BB-F309-8A2F-14A0B88C86F2}"/>
          </ac:picMkLst>
        </pc:picChg>
        <pc:picChg chg="del">
          <ac:chgData name="Sorin Boiangiu" userId="e48e28a2-911f-4cdd-a5aa-5e03b261f684" providerId="ADAL" clId="{49CBE20F-7858-4FD7-9D97-71A2C51ABB94}" dt="2025-12-10T11:04:19.812" v="108" actId="478"/>
          <ac:picMkLst>
            <pc:docMk/>
            <pc:sldMk cId="1479662349" sldId="2147482828"/>
            <ac:picMk id="36" creationId="{E060A386-7983-529A-F50C-39EA43DD13AB}"/>
          </ac:picMkLst>
        </pc:picChg>
        <pc:cxnChg chg="del">
          <ac:chgData name="Sorin Boiangiu" userId="e48e28a2-911f-4cdd-a5aa-5e03b261f684" providerId="ADAL" clId="{49CBE20F-7858-4FD7-9D97-71A2C51ABB94}" dt="2025-12-10T11:04:17.346" v="107" actId="478"/>
          <ac:cxnSpMkLst>
            <pc:docMk/>
            <pc:sldMk cId="1479662349" sldId="2147482828"/>
            <ac:cxnSpMk id="33" creationId="{0643C590-6A50-1826-DBFB-F691F8B73AB1}"/>
          </ac:cxnSpMkLst>
        </pc:cxnChg>
        <pc:cxnChg chg="del">
          <ac:chgData name="Sorin Boiangiu" userId="e48e28a2-911f-4cdd-a5aa-5e03b261f684" providerId="ADAL" clId="{49CBE20F-7858-4FD7-9D97-71A2C51ABB94}" dt="2025-12-10T11:04:17.346" v="107" actId="478"/>
          <ac:cxnSpMkLst>
            <pc:docMk/>
            <pc:sldMk cId="1479662349" sldId="2147482828"/>
            <ac:cxnSpMk id="42" creationId="{6871C9D7-AA27-2A52-7225-CD0846DC9755}"/>
          </ac:cxnSpMkLst>
        </pc:cxnChg>
        <pc:cxnChg chg="del">
          <ac:chgData name="Sorin Boiangiu" userId="e48e28a2-911f-4cdd-a5aa-5e03b261f684" providerId="ADAL" clId="{49CBE20F-7858-4FD7-9D97-71A2C51ABB94}" dt="2025-12-10T11:04:17.346" v="107" actId="478"/>
          <ac:cxnSpMkLst>
            <pc:docMk/>
            <pc:sldMk cId="1479662349" sldId="2147482828"/>
            <ac:cxnSpMk id="45" creationId="{AC9E8F5B-3373-A397-FFE9-A12C9ED03BB6}"/>
          </ac:cxnSpMkLst>
        </pc:cxnChg>
      </pc:sldChg>
      <pc:sldChg chg="delSp add del mod">
        <pc:chgData name="Sorin Boiangiu" userId="e48e28a2-911f-4cdd-a5aa-5e03b261f684" providerId="ADAL" clId="{49CBE20F-7858-4FD7-9D97-71A2C51ABB94}" dt="2025-12-10T11:43:41.386" v="120"/>
        <pc:sldMkLst>
          <pc:docMk/>
          <pc:sldMk cId="2648505981" sldId="2147483476"/>
        </pc:sldMkLst>
        <pc:spChg chg="del">
          <ac:chgData name="Sorin Boiangiu" userId="e48e28a2-911f-4cdd-a5aa-5e03b261f684" providerId="ADAL" clId="{49CBE20F-7858-4FD7-9D97-71A2C51ABB94}" dt="2025-12-10T11:05:49.383" v="109" actId="478"/>
          <ac:spMkLst>
            <pc:docMk/>
            <pc:sldMk cId="2648505981" sldId="2147483476"/>
            <ac:spMk id="3" creationId="{3BFEA1FA-D918-CFFF-448F-B1E278851DF0}"/>
          </ac:spMkLst>
        </pc:spChg>
        <pc:spChg chg="del">
          <ac:chgData name="Sorin Boiangiu" userId="e48e28a2-911f-4cdd-a5aa-5e03b261f684" providerId="ADAL" clId="{49CBE20F-7858-4FD7-9D97-71A2C51ABB94}" dt="2025-12-10T11:05:51.628" v="110" actId="478"/>
          <ac:spMkLst>
            <pc:docMk/>
            <pc:sldMk cId="2648505981" sldId="2147483476"/>
            <ac:spMk id="4" creationId="{1C2C2112-25F1-E4C4-055D-7BBE08380738}"/>
          </ac:spMkLst>
        </pc:spChg>
        <pc:spChg chg="del">
          <ac:chgData name="Sorin Boiangiu" userId="e48e28a2-911f-4cdd-a5aa-5e03b261f684" providerId="ADAL" clId="{49CBE20F-7858-4FD7-9D97-71A2C51ABB94}" dt="2025-12-10T11:05:49.383" v="109" actId="478"/>
          <ac:spMkLst>
            <pc:docMk/>
            <pc:sldMk cId="2648505981" sldId="2147483476"/>
            <ac:spMk id="5" creationId="{198477E3-699C-D2CB-C73D-CA887AE695D7}"/>
          </ac:spMkLst>
        </pc:spChg>
        <pc:spChg chg="del">
          <ac:chgData name="Sorin Boiangiu" userId="e48e28a2-911f-4cdd-a5aa-5e03b261f684" providerId="ADAL" clId="{49CBE20F-7858-4FD7-9D97-71A2C51ABB94}" dt="2025-12-10T11:05:49.383" v="109" actId="478"/>
          <ac:spMkLst>
            <pc:docMk/>
            <pc:sldMk cId="2648505981" sldId="2147483476"/>
            <ac:spMk id="10" creationId="{3038A6E4-4A52-B579-0058-894D85DE39FF}"/>
          </ac:spMkLst>
        </pc:spChg>
        <pc:spChg chg="del">
          <ac:chgData name="Sorin Boiangiu" userId="e48e28a2-911f-4cdd-a5aa-5e03b261f684" providerId="ADAL" clId="{49CBE20F-7858-4FD7-9D97-71A2C51ABB94}" dt="2025-12-10T11:05:51.628" v="110" actId="478"/>
          <ac:spMkLst>
            <pc:docMk/>
            <pc:sldMk cId="2648505981" sldId="2147483476"/>
            <ac:spMk id="14" creationId="{B545717D-8DB0-163E-114B-FC85FC09AC02}"/>
          </ac:spMkLst>
        </pc:spChg>
        <pc:spChg chg="del">
          <ac:chgData name="Sorin Boiangiu" userId="e48e28a2-911f-4cdd-a5aa-5e03b261f684" providerId="ADAL" clId="{49CBE20F-7858-4FD7-9D97-71A2C51ABB94}" dt="2025-12-10T11:05:51.628" v="110" actId="478"/>
          <ac:spMkLst>
            <pc:docMk/>
            <pc:sldMk cId="2648505981" sldId="2147483476"/>
            <ac:spMk id="15" creationId="{28976DA9-F2C7-1487-AE89-1C3A1702D121}"/>
          </ac:spMkLst>
        </pc:spChg>
        <pc:spChg chg="del">
          <ac:chgData name="Sorin Boiangiu" userId="e48e28a2-911f-4cdd-a5aa-5e03b261f684" providerId="ADAL" clId="{49CBE20F-7858-4FD7-9D97-71A2C51ABB94}" dt="2025-12-10T11:05:51.628" v="110" actId="478"/>
          <ac:spMkLst>
            <pc:docMk/>
            <pc:sldMk cId="2648505981" sldId="2147483476"/>
            <ac:spMk id="16" creationId="{D45E83AC-8886-C4B4-8ED1-3C19FA2988D7}"/>
          </ac:spMkLst>
        </pc:spChg>
        <pc:spChg chg="del">
          <ac:chgData name="Sorin Boiangiu" userId="e48e28a2-911f-4cdd-a5aa-5e03b261f684" providerId="ADAL" clId="{49CBE20F-7858-4FD7-9D97-71A2C51ABB94}" dt="2025-12-10T11:05:49.383" v="109" actId="478"/>
          <ac:spMkLst>
            <pc:docMk/>
            <pc:sldMk cId="2648505981" sldId="2147483476"/>
            <ac:spMk id="29" creationId="{42F3AB80-7525-5337-15CE-6818E0D02AF7}"/>
          </ac:spMkLst>
        </pc:spChg>
        <pc:spChg chg="del">
          <ac:chgData name="Sorin Boiangiu" userId="e48e28a2-911f-4cdd-a5aa-5e03b261f684" providerId="ADAL" clId="{49CBE20F-7858-4FD7-9D97-71A2C51ABB94}" dt="2025-12-10T11:05:49.383" v="109" actId="478"/>
          <ac:spMkLst>
            <pc:docMk/>
            <pc:sldMk cId="2648505981" sldId="2147483476"/>
            <ac:spMk id="30" creationId="{74D910F7-3604-5FB5-1EF2-188965D53173}"/>
          </ac:spMkLst>
        </pc:spChg>
        <pc:spChg chg="del">
          <ac:chgData name="Sorin Boiangiu" userId="e48e28a2-911f-4cdd-a5aa-5e03b261f684" providerId="ADAL" clId="{49CBE20F-7858-4FD7-9D97-71A2C51ABB94}" dt="2025-12-10T11:05:49.383" v="109" actId="478"/>
          <ac:spMkLst>
            <pc:docMk/>
            <pc:sldMk cId="2648505981" sldId="2147483476"/>
            <ac:spMk id="31" creationId="{0C9D9784-E6D8-E711-4292-606B8356E6E1}"/>
          </ac:spMkLst>
        </pc:spChg>
        <pc:spChg chg="del">
          <ac:chgData name="Sorin Boiangiu" userId="e48e28a2-911f-4cdd-a5aa-5e03b261f684" providerId="ADAL" clId="{49CBE20F-7858-4FD7-9D97-71A2C51ABB94}" dt="2025-12-10T11:05:51.628" v="110" actId="478"/>
          <ac:spMkLst>
            <pc:docMk/>
            <pc:sldMk cId="2648505981" sldId="2147483476"/>
            <ac:spMk id="37" creationId="{CF75FE2D-96DE-A007-821C-428B4F6244DE}"/>
          </ac:spMkLst>
        </pc:spChg>
        <pc:picChg chg="del">
          <ac:chgData name="Sorin Boiangiu" userId="e48e28a2-911f-4cdd-a5aa-5e03b261f684" providerId="ADAL" clId="{49CBE20F-7858-4FD7-9D97-71A2C51ABB94}" dt="2025-12-10T11:05:51.628" v="110" actId="478"/>
          <ac:picMkLst>
            <pc:docMk/>
            <pc:sldMk cId="2648505981" sldId="2147483476"/>
            <ac:picMk id="24" creationId="{88E7C852-23C3-DA29-3F7D-0170D564AC4F}"/>
          </ac:picMkLst>
        </pc:picChg>
        <pc:picChg chg="del">
          <ac:chgData name="Sorin Boiangiu" userId="e48e28a2-911f-4cdd-a5aa-5e03b261f684" providerId="ADAL" clId="{49CBE20F-7858-4FD7-9D97-71A2C51ABB94}" dt="2025-12-10T11:05:51.628" v="110" actId="478"/>
          <ac:picMkLst>
            <pc:docMk/>
            <pc:sldMk cId="2648505981" sldId="2147483476"/>
            <ac:picMk id="25" creationId="{83E8C7F4-48A4-29B2-A105-706389583225}"/>
          </ac:picMkLst>
        </pc:picChg>
        <pc:picChg chg="del">
          <ac:chgData name="Sorin Boiangiu" userId="e48e28a2-911f-4cdd-a5aa-5e03b261f684" providerId="ADAL" clId="{49CBE20F-7858-4FD7-9D97-71A2C51ABB94}" dt="2025-12-10T11:05:49.383" v="109" actId="478"/>
          <ac:picMkLst>
            <pc:docMk/>
            <pc:sldMk cId="2648505981" sldId="2147483476"/>
            <ac:picMk id="32" creationId="{99A6F6E3-3533-C9E9-8BC0-265C18F4C0E3}"/>
          </ac:picMkLst>
        </pc:picChg>
        <pc:picChg chg="del">
          <ac:chgData name="Sorin Boiangiu" userId="e48e28a2-911f-4cdd-a5aa-5e03b261f684" providerId="ADAL" clId="{49CBE20F-7858-4FD7-9D97-71A2C51ABB94}" dt="2025-12-10T11:05:51.628" v="110" actId="478"/>
          <ac:picMkLst>
            <pc:docMk/>
            <pc:sldMk cId="2648505981" sldId="2147483476"/>
            <ac:picMk id="36" creationId="{5D48B65D-2871-1435-495D-602E1B678E17}"/>
          </ac:picMkLst>
        </pc:picChg>
        <pc:cxnChg chg="del">
          <ac:chgData name="Sorin Boiangiu" userId="e48e28a2-911f-4cdd-a5aa-5e03b261f684" providerId="ADAL" clId="{49CBE20F-7858-4FD7-9D97-71A2C51ABB94}" dt="2025-12-10T11:05:49.383" v="109" actId="478"/>
          <ac:cxnSpMkLst>
            <pc:docMk/>
            <pc:sldMk cId="2648505981" sldId="2147483476"/>
            <ac:cxnSpMk id="39" creationId="{FDA03F7E-BFD5-A39E-441A-DB39895290F6}"/>
          </ac:cxnSpMkLst>
        </pc:cxnChg>
        <pc:cxnChg chg="del">
          <ac:chgData name="Sorin Boiangiu" userId="e48e28a2-911f-4cdd-a5aa-5e03b261f684" providerId="ADAL" clId="{49CBE20F-7858-4FD7-9D97-71A2C51ABB94}" dt="2025-12-10T11:05:49.383" v="109" actId="478"/>
          <ac:cxnSpMkLst>
            <pc:docMk/>
            <pc:sldMk cId="2648505981" sldId="2147483476"/>
            <ac:cxnSpMk id="44" creationId="{58ABF903-19E8-44E0-B01D-A82C596021A9}"/>
          </ac:cxnSpMkLst>
        </pc:cxnChg>
        <pc:cxnChg chg="del">
          <ac:chgData name="Sorin Boiangiu" userId="e48e28a2-911f-4cdd-a5aa-5e03b261f684" providerId="ADAL" clId="{49CBE20F-7858-4FD7-9D97-71A2C51ABB94}" dt="2025-12-10T11:05:49.383" v="109" actId="478"/>
          <ac:cxnSpMkLst>
            <pc:docMk/>
            <pc:sldMk cId="2648505981" sldId="2147483476"/>
            <ac:cxnSpMk id="45" creationId="{E751CC19-7EF6-0345-11DB-1DDED1B2C6B3}"/>
          </ac:cxnSpMkLst>
        </pc:cxnChg>
      </pc:sldChg>
      <pc:sldChg chg="modSp mod">
        <pc:chgData name="Sorin Boiangiu" userId="e48e28a2-911f-4cdd-a5aa-5e03b261f684" providerId="ADAL" clId="{49CBE20F-7858-4FD7-9D97-71A2C51ABB94}" dt="2025-12-10T13:02:37.696" v="123" actId="20577"/>
        <pc:sldMkLst>
          <pc:docMk/>
          <pc:sldMk cId="2300732160" sldId="2147483478"/>
        </pc:sldMkLst>
        <pc:spChg chg="mod">
          <ac:chgData name="Sorin Boiangiu" userId="e48e28a2-911f-4cdd-a5aa-5e03b261f684" providerId="ADAL" clId="{49CBE20F-7858-4FD7-9D97-71A2C51ABB94}" dt="2025-12-10T13:02:37.696" v="123" actId="20577"/>
          <ac:spMkLst>
            <pc:docMk/>
            <pc:sldMk cId="2300732160" sldId="2147483478"/>
            <ac:spMk id="10" creationId="{C3DC43B3-FBD7-7F8E-2661-819A2657CA50}"/>
          </ac:spMkLst>
        </pc:spChg>
        <pc:spChg chg="mod">
          <ac:chgData name="Sorin Boiangiu" userId="e48e28a2-911f-4cdd-a5aa-5e03b261f684" providerId="ADAL" clId="{49CBE20F-7858-4FD7-9D97-71A2C51ABB94}" dt="2025-12-10T11:09:31.663" v="118" actId="20577"/>
          <ac:spMkLst>
            <pc:docMk/>
            <pc:sldMk cId="2300732160" sldId="2147483478"/>
            <ac:spMk id="48" creationId="{9335AC74-4006-0953-0DD5-5961DBE68DF3}"/>
          </ac:spMkLst>
        </pc:spChg>
      </pc:sldChg>
      <pc:sldChg chg="modSp add del mod">
        <pc:chgData name="Sorin Boiangiu" userId="e48e28a2-911f-4cdd-a5aa-5e03b261f684" providerId="ADAL" clId="{49CBE20F-7858-4FD7-9D97-71A2C51ABB94}" dt="2025-12-01T07:15:51.398" v="68"/>
        <pc:sldMkLst>
          <pc:docMk/>
          <pc:sldMk cId="3166501423" sldId="2147483529"/>
        </pc:sldMkLst>
        <pc:spChg chg="mod">
          <ac:chgData name="Sorin Boiangiu" userId="e48e28a2-911f-4cdd-a5aa-5e03b261f684" providerId="ADAL" clId="{49CBE20F-7858-4FD7-9D97-71A2C51ABB94}" dt="2025-12-01T07:15:51.374" v="67"/>
          <ac:spMkLst>
            <pc:docMk/>
            <pc:sldMk cId="3166501423" sldId="2147483529"/>
            <ac:spMk id="2" creationId="{280394EE-B2D3-4AA2-02B4-AE90279C52B7}"/>
          </ac:spMkLst>
        </pc:spChg>
      </pc:sldChg>
      <pc:sldChg chg="add del">
        <pc:chgData name="Sorin Boiangiu" userId="e48e28a2-911f-4cdd-a5aa-5e03b261f684" providerId="ADAL" clId="{49CBE20F-7858-4FD7-9D97-71A2C51ABB94}" dt="2025-12-01T07:14:37.273" v="57"/>
        <pc:sldMkLst>
          <pc:docMk/>
          <pc:sldMk cId="1598405750" sldId="2147483543"/>
        </pc:sldMkLst>
      </pc:sldChg>
      <pc:sldChg chg="modSp add del mod">
        <pc:chgData name="Sorin Boiangiu" userId="e48e28a2-911f-4cdd-a5aa-5e03b261f684" providerId="ADAL" clId="{49CBE20F-7858-4FD7-9D97-71A2C51ABB94}" dt="2025-12-01T07:14:17.171" v="54"/>
        <pc:sldMkLst>
          <pc:docMk/>
          <pc:sldMk cId="3522530114" sldId="2147483545"/>
        </pc:sldMkLst>
        <pc:spChg chg="mod">
          <ac:chgData name="Sorin Boiangiu" userId="e48e28a2-911f-4cdd-a5aa-5e03b261f684" providerId="ADAL" clId="{49CBE20F-7858-4FD7-9D97-71A2C51ABB94}" dt="2025-12-01T07:14:17.111" v="53"/>
          <ac:spMkLst>
            <pc:docMk/>
            <pc:sldMk cId="3522530114" sldId="2147483545"/>
            <ac:spMk id="2" creationId="{05A8265E-4D8A-56C3-49BD-63F59C97F581}"/>
          </ac:spMkLst>
        </pc:spChg>
      </pc:sldChg>
      <pc:sldChg chg="add del">
        <pc:chgData name="Sorin Boiangiu" userId="e48e28a2-911f-4cdd-a5aa-5e03b261f684" providerId="ADAL" clId="{49CBE20F-7858-4FD7-9D97-71A2C51ABB94}" dt="2025-12-01T07:14:47.548" v="60"/>
        <pc:sldMkLst>
          <pc:docMk/>
          <pc:sldMk cId="3345378767" sldId="214748354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0644A2-0D2F-4BDA-864F-D2738DD8741D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46B7F4-FB43-4894-A2D0-A9192FE6C3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84372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7DBAA2-1EED-4FC8-A856-5AEA357CCC8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91602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508E4-CA59-2806-C67A-E4285F89E7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B137D4-57DD-2A30-669F-E9E81B1D52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DB6E67-4D67-6A08-8E16-34468B0874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90A9E1-17E3-EEA5-A5B4-E2D13E6CBB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7DBAA2-1EED-4FC8-A856-5AEA357CCC8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538340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59A05D-2D51-06A2-6221-518F14C6C8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892AD1-F8FB-9C9E-C317-6F721D68BC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D5AE0E-687F-78C6-A4C2-8D0B760A2F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3C8407-1575-B047-172A-95F6DAC522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7DBAA2-1EED-4FC8-A856-5AEA357CCC8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46487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/Relationships>
</file>

<file path=ppt/slideLayouts/_rels/slideLayout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/Relationships>
</file>

<file path=ppt/slideLayouts/_rels/slideLayout8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2.xml"/><Relationship Id="rId6" Type="http://schemas.openxmlformats.org/officeDocument/2006/relationships/image" Target="../media/image2.png"/><Relationship Id="rId5" Type="http://schemas.openxmlformats.org/officeDocument/2006/relationships/image" Target="../media/image9.png"/><Relationship Id="rId4" Type="http://schemas.openxmlformats.org/officeDocument/2006/relationships/image" Target="../media/image13.emf"/></Relationships>
</file>

<file path=ppt/slideLayouts/_rels/slideLayout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2.png"/></Relationships>
</file>

<file path=ppt/slideLayouts/_rels/slideLayout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2.png"/></Relationships>
</file>

<file path=ppt/slideLayouts/_rels/slideLayout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/Relationships>
</file>

<file path=ppt/slideLayouts/_rels/slideLayout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2.png"/></Relationships>
</file>

<file path=ppt/slideLayouts/_rels/slideLayout9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9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4.xml"/></Relationships>
</file>

<file path=ppt/slideLayouts/_rels/slideLayout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4.xml"/><Relationship Id="rId4" Type="http://schemas.openxmlformats.org/officeDocument/2006/relationships/image" Target="../media/image2.png"/></Relationships>
</file>

<file path=ppt/slideLayouts/_rels/slideLayout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4.xml"/><Relationship Id="rId4" Type="http://schemas.openxmlformats.org/officeDocument/2006/relationships/image" Target="../media/image2.png"/></Relationships>
</file>

<file path=ppt/slideLayouts/_rels/slideLayout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4.xml"/></Relationships>
</file>

<file path=ppt/slideLayouts/_rels/slideLayout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4.xml"/></Relationships>
</file>

<file path=ppt/slideLayouts/_rels/slideLayout10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7.jpeg"/><Relationship Id="rId1" Type="http://schemas.openxmlformats.org/officeDocument/2006/relationships/slideMaster" Target="../slideMasters/slideMaster4.xml"/><Relationship Id="rId4" Type="http://schemas.openxmlformats.org/officeDocument/2006/relationships/image" Target="../media/image2.png"/></Relationships>
</file>

<file path=ppt/slideLayouts/_rels/slideLayout1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8.jpeg"/><Relationship Id="rId1" Type="http://schemas.openxmlformats.org/officeDocument/2006/relationships/slideMaster" Target="../slideMasters/slideMaster4.xml"/><Relationship Id="rId4" Type="http://schemas.openxmlformats.org/officeDocument/2006/relationships/image" Target="../media/image1.png"/></Relationships>
</file>

<file path=ppt/slideLayouts/_rels/slideLayout1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9.jpeg"/><Relationship Id="rId1" Type="http://schemas.openxmlformats.org/officeDocument/2006/relationships/slideMaster" Target="../slideMasters/slideMaster4.xml"/></Relationships>
</file>

<file path=ppt/slideLayouts/_rels/slideLayout1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4.xml"/></Relationships>
</file>

<file path=ppt/slideLayouts/_rels/slideLayout1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4.xml"/></Relationships>
</file>

<file path=ppt/slideLayouts/_rels/slideLayout1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4.xml"/></Relationships>
</file>

<file path=ppt/slideLayouts/_rels/slideLayout1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4.xml"/></Relationships>
</file>

<file path=ppt/slideLayouts/_rels/slideLayout1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4.xml"/><Relationship Id="rId4" Type="http://schemas.openxmlformats.org/officeDocument/2006/relationships/image" Target="../media/image2.png"/></Relationships>
</file>

<file path=ppt/slideLayouts/_rels/slideLayout1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4.xml"/><Relationship Id="rId4" Type="http://schemas.openxmlformats.org/officeDocument/2006/relationships/image" Target="../media/image2.png"/></Relationships>
</file>

<file path=ppt/slideLayouts/_rels/slideLayout1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4.xml"/></Relationships>
</file>

<file path=ppt/slideLayouts/_rels/slideLayout1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4.xml"/></Relationships>
</file>

<file path=ppt/slideLayouts/_rels/slideLayout1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4.xml"/></Relationships>
</file>

<file path=ppt/slideLayouts/_rels/slideLayout1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4.xml"/><Relationship Id="rId4" Type="http://schemas.openxmlformats.org/officeDocument/2006/relationships/image" Target="../media/image2.png"/></Relationships>
</file>

<file path=ppt/slideLayouts/_rels/slideLayout1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20.jpeg"/><Relationship Id="rId1" Type="http://schemas.openxmlformats.org/officeDocument/2006/relationships/slideMaster" Target="../slideMasters/slideMaster4.xml"/></Relationships>
</file>

<file path=ppt/slideLayouts/_rels/slideLayout1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4.xml"/></Relationships>
</file>

<file path=ppt/slideLayouts/_rels/slideLayout1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21.jpeg"/><Relationship Id="rId1" Type="http://schemas.openxmlformats.org/officeDocument/2006/relationships/slideMaster" Target="../slideMasters/slideMaster4.xml"/></Relationships>
</file>

<file path=ppt/slideLayouts/_rels/slideLayout1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22.jpeg"/><Relationship Id="rId1" Type="http://schemas.openxmlformats.org/officeDocument/2006/relationships/slideMaster" Target="../slideMasters/slideMaster4.xml"/></Relationships>
</file>

<file path=ppt/slideLayouts/_rels/slideLayout1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: Black Solid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updated logo" descr="Logo&#10;&#10;Description automatically generated">
            <a:extLst>
              <a:ext uri="{FF2B5EF4-FFF2-40B4-BE49-F238E27FC236}">
                <a16:creationId xmlns:a16="http://schemas.microsoft.com/office/drawing/2014/main" id="{772B347F-F7C5-F39C-2D59-19BAFA0C7B3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9899" y="471509"/>
            <a:ext cx="603504" cy="603504"/>
          </a:xfrm>
          <a:prstGeom prst="rect">
            <a:avLst/>
          </a:prstGeom>
        </p:spPr>
      </p:pic>
      <p:sp>
        <p:nvSpPr>
          <p:cNvPr id="22" name="Title 1">
            <a:extLst>
              <a:ext uri="{FF2B5EF4-FFF2-40B4-BE49-F238E27FC236}">
                <a16:creationId xmlns:a16="http://schemas.microsoft.com/office/drawing/2014/main" id="{898D6D05-97DF-4C74-8943-E0633B92DAB3}"/>
              </a:ext>
            </a:extLst>
          </p:cNvPr>
          <p:cNvSpPr>
            <a:spLocks noGrp="1"/>
          </p:cNvSpPr>
          <p:nvPr userDrawn="1">
            <p:ph type="ctrTitle"/>
          </p:nvPr>
        </p:nvSpPr>
        <p:spPr bwMode="black">
          <a:xfrm>
            <a:off x="457200" y="1143000"/>
            <a:ext cx="7970363" cy="2446038"/>
          </a:xfrm>
          <a:prstGeom prst="rect">
            <a:avLst/>
          </a:prstGeom>
        </p:spPr>
        <p:txBody>
          <a:bodyPr anchor="b"/>
          <a:lstStyle>
            <a:lvl1pPr algn="l">
              <a:defRPr sz="4800" spc="-130" baseline="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C4FDFB-D8B5-4D90-9CC9-76F699041481}"/>
              </a:ext>
            </a:extLst>
          </p:cNvPr>
          <p:cNvSpPr>
            <a:spLocks noGrp="1"/>
          </p:cNvSpPr>
          <p:nvPr userDrawn="1">
            <p:ph type="body" sz="quarter" idx="11"/>
          </p:nvPr>
        </p:nvSpPr>
        <p:spPr>
          <a:xfrm>
            <a:off x="457200" y="3933825"/>
            <a:ext cx="7970362" cy="1781175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600">
                <a:solidFill>
                  <a:schemeClr val="bg1"/>
                </a:solidFill>
                <a:latin typeface="+mj-lt"/>
              </a:defRPr>
            </a:lvl1pPr>
            <a:lvl2pPr marL="228600" indent="-228600">
              <a:lnSpc>
                <a:spcPct val="100000"/>
              </a:lnSpc>
              <a:spcBef>
                <a:spcPts val="0"/>
              </a:spcBef>
              <a:buFontTx/>
              <a:buNone/>
              <a:defRPr sz="1600">
                <a:solidFill>
                  <a:schemeClr val="bg1"/>
                </a:solidFill>
              </a:defRPr>
            </a:lvl2pPr>
            <a:lvl3pPr marL="457200" indent="-457200">
              <a:buFontTx/>
              <a:buNone/>
              <a:defRPr sz="1600">
                <a:solidFill>
                  <a:schemeClr val="bg1"/>
                </a:solidFill>
              </a:defRPr>
            </a:lvl3pPr>
            <a:lvl4pPr marL="685800" indent="-685800">
              <a:buFontTx/>
              <a:buNone/>
              <a:defRPr sz="1600">
                <a:solidFill>
                  <a:schemeClr val="bg1"/>
                </a:solidFill>
              </a:defRPr>
            </a:lvl4pPr>
            <a:lvl5pPr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617DBCA-E6A3-642F-C1DA-19B0D0DB1E7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0" y="6763513"/>
            <a:ext cx="12192000" cy="94487"/>
          </a:xfrm>
          <a:prstGeom prst="rect">
            <a:avLst/>
          </a:prstGeom>
        </p:spPr>
      </p:pic>
      <p:sp>
        <p:nvSpPr>
          <p:cNvPr id="59" name="TextBox 58">
            <a:extLst>
              <a:ext uri="{FF2B5EF4-FFF2-40B4-BE49-F238E27FC236}">
                <a16:creationId xmlns:a16="http://schemas.microsoft.com/office/drawing/2014/main" id="{6B8864A6-576A-8318-F85F-1B4B935C24B7}"/>
              </a:ext>
            </a:extLst>
          </p:cNvPr>
          <p:cNvSpPr txBox="1"/>
          <p:nvPr userDrawn="1"/>
        </p:nvSpPr>
        <p:spPr>
          <a:xfrm>
            <a:off x="13920953" y="10706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 dirty="0"/>
              <a:t>Primary palette</a:t>
            </a:r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D322E264-5E2E-FF4E-28A8-54B04BAEE42A}"/>
              </a:ext>
            </a:extLst>
          </p:cNvPr>
          <p:cNvSpPr/>
          <p:nvPr userDrawn="1"/>
        </p:nvSpPr>
        <p:spPr>
          <a:xfrm>
            <a:off x="13959929" y="377353"/>
            <a:ext cx="618392" cy="618392"/>
          </a:xfrm>
          <a:prstGeom prst="ellipse">
            <a:avLst/>
          </a:prstGeom>
          <a:solidFill>
            <a:srgbClr val="E400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9F53EDA2-BF29-D47C-81DE-E3073C9CD8AD}"/>
              </a:ext>
            </a:extLst>
          </p:cNvPr>
          <p:cNvSpPr/>
          <p:nvPr userDrawn="1"/>
        </p:nvSpPr>
        <p:spPr>
          <a:xfrm>
            <a:off x="15084675" y="517318"/>
            <a:ext cx="338462" cy="338462"/>
          </a:xfrm>
          <a:prstGeom prst="ellipse">
            <a:avLst/>
          </a:prstGeom>
          <a:solidFill>
            <a:srgbClr val="F7B2B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A568E3B3-90AA-1A0E-45EB-3E53ACAF9985}"/>
              </a:ext>
            </a:extLst>
          </p:cNvPr>
          <p:cNvSpPr/>
          <p:nvPr userDrawn="1"/>
        </p:nvSpPr>
        <p:spPr>
          <a:xfrm>
            <a:off x="15584292" y="517318"/>
            <a:ext cx="338462" cy="338462"/>
          </a:xfrm>
          <a:prstGeom prst="ellipse">
            <a:avLst/>
          </a:prstGeom>
          <a:solidFill>
            <a:srgbClr val="F066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99CC5F52-1D7A-193E-2E39-18A7AF2FA560}"/>
              </a:ext>
            </a:extLst>
          </p:cNvPr>
          <p:cNvSpPr/>
          <p:nvPr userDrawn="1"/>
        </p:nvSpPr>
        <p:spPr>
          <a:xfrm>
            <a:off x="16083909" y="517318"/>
            <a:ext cx="338462" cy="338462"/>
          </a:xfrm>
          <a:prstGeom prst="ellipse">
            <a:avLst/>
          </a:prstGeom>
          <a:solidFill>
            <a:srgbClr val="A7002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6227F9A4-0D3C-C77A-4708-454352FDC5DF}"/>
              </a:ext>
            </a:extLst>
          </p:cNvPr>
          <p:cNvSpPr/>
          <p:nvPr userDrawn="1"/>
        </p:nvSpPr>
        <p:spPr>
          <a:xfrm>
            <a:off x="16583525" y="517318"/>
            <a:ext cx="338462" cy="338462"/>
          </a:xfrm>
          <a:prstGeom prst="ellipse">
            <a:avLst/>
          </a:prstGeom>
          <a:solidFill>
            <a:srgbClr val="72001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018769E-1ADA-62A8-7E7C-C9CC147664FA}"/>
              </a:ext>
            </a:extLst>
          </p:cNvPr>
          <p:cNvSpPr txBox="1"/>
          <p:nvPr userDrawn="1"/>
        </p:nvSpPr>
        <p:spPr>
          <a:xfrm>
            <a:off x="15053447" y="10706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 dirty="0"/>
              <a:t>Secondary palette</a:t>
            </a: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77EDD347-301A-933F-FA72-04FE94A0E448}"/>
              </a:ext>
            </a:extLst>
          </p:cNvPr>
          <p:cNvSpPr/>
          <p:nvPr userDrawn="1"/>
        </p:nvSpPr>
        <p:spPr>
          <a:xfrm>
            <a:off x="13959929" y="1097294"/>
            <a:ext cx="618392" cy="618392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D91CA7DA-6848-2D6D-68FE-CCEEC3E1036F}"/>
              </a:ext>
            </a:extLst>
          </p:cNvPr>
          <p:cNvSpPr/>
          <p:nvPr userDrawn="1"/>
        </p:nvSpPr>
        <p:spPr>
          <a:xfrm>
            <a:off x="15084675" y="1237259"/>
            <a:ext cx="338462" cy="338462"/>
          </a:xfrm>
          <a:prstGeom prst="ellipse">
            <a:avLst/>
          </a:prstGeom>
          <a:solidFill>
            <a:srgbClr val="FBE1C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04B9B0B8-A4EC-4055-D46B-A8C6084B9570}"/>
              </a:ext>
            </a:extLst>
          </p:cNvPr>
          <p:cNvSpPr/>
          <p:nvPr userDrawn="1"/>
        </p:nvSpPr>
        <p:spPr>
          <a:xfrm>
            <a:off x="15584292" y="1237259"/>
            <a:ext cx="338462" cy="338462"/>
          </a:xfrm>
          <a:prstGeom prst="ellipse">
            <a:avLst/>
          </a:prstGeom>
          <a:solidFill>
            <a:srgbClr val="F7C2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5ABFF16F-6A57-9D93-B80A-7974606047F5}"/>
              </a:ext>
            </a:extLst>
          </p:cNvPr>
          <p:cNvSpPr/>
          <p:nvPr userDrawn="1"/>
        </p:nvSpPr>
        <p:spPr>
          <a:xfrm>
            <a:off x="16083909" y="1237259"/>
            <a:ext cx="338462" cy="338462"/>
          </a:xfrm>
          <a:prstGeom prst="ellipse">
            <a:avLst/>
          </a:prstGeom>
          <a:solidFill>
            <a:srgbClr val="B2742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C5AE4437-4CEA-2E64-B06E-164F411FAA02}"/>
              </a:ext>
            </a:extLst>
          </p:cNvPr>
          <p:cNvSpPr/>
          <p:nvPr userDrawn="1"/>
        </p:nvSpPr>
        <p:spPr>
          <a:xfrm>
            <a:off x="16583525" y="1237259"/>
            <a:ext cx="338462" cy="338462"/>
          </a:xfrm>
          <a:prstGeom prst="ellipse">
            <a:avLst/>
          </a:prstGeom>
          <a:solidFill>
            <a:srgbClr val="794D1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BDB285A7-3D4E-76B4-89FD-AA90335FDEFE}"/>
              </a:ext>
            </a:extLst>
          </p:cNvPr>
          <p:cNvSpPr/>
          <p:nvPr userDrawn="1"/>
        </p:nvSpPr>
        <p:spPr>
          <a:xfrm>
            <a:off x="13959929" y="1817235"/>
            <a:ext cx="618392" cy="6183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06D2D769-6DB7-305B-BB14-A5B1AF26C650}"/>
              </a:ext>
            </a:extLst>
          </p:cNvPr>
          <p:cNvSpPr/>
          <p:nvPr userDrawn="1"/>
        </p:nvSpPr>
        <p:spPr>
          <a:xfrm>
            <a:off x="15084675" y="1957200"/>
            <a:ext cx="338462" cy="338462"/>
          </a:xfrm>
          <a:prstGeom prst="ellipse">
            <a:avLst/>
          </a:prstGeom>
          <a:solidFill>
            <a:srgbClr val="B7C6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0CBB62AE-8206-06DF-A50D-CDAEC10EE485}"/>
              </a:ext>
            </a:extLst>
          </p:cNvPr>
          <p:cNvSpPr/>
          <p:nvPr userDrawn="1"/>
        </p:nvSpPr>
        <p:spPr>
          <a:xfrm>
            <a:off x="15584292" y="1957200"/>
            <a:ext cx="338462" cy="338462"/>
          </a:xfrm>
          <a:prstGeom prst="ellipse">
            <a:avLst/>
          </a:prstGeom>
          <a:solidFill>
            <a:srgbClr val="6E8D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A9E3BEFD-76C6-132B-6550-20D4E61C84A4}"/>
              </a:ext>
            </a:extLst>
          </p:cNvPr>
          <p:cNvSpPr/>
          <p:nvPr userDrawn="1"/>
        </p:nvSpPr>
        <p:spPr>
          <a:xfrm>
            <a:off x="16083909" y="1957200"/>
            <a:ext cx="338462" cy="338462"/>
          </a:xfrm>
          <a:prstGeom prst="ellipse">
            <a:avLst/>
          </a:prstGeom>
          <a:solidFill>
            <a:srgbClr val="0B31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51AB2C7C-13DD-FF82-126C-60282244ADB5}"/>
              </a:ext>
            </a:extLst>
          </p:cNvPr>
          <p:cNvSpPr/>
          <p:nvPr userDrawn="1"/>
        </p:nvSpPr>
        <p:spPr>
          <a:xfrm>
            <a:off x="16583525" y="1957200"/>
            <a:ext cx="338462" cy="338462"/>
          </a:xfrm>
          <a:prstGeom prst="ellipse">
            <a:avLst/>
          </a:prstGeom>
          <a:solidFill>
            <a:srgbClr val="07215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8FB79684-B33D-E567-480A-452E4DDD99EC}"/>
              </a:ext>
            </a:extLst>
          </p:cNvPr>
          <p:cNvSpPr/>
          <p:nvPr userDrawn="1"/>
        </p:nvSpPr>
        <p:spPr>
          <a:xfrm>
            <a:off x="13959929" y="2537176"/>
            <a:ext cx="618392" cy="618392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D7B6B41F-38AD-766A-1498-079DDA03A55E}"/>
              </a:ext>
            </a:extLst>
          </p:cNvPr>
          <p:cNvSpPr/>
          <p:nvPr userDrawn="1"/>
        </p:nvSpPr>
        <p:spPr>
          <a:xfrm>
            <a:off x="15084675" y="2677141"/>
            <a:ext cx="338462" cy="338462"/>
          </a:xfrm>
          <a:prstGeom prst="ellipse">
            <a:avLst/>
          </a:prstGeom>
          <a:solidFill>
            <a:srgbClr val="E6BE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A6681E13-94AA-F635-6634-F3E6C83457AC}"/>
              </a:ext>
            </a:extLst>
          </p:cNvPr>
          <p:cNvSpPr/>
          <p:nvPr userDrawn="1"/>
        </p:nvSpPr>
        <p:spPr>
          <a:xfrm>
            <a:off x="15584292" y="2677141"/>
            <a:ext cx="338462" cy="338462"/>
          </a:xfrm>
          <a:prstGeom prst="ellipse">
            <a:avLst/>
          </a:prstGeom>
          <a:solidFill>
            <a:srgbClr val="CD7DB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BF0A6337-D7D8-F4EE-6E9B-0BDAFBDA480E}"/>
              </a:ext>
            </a:extLst>
          </p:cNvPr>
          <p:cNvSpPr/>
          <p:nvPr userDrawn="1"/>
        </p:nvSpPr>
        <p:spPr>
          <a:xfrm>
            <a:off x="16083909" y="2677141"/>
            <a:ext cx="338462" cy="338462"/>
          </a:xfrm>
          <a:prstGeom prst="ellipse">
            <a:avLst/>
          </a:prstGeom>
          <a:solidFill>
            <a:srgbClr val="801D6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EE2026BC-FF5D-9918-4FAE-FA078AA70554}"/>
              </a:ext>
            </a:extLst>
          </p:cNvPr>
          <p:cNvSpPr/>
          <p:nvPr userDrawn="1"/>
        </p:nvSpPr>
        <p:spPr>
          <a:xfrm>
            <a:off x="16583525" y="2677141"/>
            <a:ext cx="338462" cy="338462"/>
          </a:xfrm>
          <a:prstGeom prst="ellipse">
            <a:avLst/>
          </a:prstGeom>
          <a:solidFill>
            <a:srgbClr val="5614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8E327B19-6402-6607-9D15-D136F300CD80}"/>
              </a:ext>
            </a:extLst>
          </p:cNvPr>
          <p:cNvSpPr/>
          <p:nvPr userDrawn="1"/>
        </p:nvSpPr>
        <p:spPr>
          <a:xfrm>
            <a:off x="13959929" y="3257117"/>
            <a:ext cx="618392" cy="61839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C9A3D2F4-3EB3-F61F-856E-75DFB9F8129B}"/>
              </a:ext>
            </a:extLst>
          </p:cNvPr>
          <p:cNvSpPr/>
          <p:nvPr userDrawn="1"/>
        </p:nvSpPr>
        <p:spPr>
          <a:xfrm>
            <a:off x="15084675" y="3397082"/>
            <a:ext cx="338462" cy="338462"/>
          </a:xfrm>
          <a:prstGeom prst="ellipse">
            <a:avLst/>
          </a:prstGeom>
          <a:solidFill>
            <a:srgbClr val="B2DFC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C6455246-6704-07AF-4692-909F56F756FF}"/>
              </a:ext>
            </a:extLst>
          </p:cNvPr>
          <p:cNvSpPr/>
          <p:nvPr userDrawn="1"/>
        </p:nvSpPr>
        <p:spPr>
          <a:xfrm>
            <a:off x="15584292" y="3397082"/>
            <a:ext cx="338462" cy="338462"/>
          </a:xfrm>
          <a:prstGeom prst="ellipse">
            <a:avLst/>
          </a:prstGeom>
          <a:solidFill>
            <a:srgbClr val="66C0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D59AE0FA-67A8-E334-C76F-36BAEA96C580}"/>
              </a:ext>
            </a:extLst>
          </p:cNvPr>
          <p:cNvSpPr/>
          <p:nvPr userDrawn="1"/>
        </p:nvSpPr>
        <p:spPr>
          <a:xfrm>
            <a:off x="16083909" y="3397082"/>
            <a:ext cx="338462" cy="338462"/>
          </a:xfrm>
          <a:prstGeom prst="ellipse">
            <a:avLst/>
          </a:prstGeom>
          <a:solidFill>
            <a:srgbClr val="0071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85" name="Oval 84">
            <a:extLst>
              <a:ext uri="{FF2B5EF4-FFF2-40B4-BE49-F238E27FC236}">
                <a16:creationId xmlns:a16="http://schemas.microsoft.com/office/drawing/2014/main" id="{9B3FBF95-9FF1-5C0F-FA76-2CE94E3886E8}"/>
              </a:ext>
            </a:extLst>
          </p:cNvPr>
          <p:cNvSpPr/>
          <p:nvPr userDrawn="1"/>
        </p:nvSpPr>
        <p:spPr>
          <a:xfrm>
            <a:off x="16583525" y="3397082"/>
            <a:ext cx="338462" cy="338462"/>
          </a:xfrm>
          <a:prstGeom prst="ellipse">
            <a:avLst/>
          </a:prstGeom>
          <a:solidFill>
            <a:srgbClr val="004B1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720E2B0C-4A3C-F8A2-7B0D-055209C460D9}"/>
              </a:ext>
            </a:extLst>
          </p:cNvPr>
          <p:cNvSpPr/>
          <p:nvPr userDrawn="1"/>
        </p:nvSpPr>
        <p:spPr>
          <a:xfrm>
            <a:off x="13959929" y="3977058"/>
            <a:ext cx="618392" cy="6183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653C83E7-C6CC-A26D-D36D-5FE3DE86585B}"/>
              </a:ext>
            </a:extLst>
          </p:cNvPr>
          <p:cNvSpPr/>
          <p:nvPr userDrawn="1"/>
        </p:nvSpPr>
        <p:spPr>
          <a:xfrm>
            <a:off x="15084675" y="4117023"/>
            <a:ext cx="338462" cy="338462"/>
          </a:xfrm>
          <a:prstGeom prst="ellipse">
            <a:avLst/>
          </a:prstGeom>
          <a:solidFill>
            <a:srgbClr val="D0BC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6B8753BD-AF76-9023-8F80-375A6A1E034C}"/>
              </a:ext>
            </a:extLst>
          </p:cNvPr>
          <p:cNvSpPr/>
          <p:nvPr userDrawn="1"/>
        </p:nvSpPr>
        <p:spPr>
          <a:xfrm>
            <a:off x="15584292" y="4117023"/>
            <a:ext cx="338462" cy="338462"/>
          </a:xfrm>
          <a:prstGeom prst="ellipse">
            <a:avLst/>
          </a:prstGeom>
          <a:solidFill>
            <a:srgbClr val="A17AB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FAA65B46-C5CB-2E3C-8C73-71CC48E77D5D}"/>
              </a:ext>
            </a:extLst>
          </p:cNvPr>
          <p:cNvSpPr/>
          <p:nvPr userDrawn="1"/>
        </p:nvSpPr>
        <p:spPr>
          <a:xfrm>
            <a:off x="16083909" y="4117023"/>
            <a:ext cx="338462" cy="338462"/>
          </a:xfrm>
          <a:prstGeom prst="ellipse">
            <a:avLst/>
          </a:prstGeom>
          <a:solidFill>
            <a:srgbClr val="3813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BDFE2051-4E04-BFC6-4D6D-A62F6E1E1C75}"/>
              </a:ext>
            </a:extLst>
          </p:cNvPr>
          <p:cNvSpPr/>
          <p:nvPr userDrawn="1"/>
        </p:nvSpPr>
        <p:spPr>
          <a:xfrm>
            <a:off x="16583525" y="4117023"/>
            <a:ext cx="338462" cy="338462"/>
          </a:xfrm>
          <a:prstGeom prst="ellipse">
            <a:avLst/>
          </a:prstGeom>
          <a:solidFill>
            <a:srgbClr val="250D3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9DC5A179-7B71-9009-7BC5-108607A457A4}"/>
              </a:ext>
            </a:extLst>
          </p:cNvPr>
          <p:cNvSpPr/>
          <p:nvPr userDrawn="1"/>
        </p:nvSpPr>
        <p:spPr>
          <a:xfrm>
            <a:off x="13959929" y="4652930"/>
            <a:ext cx="618392" cy="618392"/>
          </a:xfrm>
          <a:prstGeom prst="ellipse">
            <a:avLst/>
          </a:prstGeom>
          <a:solidFill>
            <a:srgbClr val="007B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5D9B26BE-E14F-A017-C96B-36B2272121B8}"/>
              </a:ext>
            </a:extLst>
          </p:cNvPr>
          <p:cNvSpPr/>
          <p:nvPr userDrawn="1"/>
        </p:nvSpPr>
        <p:spPr>
          <a:xfrm>
            <a:off x="15084675" y="4836963"/>
            <a:ext cx="338462" cy="338462"/>
          </a:xfrm>
          <a:prstGeom prst="ellipse">
            <a:avLst/>
          </a:prstGeom>
          <a:solidFill>
            <a:srgbClr val="B2D7E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F9716F92-5184-CFC9-71AD-BFEF8DE029C6}"/>
              </a:ext>
            </a:extLst>
          </p:cNvPr>
          <p:cNvSpPr/>
          <p:nvPr userDrawn="1"/>
        </p:nvSpPr>
        <p:spPr>
          <a:xfrm>
            <a:off x="15584292" y="4836963"/>
            <a:ext cx="338462" cy="338462"/>
          </a:xfrm>
          <a:prstGeom prst="ellipse">
            <a:avLst/>
          </a:prstGeom>
          <a:solidFill>
            <a:srgbClr val="66AF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235DF6F2-FDE6-324E-131C-73434948B792}"/>
              </a:ext>
            </a:extLst>
          </p:cNvPr>
          <p:cNvSpPr/>
          <p:nvPr userDrawn="1"/>
        </p:nvSpPr>
        <p:spPr>
          <a:xfrm>
            <a:off x="16083909" y="4836963"/>
            <a:ext cx="338462" cy="338462"/>
          </a:xfrm>
          <a:prstGeom prst="ellipse">
            <a:avLst/>
          </a:prstGeom>
          <a:solidFill>
            <a:srgbClr val="005C8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60A67C6A-1714-AFE0-A8BD-8C1943F1A86B}"/>
              </a:ext>
            </a:extLst>
          </p:cNvPr>
          <p:cNvSpPr/>
          <p:nvPr userDrawn="1"/>
        </p:nvSpPr>
        <p:spPr>
          <a:xfrm>
            <a:off x="16583525" y="4836963"/>
            <a:ext cx="338462" cy="338462"/>
          </a:xfrm>
          <a:prstGeom prst="ellipse">
            <a:avLst/>
          </a:prstGeom>
          <a:solidFill>
            <a:srgbClr val="003D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05E209E9-C407-F63E-FB71-6863ECBECEDF}"/>
              </a:ext>
            </a:extLst>
          </p:cNvPr>
          <p:cNvSpPr txBox="1"/>
          <p:nvPr userDrawn="1"/>
        </p:nvSpPr>
        <p:spPr>
          <a:xfrm>
            <a:off x="13920953" y="570792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 dirty="0"/>
              <a:t>Product Group Colors</a:t>
            </a:r>
          </a:p>
        </p:txBody>
      </p: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938F092C-651A-8CF4-F686-2E0E3301BC6F}"/>
              </a:ext>
            </a:extLst>
          </p:cNvPr>
          <p:cNvCxnSpPr>
            <a:cxnSpLocks/>
          </p:cNvCxnSpPr>
          <p:nvPr userDrawn="1"/>
        </p:nvCxnSpPr>
        <p:spPr>
          <a:xfrm>
            <a:off x="13920953" y="5583284"/>
            <a:ext cx="3109779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E0C0DD99-0082-B50C-F91E-E561FCF13F62}"/>
              </a:ext>
            </a:extLst>
          </p:cNvPr>
          <p:cNvCxnSpPr>
            <a:cxnSpLocks/>
          </p:cNvCxnSpPr>
          <p:nvPr userDrawn="1"/>
        </p:nvCxnSpPr>
        <p:spPr>
          <a:xfrm>
            <a:off x="13920953" y="0"/>
            <a:ext cx="907751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40FCEA22-D7DF-6C99-CA1D-090CD1F38718}"/>
              </a:ext>
            </a:extLst>
          </p:cNvPr>
          <p:cNvCxnSpPr>
            <a:cxnSpLocks/>
          </p:cNvCxnSpPr>
          <p:nvPr userDrawn="1"/>
        </p:nvCxnSpPr>
        <p:spPr>
          <a:xfrm>
            <a:off x="15040681" y="0"/>
            <a:ext cx="1963661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0555B1D1-229E-5B21-8E0A-3742ED15F48B}"/>
              </a:ext>
            </a:extLst>
          </p:cNvPr>
          <p:cNvSpPr/>
          <p:nvPr userDrawn="1"/>
        </p:nvSpPr>
        <p:spPr>
          <a:xfrm>
            <a:off x="14716831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 dirty="0">
                <a:solidFill>
                  <a:schemeClr val="tx1"/>
                </a:solidFill>
                <a:latin typeface="+mn-lt"/>
              </a:rPr>
              <a:t>BIG-IP Next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B68224D8-B9CF-D63D-3F6C-12037D0C3DEA}"/>
              </a:ext>
            </a:extLst>
          </p:cNvPr>
          <p:cNvSpPr/>
          <p:nvPr userDrawn="1"/>
        </p:nvSpPr>
        <p:spPr>
          <a:xfrm>
            <a:off x="14804987" y="6024739"/>
            <a:ext cx="338462" cy="338462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37FB0D3-2319-26F1-43EA-389B2DDE17D8}"/>
              </a:ext>
            </a:extLst>
          </p:cNvPr>
          <p:cNvSpPr/>
          <p:nvPr userDrawn="1"/>
        </p:nvSpPr>
        <p:spPr>
          <a:xfrm>
            <a:off x="13843869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 dirty="0">
                <a:solidFill>
                  <a:schemeClr val="tx1"/>
                </a:solidFill>
                <a:latin typeface="+mn-lt"/>
              </a:rPr>
              <a:t>Distributed Cloud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718A6EB-7918-4CC8-FC74-C33502EAAD21}"/>
              </a:ext>
            </a:extLst>
          </p:cNvPr>
          <p:cNvSpPr/>
          <p:nvPr userDrawn="1"/>
        </p:nvSpPr>
        <p:spPr>
          <a:xfrm>
            <a:off x="15568415" y="6388493"/>
            <a:ext cx="91440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000" kern="100" dirty="0">
                <a:solidFill>
                  <a:schemeClr val="tx1"/>
                </a:solidFill>
                <a:latin typeface="+mn-lt"/>
              </a:rPr>
              <a:t>BIG-IP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C8F97C5-E98B-18EC-CEF7-E802EF15EC71}"/>
              </a:ext>
            </a:extLst>
          </p:cNvPr>
          <p:cNvSpPr/>
          <p:nvPr userDrawn="1"/>
        </p:nvSpPr>
        <p:spPr>
          <a:xfrm>
            <a:off x="13916887" y="6024739"/>
            <a:ext cx="338462" cy="33846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F967909-A541-D1B3-E728-8BD37D464BBF}"/>
              </a:ext>
            </a:extLst>
          </p:cNvPr>
          <p:cNvSpPr/>
          <p:nvPr userDrawn="1"/>
        </p:nvSpPr>
        <p:spPr>
          <a:xfrm>
            <a:off x="15702617" y="6024739"/>
            <a:ext cx="338462" cy="33846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CA06DE6-0847-FEA1-EBC0-A24A0351B814}"/>
              </a:ext>
            </a:extLst>
          </p:cNvPr>
          <p:cNvSpPr/>
          <p:nvPr userDrawn="1"/>
        </p:nvSpPr>
        <p:spPr>
          <a:xfrm>
            <a:off x="16491659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 dirty="0">
                <a:solidFill>
                  <a:schemeClr val="tx1"/>
                </a:solidFill>
                <a:latin typeface="+mn-lt"/>
              </a:rPr>
              <a:t>NGINX 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2D63373-5783-6E64-EBAA-D26F34D6742B}"/>
              </a:ext>
            </a:extLst>
          </p:cNvPr>
          <p:cNvSpPr/>
          <p:nvPr userDrawn="1"/>
        </p:nvSpPr>
        <p:spPr>
          <a:xfrm>
            <a:off x="16590717" y="6024739"/>
            <a:ext cx="338462" cy="33846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7542577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: Black Pattern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: Shape 4">
            <a:extLst>
              <a:ext uri="{FF2B5EF4-FFF2-40B4-BE49-F238E27FC236}">
                <a16:creationId xmlns:a16="http://schemas.microsoft.com/office/drawing/2014/main" id="{29EAAB68-B983-729A-E37F-D0E4D2C2CCA5}"/>
              </a:ext>
            </a:extLst>
          </p:cNvPr>
          <p:cNvSpPr/>
          <p:nvPr userDrawn="1"/>
        </p:nvSpPr>
        <p:spPr>
          <a:xfrm>
            <a:off x="1346425" y="0"/>
            <a:ext cx="8939754" cy="6761018"/>
          </a:xfrm>
          <a:custGeom>
            <a:avLst/>
            <a:gdLst>
              <a:gd name="connsiteX0" fmla="*/ 1503815 w 8939754"/>
              <a:gd name="connsiteY0" fmla="*/ 0 h 6766560"/>
              <a:gd name="connsiteX1" fmla="*/ 7435940 w 8939754"/>
              <a:gd name="connsiteY1" fmla="*/ 0 h 6766560"/>
              <a:gd name="connsiteX2" fmla="*/ 7630557 w 8939754"/>
              <a:gd name="connsiteY2" fmla="*/ 176881 h 6766560"/>
              <a:gd name="connsiteX3" fmla="*/ 8939754 w 8939754"/>
              <a:gd name="connsiteY3" fmla="*/ 3337560 h 6766560"/>
              <a:gd name="connsiteX4" fmla="*/ 7475321 w 8939754"/>
              <a:gd name="connsiteY4" fmla="*/ 6646243 h 6766560"/>
              <a:gd name="connsiteX5" fmla="*/ 7336423 w 8939754"/>
              <a:gd name="connsiteY5" fmla="*/ 6766560 h 6766560"/>
              <a:gd name="connsiteX6" fmla="*/ 1603331 w 8939754"/>
              <a:gd name="connsiteY6" fmla="*/ 6766560 h 6766560"/>
              <a:gd name="connsiteX7" fmla="*/ 1464433 w 8939754"/>
              <a:gd name="connsiteY7" fmla="*/ 6646243 h 6766560"/>
              <a:gd name="connsiteX8" fmla="*/ 0 w 8939754"/>
              <a:gd name="connsiteY8" fmla="*/ 3337560 h 6766560"/>
              <a:gd name="connsiteX9" fmla="*/ 1309197 w 8939754"/>
              <a:gd name="connsiteY9" fmla="*/ 176881 h 67665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939754" h="6766560">
                <a:moveTo>
                  <a:pt x="1503815" y="0"/>
                </a:moveTo>
                <a:lnTo>
                  <a:pt x="7435940" y="0"/>
                </a:lnTo>
                <a:lnTo>
                  <a:pt x="7630557" y="176881"/>
                </a:lnTo>
                <a:cubicBezTo>
                  <a:pt x="8439446" y="985769"/>
                  <a:pt x="8939754" y="2103238"/>
                  <a:pt x="8939754" y="3337560"/>
                </a:cubicBezTo>
                <a:cubicBezTo>
                  <a:pt x="8939754" y="4649027"/>
                  <a:pt x="8374953" y="5828578"/>
                  <a:pt x="7475321" y="6646243"/>
                </a:cubicBezTo>
                <a:lnTo>
                  <a:pt x="7336423" y="6766560"/>
                </a:lnTo>
                <a:lnTo>
                  <a:pt x="1603331" y="6766560"/>
                </a:lnTo>
                <a:lnTo>
                  <a:pt x="1464433" y="6646243"/>
                </a:lnTo>
                <a:cubicBezTo>
                  <a:pt x="564801" y="5828578"/>
                  <a:pt x="0" y="4649027"/>
                  <a:pt x="0" y="3337560"/>
                </a:cubicBezTo>
                <a:cubicBezTo>
                  <a:pt x="0" y="2103238"/>
                  <a:pt x="500308" y="985769"/>
                  <a:pt x="1309197" y="176881"/>
                </a:cubicBezTo>
                <a:close/>
              </a:path>
            </a:pathLst>
          </a:custGeom>
          <a:solidFill>
            <a:srgbClr val="1D1D1D">
              <a:alpha val="92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US" kern="10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5C7F33C6-E926-91A7-9DA2-D69142C95716}"/>
              </a:ext>
            </a:extLst>
          </p:cNvPr>
          <p:cNvSpPr/>
          <p:nvPr userDrawn="1"/>
        </p:nvSpPr>
        <p:spPr>
          <a:xfrm>
            <a:off x="1" y="0"/>
            <a:ext cx="6929793" cy="6761018"/>
          </a:xfrm>
          <a:custGeom>
            <a:avLst/>
            <a:gdLst>
              <a:gd name="connsiteX0" fmla="*/ 0 w 6929793"/>
              <a:gd name="connsiteY0" fmla="*/ 0 h 6761018"/>
              <a:gd name="connsiteX1" fmla="*/ 5425979 w 6929793"/>
              <a:gd name="connsiteY1" fmla="*/ 0 h 6761018"/>
              <a:gd name="connsiteX2" fmla="*/ 5620596 w 6929793"/>
              <a:gd name="connsiteY2" fmla="*/ 176736 h 6761018"/>
              <a:gd name="connsiteX3" fmla="*/ 6929793 w 6929793"/>
              <a:gd name="connsiteY3" fmla="*/ 3334827 h 6761018"/>
              <a:gd name="connsiteX4" fmla="*/ 5465360 w 6929793"/>
              <a:gd name="connsiteY4" fmla="*/ 6640800 h 6761018"/>
              <a:gd name="connsiteX5" fmla="*/ 5326462 w 6929793"/>
              <a:gd name="connsiteY5" fmla="*/ 6761018 h 6761018"/>
              <a:gd name="connsiteX6" fmla="*/ 0 w 6929793"/>
              <a:gd name="connsiteY6" fmla="*/ 6761018 h 67610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929793" h="6761018">
                <a:moveTo>
                  <a:pt x="0" y="0"/>
                </a:moveTo>
                <a:lnTo>
                  <a:pt x="5425979" y="0"/>
                </a:lnTo>
                <a:lnTo>
                  <a:pt x="5620596" y="176736"/>
                </a:lnTo>
                <a:cubicBezTo>
                  <a:pt x="6429485" y="984962"/>
                  <a:pt x="6929793" y="2101516"/>
                  <a:pt x="6929793" y="3334827"/>
                </a:cubicBezTo>
                <a:cubicBezTo>
                  <a:pt x="6929793" y="4645220"/>
                  <a:pt x="6364992" y="5823804"/>
                  <a:pt x="5465360" y="6640800"/>
                </a:cubicBezTo>
                <a:lnTo>
                  <a:pt x="5326462" y="6761018"/>
                </a:lnTo>
                <a:lnTo>
                  <a:pt x="0" y="6761018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US" kern="100" err="1">
              <a:solidFill>
                <a:schemeClr val="bg1"/>
              </a:solidFill>
              <a:latin typeface="+mj-lt"/>
            </a:endParaRPr>
          </a:p>
        </p:txBody>
      </p:sp>
      <p:pic>
        <p:nvPicPr>
          <p:cNvPr id="2" name="updated logo" descr="Logo&#10;&#10;Description automatically generated">
            <a:extLst>
              <a:ext uri="{FF2B5EF4-FFF2-40B4-BE49-F238E27FC236}">
                <a16:creationId xmlns:a16="http://schemas.microsoft.com/office/drawing/2014/main" id="{772B347F-F7C5-F39C-2D59-19BAFA0C7B3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9899" y="471509"/>
            <a:ext cx="603504" cy="603504"/>
          </a:xfrm>
          <a:prstGeom prst="rect">
            <a:avLst/>
          </a:prstGeom>
        </p:spPr>
      </p:pic>
      <p:sp>
        <p:nvSpPr>
          <p:cNvPr id="22" name="Title 1">
            <a:extLst>
              <a:ext uri="{FF2B5EF4-FFF2-40B4-BE49-F238E27FC236}">
                <a16:creationId xmlns:a16="http://schemas.microsoft.com/office/drawing/2014/main" id="{898D6D05-97DF-4C74-8943-E0633B92DAB3}"/>
              </a:ext>
            </a:extLst>
          </p:cNvPr>
          <p:cNvSpPr>
            <a:spLocks noGrp="1"/>
          </p:cNvSpPr>
          <p:nvPr userDrawn="1">
            <p:ph type="ctrTitle"/>
          </p:nvPr>
        </p:nvSpPr>
        <p:spPr bwMode="black">
          <a:xfrm>
            <a:off x="457200" y="1143000"/>
            <a:ext cx="7970363" cy="2446038"/>
          </a:xfrm>
          <a:prstGeom prst="rect">
            <a:avLst/>
          </a:prstGeom>
        </p:spPr>
        <p:txBody>
          <a:bodyPr anchor="b"/>
          <a:lstStyle>
            <a:lvl1pPr algn="l">
              <a:defRPr sz="4800" spc="-130" baseline="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22F48ABA-D537-0BEA-5127-7333B84D859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57200" y="3933825"/>
            <a:ext cx="7970362" cy="1781175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600">
                <a:solidFill>
                  <a:schemeClr val="bg1"/>
                </a:solidFill>
                <a:latin typeface="+mj-lt"/>
              </a:defRPr>
            </a:lvl1pPr>
            <a:lvl2pPr marL="228600" indent="-228600">
              <a:lnSpc>
                <a:spcPct val="100000"/>
              </a:lnSpc>
              <a:spcBef>
                <a:spcPts val="0"/>
              </a:spcBef>
              <a:buFontTx/>
              <a:buNone/>
              <a:defRPr sz="1600">
                <a:solidFill>
                  <a:schemeClr val="bg1"/>
                </a:solidFill>
              </a:defRPr>
            </a:lvl2pPr>
            <a:lvl3pPr marL="457200" indent="-457200">
              <a:buFontTx/>
              <a:buNone/>
              <a:defRPr sz="1600">
                <a:solidFill>
                  <a:schemeClr val="bg1"/>
                </a:solidFill>
              </a:defRPr>
            </a:lvl3pPr>
            <a:lvl4pPr marL="685800" indent="-685800">
              <a:buFontTx/>
              <a:buNone/>
              <a:defRPr sz="1600">
                <a:solidFill>
                  <a:schemeClr val="bg1"/>
                </a:solidFill>
              </a:defRPr>
            </a:lvl4pPr>
            <a:lvl5pPr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17C84A8-0688-CEE1-300E-5D813C6F8FC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0" y="6763513"/>
            <a:ext cx="12192000" cy="9448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4979574-DBE3-4617-CBB2-BAA0216316E4}"/>
              </a:ext>
            </a:extLst>
          </p:cNvPr>
          <p:cNvSpPr txBox="1"/>
          <p:nvPr userDrawn="1"/>
        </p:nvSpPr>
        <p:spPr>
          <a:xfrm>
            <a:off x="13920953" y="10706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 dirty="0"/>
              <a:t>Primary palette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6933D01-3FDE-1354-B19F-15F44F107750}"/>
              </a:ext>
            </a:extLst>
          </p:cNvPr>
          <p:cNvSpPr/>
          <p:nvPr userDrawn="1"/>
        </p:nvSpPr>
        <p:spPr>
          <a:xfrm>
            <a:off x="13959929" y="377353"/>
            <a:ext cx="618392" cy="618392"/>
          </a:xfrm>
          <a:prstGeom prst="ellipse">
            <a:avLst/>
          </a:prstGeom>
          <a:solidFill>
            <a:srgbClr val="E400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7B2605C-AF36-CE54-CAD8-CD1D38C6690F}"/>
              </a:ext>
            </a:extLst>
          </p:cNvPr>
          <p:cNvSpPr/>
          <p:nvPr userDrawn="1"/>
        </p:nvSpPr>
        <p:spPr>
          <a:xfrm>
            <a:off x="15084675" y="517318"/>
            <a:ext cx="338462" cy="338462"/>
          </a:xfrm>
          <a:prstGeom prst="ellipse">
            <a:avLst/>
          </a:prstGeom>
          <a:solidFill>
            <a:srgbClr val="F7B2B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FF6D0F8-09A9-085F-96E5-2A75E734CD61}"/>
              </a:ext>
            </a:extLst>
          </p:cNvPr>
          <p:cNvSpPr/>
          <p:nvPr userDrawn="1"/>
        </p:nvSpPr>
        <p:spPr>
          <a:xfrm>
            <a:off x="15584292" y="517318"/>
            <a:ext cx="338462" cy="338462"/>
          </a:xfrm>
          <a:prstGeom prst="ellipse">
            <a:avLst/>
          </a:prstGeom>
          <a:solidFill>
            <a:srgbClr val="F066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2A86A13C-B208-D1B3-E791-CAE6A4E0EB5B}"/>
              </a:ext>
            </a:extLst>
          </p:cNvPr>
          <p:cNvSpPr/>
          <p:nvPr userDrawn="1"/>
        </p:nvSpPr>
        <p:spPr>
          <a:xfrm>
            <a:off x="16083909" y="517318"/>
            <a:ext cx="338462" cy="338462"/>
          </a:xfrm>
          <a:prstGeom prst="ellipse">
            <a:avLst/>
          </a:prstGeom>
          <a:solidFill>
            <a:srgbClr val="A7002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4C22E1A1-C5CE-642E-A6D3-A20BE1B795F3}"/>
              </a:ext>
            </a:extLst>
          </p:cNvPr>
          <p:cNvSpPr/>
          <p:nvPr userDrawn="1"/>
        </p:nvSpPr>
        <p:spPr>
          <a:xfrm>
            <a:off x="16583525" y="517318"/>
            <a:ext cx="338462" cy="338462"/>
          </a:xfrm>
          <a:prstGeom prst="ellipse">
            <a:avLst/>
          </a:prstGeom>
          <a:solidFill>
            <a:srgbClr val="72001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596D6E7-BB8E-392D-7682-C3979A489D82}"/>
              </a:ext>
            </a:extLst>
          </p:cNvPr>
          <p:cNvSpPr txBox="1"/>
          <p:nvPr userDrawn="1"/>
        </p:nvSpPr>
        <p:spPr>
          <a:xfrm>
            <a:off x="15053447" y="10706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 dirty="0"/>
              <a:t>Secondary palette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E7A449C1-8FFB-00E4-A9F2-871E1F0A5A3D}"/>
              </a:ext>
            </a:extLst>
          </p:cNvPr>
          <p:cNvSpPr/>
          <p:nvPr userDrawn="1"/>
        </p:nvSpPr>
        <p:spPr>
          <a:xfrm>
            <a:off x="13959929" y="1097294"/>
            <a:ext cx="618392" cy="618392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24E856F3-AB9C-206B-0199-82466B3209B1}"/>
              </a:ext>
            </a:extLst>
          </p:cNvPr>
          <p:cNvSpPr/>
          <p:nvPr userDrawn="1"/>
        </p:nvSpPr>
        <p:spPr>
          <a:xfrm>
            <a:off x="15084675" y="1237259"/>
            <a:ext cx="338462" cy="338462"/>
          </a:xfrm>
          <a:prstGeom prst="ellipse">
            <a:avLst/>
          </a:prstGeom>
          <a:solidFill>
            <a:srgbClr val="FBE1C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59BABC43-1101-FEA8-2521-A2ABDC83A614}"/>
              </a:ext>
            </a:extLst>
          </p:cNvPr>
          <p:cNvSpPr/>
          <p:nvPr userDrawn="1"/>
        </p:nvSpPr>
        <p:spPr>
          <a:xfrm>
            <a:off x="15584292" y="1237259"/>
            <a:ext cx="338462" cy="338462"/>
          </a:xfrm>
          <a:prstGeom prst="ellipse">
            <a:avLst/>
          </a:prstGeom>
          <a:solidFill>
            <a:srgbClr val="F7C2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DD447ECC-83E6-7D63-A665-3F545B11820D}"/>
              </a:ext>
            </a:extLst>
          </p:cNvPr>
          <p:cNvSpPr/>
          <p:nvPr userDrawn="1"/>
        </p:nvSpPr>
        <p:spPr>
          <a:xfrm>
            <a:off x="16083909" y="1237259"/>
            <a:ext cx="338462" cy="338462"/>
          </a:xfrm>
          <a:prstGeom prst="ellipse">
            <a:avLst/>
          </a:prstGeom>
          <a:solidFill>
            <a:srgbClr val="B2742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9105303C-8C91-F8EF-ADFB-8160177BE86B}"/>
              </a:ext>
            </a:extLst>
          </p:cNvPr>
          <p:cNvSpPr/>
          <p:nvPr userDrawn="1"/>
        </p:nvSpPr>
        <p:spPr>
          <a:xfrm>
            <a:off x="16583525" y="1237259"/>
            <a:ext cx="338462" cy="338462"/>
          </a:xfrm>
          <a:prstGeom prst="ellipse">
            <a:avLst/>
          </a:prstGeom>
          <a:solidFill>
            <a:srgbClr val="794D1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DC11CADE-5541-4DF5-6D9C-C5434D278583}"/>
              </a:ext>
            </a:extLst>
          </p:cNvPr>
          <p:cNvSpPr/>
          <p:nvPr userDrawn="1"/>
        </p:nvSpPr>
        <p:spPr>
          <a:xfrm>
            <a:off x="13959929" y="1817235"/>
            <a:ext cx="618392" cy="6183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9BA1A975-ECF0-AAEC-80AD-517E2CF75B6C}"/>
              </a:ext>
            </a:extLst>
          </p:cNvPr>
          <p:cNvSpPr/>
          <p:nvPr userDrawn="1"/>
        </p:nvSpPr>
        <p:spPr>
          <a:xfrm>
            <a:off x="15084675" y="1957200"/>
            <a:ext cx="338462" cy="338462"/>
          </a:xfrm>
          <a:prstGeom prst="ellipse">
            <a:avLst/>
          </a:prstGeom>
          <a:solidFill>
            <a:srgbClr val="B7C6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DA25D458-6994-8457-0DAB-6D78805B0889}"/>
              </a:ext>
            </a:extLst>
          </p:cNvPr>
          <p:cNvSpPr/>
          <p:nvPr userDrawn="1"/>
        </p:nvSpPr>
        <p:spPr>
          <a:xfrm>
            <a:off x="15584292" y="1957200"/>
            <a:ext cx="338462" cy="338462"/>
          </a:xfrm>
          <a:prstGeom prst="ellipse">
            <a:avLst/>
          </a:prstGeom>
          <a:solidFill>
            <a:srgbClr val="6E8D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EDA0C2A7-0626-6EA4-CB4C-3212B889EBD8}"/>
              </a:ext>
            </a:extLst>
          </p:cNvPr>
          <p:cNvSpPr/>
          <p:nvPr userDrawn="1"/>
        </p:nvSpPr>
        <p:spPr>
          <a:xfrm>
            <a:off x="16083909" y="1957200"/>
            <a:ext cx="338462" cy="338462"/>
          </a:xfrm>
          <a:prstGeom prst="ellipse">
            <a:avLst/>
          </a:prstGeom>
          <a:solidFill>
            <a:srgbClr val="0B31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3BB68E7F-4F90-3584-BAD9-C2D30DC91715}"/>
              </a:ext>
            </a:extLst>
          </p:cNvPr>
          <p:cNvSpPr/>
          <p:nvPr userDrawn="1"/>
        </p:nvSpPr>
        <p:spPr>
          <a:xfrm>
            <a:off x="16583525" y="1957200"/>
            <a:ext cx="338462" cy="338462"/>
          </a:xfrm>
          <a:prstGeom prst="ellipse">
            <a:avLst/>
          </a:prstGeom>
          <a:solidFill>
            <a:srgbClr val="07215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518BBCC1-8EF2-3F37-35B8-65657C135669}"/>
              </a:ext>
            </a:extLst>
          </p:cNvPr>
          <p:cNvSpPr/>
          <p:nvPr userDrawn="1"/>
        </p:nvSpPr>
        <p:spPr>
          <a:xfrm>
            <a:off x="13959929" y="2537176"/>
            <a:ext cx="618392" cy="618392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A455D5A2-0446-BAC3-D537-DE0B405AB2CC}"/>
              </a:ext>
            </a:extLst>
          </p:cNvPr>
          <p:cNvSpPr/>
          <p:nvPr userDrawn="1"/>
        </p:nvSpPr>
        <p:spPr>
          <a:xfrm>
            <a:off x="15084675" y="2677141"/>
            <a:ext cx="338462" cy="338462"/>
          </a:xfrm>
          <a:prstGeom prst="ellipse">
            <a:avLst/>
          </a:prstGeom>
          <a:solidFill>
            <a:srgbClr val="E6BE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7CD7C563-8F52-FAFF-806F-56A129A1B400}"/>
              </a:ext>
            </a:extLst>
          </p:cNvPr>
          <p:cNvSpPr/>
          <p:nvPr userDrawn="1"/>
        </p:nvSpPr>
        <p:spPr>
          <a:xfrm>
            <a:off x="15584292" y="2677141"/>
            <a:ext cx="338462" cy="338462"/>
          </a:xfrm>
          <a:prstGeom prst="ellipse">
            <a:avLst/>
          </a:prstGeom>
          <a:solidFill>
            <a:srgbClr val="CD7DB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D24C18C3-2834-0A1B-7DE6-4E8AA9E076CA}"/>
              </a:ext>
            </a:extLst>
          </p:cNvPr>
          <p:cNvSpPr/>
          <p:nvPr userDrawn="1"/>
        </p:nvSpPr>
        <p:spPr>
          <a:xfrm>
            <a:off x="16083909" y="2677141"/>
            <a:ext cx="338462" cy="338462"/>
          </a:xfrm>
          <a:prstGeom prst="ellipse">
            <a:avLst/>
          </a:prstGeom>
          <a:solidFill>
            <a:srgbClr val="801D6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BC30C5F0-53A6-7FFF-4834-A030D900BF1A}"/>
              </a:ext>
            </a:extLst>
          </p:cNvPr>
          <p:cNvSpPr/>
          <p:nvPr userDrawn="1"/>
        </p:nvSpPr>
        <p:spPr>
          <a:xfrm>
            <a:off x="16583525" y="2677141"/>
            <a:ext cx="338462" cy="338462"/>
          </a:xfrm>
          <a:prstGeom prst="ellipse">
            <a:avLst/>
          </a:prstGeom>
          <a:solidFill>
            <a:srgbClr val="5614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272AC02E-E901-DFB8-0E1B-ED6C381C5FB7}"/>
              </a:ext>
            </a:extLst>
          </p:cNvPr>
          <p:cNvSpPr/>
          <p:nvPr userDrawn="1"/>
        </p:nvSpPr>
        <p:spPr>
          <a:xfrm>
            <a:off x="13959929" y="3257117"/>
            <a:ext cx="618392" cy="61839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FB98464C-3117-19A7-24CC-D30E05D0DE72}"/>
              </a:ext>
            </a:extLst>
          </p:cNvPr>
          <p:cNvSpPr/>
          <p:nvPr userDrawn="1"/>
        </p:nvSpPr>
        <p:spPr>
          <a:xfrm>
            <a:off x="15084675" y="3397082"/>
            <a:ext cx="338462" cy="338462"/>
          </a:xfrm>
          <a:prstGeom prst="ellipse">
            <a:avLst/>
          </a:prstGeom>
          <a:solidFill>
            <a:srgbClr val="B2DFC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51177DF5-A723-9455-67E4-30549933B507}"/>
              </a:ext>
            </a:extLst>
          </p:cNvPr>
          <p:cNvSpPr/>
          <p:nvPr userDrawn="1"/>
        </p:nvSpPr>
        <p:spPr>
          <a:xfrm>
            <a:off x="15584292" y="3397082"/>
            <a:ext cx="338462" cy="338462"/>
          </a:xfrm>
          <a:prstGeom prst="ellipse">
            <a:avLst/>
          </a:prstGeom>
          <a:solidFill>
            <a:srgbClr val="66C0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AC3E859E-8983-2989-F353-782CB941285B}"/>
              </a:ext>
            </a:extLst>
          </p:cNvPr>
          <p:cNvSpPr/>
          <p:nvPr userDrawn="1"/>
        </p:nvSpPr>
        <p:spPr>
          <a:xfrm>
            <a:off x="16083909" y="3397082"/>
            <a:ext cx="338462" cy="338462"/>
          </a:xfrm>
          <a:prstGeom prst="ellipse">
            <a:avLst/>
          </a:prstGeom>
          <a:solidFill>
            <a:srgbClr val="0071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5FA993CE-D1E4-2B27-F284-875CBC869B6A}"/>
              </a:ext>
            </a:extLst>
          </p:cNvPr>
          <p:cNvSpPr/>
          <p:nvPr userDrawn="1"/>
        </p:nvSpPr>
        <p:spPr>
          <a:xfrm>
            <a:off x="16583525" y="3397082"/>
            <a:ext cx="338462" cy="338462"/>
          </a:xfrm>
          <a:prstGeom prst="ellipse">
            <a:avLst/>
          </a:prstGeom>
          <a:solidFill>
            <a:srgbClr val="004B1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3B40C4FD-80BD-AF65-76BA-465CAAAB0766}"/>
              </a:ext>
            </a:extLst>
          </p:cNvPr>
          <p:cNvSpPr/>
          <p:nvPr userDrawn="1"/>
        </p:nvSpPr>
        <p:spPr>
          <a:xfrm>
            <a:off x="13959929" y="3977058"/>
            <a:ext cx="618392" cy="6183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85" name="Oval 84">
            <a:extLst>
              <a:ext uri="{FF2B5EF4-FFF2-40B4-BE49-F238E27FC236}">
                <a16:creationId xmlns:a16="http://schemas.microsoft.com/office/drawing/2014/main" id="{C862B9D8-8C2F-659B-6177-BBFE6C5093A6}"/>
              </a:ext>
            </a:extLst>
          </p:cNvPr>
          <p:cNvSpPr/>
          <p:nvPr userDrawn="1"/>
        </p:nvSpPr>
        <p:spPr>
          <a:xfrm>
            <a:off x="15084675" y="4117023"/>
            <a:ext cx="338462" cy="338462"/>
          </a:xfrm>
          <a:prstGeom prst="ellipse">
            <a:avLst/>
          </a:prstGeom>
          <a:solidFill>
            <a:srgbClr val="D0BC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8115B2B2-C4D5-3306-556E-2B5080CDE56B}"/>
              </a:ext>
            </a:extLst>
          </p:cNvPr>
          <p:cNvSpPr/>
          <p:nvPr userDrawn="1"/>
        </p:nvSpPr>
        <p:spPr>
          <a:xfrm>
            <a:off x="15584292" y="4117023"/>
            <a:ext cx="338462" cy="338462"/>
          </a:xfrm>
          <a:prstGeom prst="ellipse">
            <a:avLst/>
          </a:prstGeom>
          <a:solidFill>
            <a:srgbClr val="A17AB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A36C393B-D87A-C0EB-FB02-9D16E8FFEA75}"/>
              </a:ext>
            </a:extLst>
          </p:cNvPr>
          <p:cNvSpPr/>
          <p:nvPr userDrawn="1"/>
        </p:nvSpPr>
        <p:spPr>
          <a:xfrm>
            <a:off x="16083909" y="4117023"/>
            <a:ext cx="338462" cy="338462"/>
          </a:xfrm>
          <a:prstGeom prst="ellipse">
            <a:avLst/>
          </a:prstGeom>
          <a:solidFill>
            <a:srgbClr val="3813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F8188CE3-0834-80C3-C7AA-4D268F5E23BC}"/>
              </a:ext>
            </a:extLst>
          </p:cNvPr>
          <p:cNvSpPr/>
          <p:nvPr userDrawn="1"/>
        </p:nvSpPr>
        <p:spPr>
          <a:xfrm>
            <a:off x="16583525" y="4117023"/>
            <a:ext cx="338462" cy="338462"/>
          </a:xfrm>
          <a:prstGeom prst="ellipse">
            <a:avLst/>
          </a:prstGeom>
          <a:solidFill>
            <a:srgbClr val="250D3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D56C2011-C1A2-4603-D755-E5FAAFF251B4}"/>
              </a:ext>
            </a:extLst>
          </p:cNvPr>
          <p:cNvSpPr/>
          <p:nvPr userDrawn="1"/>
        </p:nvSpPr>
        <p:spPr>
          <a:xfrm>
            <a:off x="13959929" y="4652930"/>
            <a:ext cx="618392" cy="618392"/>
          </a:xfrm>
          <a:prstGeom prst="ellipse">
            <a:avLst/>
          </a:prstGeom>
          <a:solidFill>
            <a:srgbClr val="007B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0FF6D801-18B3-4618-105A-28AA31CD858E}"/>
              </a:ext>
            </a:extLst>
          </p:cNvPr>
          <p:cNvSpPr/>
          <p:nvPr userDrawn="1"/>
        </p:nvSpPr>
        <p:spPr>
          <a:xfrm>
            <a:off x="15084675" y="4836963"/>
            <a:ext cx="338462" cy="338462"/>
          </a:xfrm>
          <a:prstGeom prst="ellipse">
            <a:avLst/>
          </a:prstGeom>
          <a:solidFill>
            <a:srgbClr val="B2D7E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5765A830-65AF-BA06-4F34-C436718FA4FB}"/>
              </a:ext>
            </a:extLst>
          </p:cNvPr>
          <p:cNvSpPr/>
          <p:nvPr userDrawn="1"/>
        </p:nvSpPr>
        <p:spPr>
          <a:xfrm>
            <a:off x="15584292" y="4836963"/>
            <a:ext cx="338462" cy="338462"/>
          </a:xfrm>
          <a:prstGeom prst="ellipse">
            <a:avLst/>
          </a:prstGeom>
          <a:solidFill>
            <a:srgbClr val="66AF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D48795FB-7A2C-1D2D-5797-14E62DCFDFDB}"/>
              </a:ext>
            </a:extLst>
          </p:cNvPr>
          <p:cNvSpPr/>
          <p:nvPr userDrawn="1"/>
        </p:nvSpPr>
        <p:spPr>
          <a:xfrm>
            <a:off x="16083909" y="4836963"/>
            <a:ext cx="338462" cy="338462"/>
          </a:xfrm>
          <a:prstGeom prst="ellipse">
            <a:avLst/>
          </a:prstGeom>
          <a:solidFill>
            <a:srgbClr val="005C8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1F23C6CF-16CF-E253-0577-9FBF21670F6A}"/>
              </a:ext>
            </a:extLst>
          </p:cNvPr>
          <p:cNvSpPr/>
          <p:nvPr userDrawn="1"/>
        </p:nvSpPr>
        <p:spPr>
          <a:xfrm>
            <a:off x="16583525" y="4836963"/>
            <a:ext cx="338462" cy="338462"/>
          </a:xfrm>
          <a:prstGeom prst="ellipse">
            <a:avLst/>
          </a:prstGeom>
          <a:solidFill>
            <a:srgbClr val="003D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AD731BB5-92A1-DCD5-2D49-EEA159DFF1D1}"/>
              </a:ext>
            </a:extLst>
          </p:cNvPr>
          <p:cNvSpPr txBox="1"/>
          <p:nvPr userDrawn="1"/>
        </p:nvSpPr>
        <p:spPr>
          <a:xfrm>
            <a:off x="13920953" y="570792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 dirty="0"/>
              <a:t>Product Group Colors</a:t>
            </a:r>
          </a:p>
        </p:txBody>
      </p: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0CF69FD9-9B45-309A-077E-6298CA772ACD}"/>
              </a:ext>
            </a:extLst>
          </p:cNvPr>
          <p:cNvCxnSpPr>
            <a:cxnSpLocks/>
          </p:cNvCxnSpPr>
          <p:nvPr userDrawn="1"/>
        </p:nvCxnSpPr>
        <p:spPr>
          <a:xfrm>
            <a:off x="13920953" y="5583284"/>
            <a:ext cx="3109779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39CA517B-B8D6-B29D-17C4-D30C7D6FF401}"/>
              </a:ext>
            </a:extLst>
          </p:cNvPr>
          <p:cNvCxnSpPr>
            <a:cxnSpLocks/>
          </p:cNvCxnSpPr>
          <p:nvPr userDrawn="1"/>
        </p:nvCxnSpPr>
        <p:spPr>
          <a:xfrm>
            <a:off x="13920953" y="0"/>
            <a:ext cx="907751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8D195AAF-865A-3733-0A14-4B13B71FB3F7}"/>
              </a:ext>
            </a:extLst>
          </p:cNvPr>
          <p:cNvCxnSpPr>
            <a:cxnSpLocks/>
          </p:cNvCxnSpPr>
          <p:nvPr userDrawn="1"/>
        </p:nvCxnSpPr>
        <p:spPr>
          <a:xfrm>
            <a:off x="15040681" y="0"/>
            <a:ext cx="1963661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Rectangle 97">
            <a:extLst>
              <a:ext uri="{FF2B5EF4-FFF2-40B4-BE49-F238E27FC236}">
                <a16:creationId xmlns:a16="http://schemas.microsoft.com/office/drawing/2014/main" id="{AFDAA606-1405-0F78-FA22-1F8470E8AC08}"/>
              </a:ext>
            </a:extLst>
          </p:cNvPr>
          <p:cNvSpPr/>
          <p:nvPr userDrawn="1"/>
        </p:nvSpPr>
        <p:spPr>
          <a:xfrm>
            <a:off x="14716831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 dirty="0">
                <a:solidFill>
                  <a:schemeClr val="tx1"/>
                </a:solidFill>
                <a:latin typeface="+mn-lt"/>
              </a:rPr>
              <a:t>BIG-IP Next</a:t>
            </a:r>
          </a:p>
        </p:txBody>
      </p:sp>
      <p:sp>
        <p:nvSpPr>
          <p:cNvPr id="99" name="Oval 98">
            <a:extLst>
              <a:ext uri="{FF2B5EF4-FFF2-40B4-BE49-F238E27FC236}">
                <a16:creationId xmlns:a16="http://schemas.microsoft.com/office/drawing/2014/main" id="{C7969522-47E3-FF30-CE16-7C802E77F8CD}"/>
              </a:ext>
            </a:extLst>
          </p:cNvPr>
          <p:cNvSpPr/>
          <p:nvPr userDrawn="1"/>
        </p:nvSpPr>
        <p:spPr>
          <a:xfrm>
            <a:off x="14804987" y="6024739"/>
            <a:ext cx="338462" cy="338462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E5A99C1D-0D0F-BA7D-493E-91875B974DC4}"/>
              </a:ext>
            </a:extLst>
          </p:cNvPr>
          <p:cNvSpPr/>
          <p:nvPr userDrawn="1"/>
        </p:nvSpPr>
        <p:spPr>
          <a:xfrm>
            <a:off x="13843869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 dirty="0">
                <a:solidFill>
                  <a:schemeClr val="tx1"/>
                </a:solidFill>
                <a:latin typeface="+mn-lt"/>
              </a:rPr>
              <a:t>Distributed Cloud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D93CC254-8976-CB8E-6D2F-72180B211160}"/>
              </a:ext>
            </a:extLst>
          </p:cNvPr>
          <p:cNvSpPr/>
          <p:nvPr userDrawn="1"/>
        </p:nvSpPr>
        <p:spPr>
          <a:xfrm>
            <a:off x="15568415" y="6388493"/>
            <a:ext cx="91440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000" kern="100" dirty="0">
                <a:solidFill>
                  <a:schemeClr val="tx1"/>
                </a:solidFill>
                <a:latin typeface="+mn-lt"/>
              </a:rPr>
              <a:t>BIG-IP</a:t>
            </a:r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31854489-69EF-C459-B351-F5057FD2F403}"/>
              </a:ext>
            </a:extLst>
          </p:cNvPr>
          <p:cNvSpPr/>
          <p:nvPr userDrawn="1"/>
        </p:nvSpPr>
        <p:spPr>
          <a:xfrm>
            <a:off x="13916887" y="6024739"/>
            <a:ext cx="338462" cy="33846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49DB4412-F58C-EFB8-12EA-0EA92511CA7C}"/>
              </a:ext>
            </a:extLst>
          </p:cNvPr>
          <p:cNvSpPr/>
          <p:nvPr userDrawn="1"/>
        </p:nvSpPr>
        <p:spPr>
          <a:xfrm>
            <a:off x="15702617" y="6024739"/>
            <a:ext cx="338462" cy="33846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D3337016-AD60-95EC-647F-F0872DDD2AC4}"/>
              </a:ext>
            </a:extLst>
          </p:cNvPr>
          <p:cNvSpPr/>
          <p:nvPr userDrawn="1"/>
        </p:nvSpPr>
        <p:spPr>
          <a:xfrm>
            <a:off x="16491659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 dirty="0">
                <a:solidFill>
                  <a:schemeClr val="tx1"/>
                </a:solidFill>
                <a:latin typeface="+mn-lt"/>
              </a:rPr>
              <a:t>NGINX </a:t>
            </a:r>
          </a:p>
        </p:txBody>
      </p:sp>
      <p:sp>
        <p:nvSpPr>
          <p:cNvPr id="105" name="Oval 104">
            <a:extLst>
              <a:ext uri="{FF2B5EF4-FFF2-40B4-BE49-F238E27FC236}">
                <a16:creationId xmlns:a16="http://schemas.microsoft.com/office/drawing/2014/main" id="{F5EC3FA6-5858-07D1-784F-DEE436F1A46D}"/>
              </a:ext>
            </a:extLst>
          </p:cNvPr>
          <p:cNvSpPr/>
          <p:nvPr userDrawn="1"/>
        </p:nvSpPr>
        <p:spPr>
          <a:xfrm>
            <a:off x="16590717" y="6024739"/>
            <a:ext cx="338462" cy="33846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4181548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Slide: Black Solid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1">
            <a:extLst>
              <a:ext uri="{FF2B5EF4-FFF2-40B4-BE49-F238E27FC236}">
                <a16:creationId xmlns:a16="http://schemas.microsoft.com/office/drawing/2014/main" id="{898D6D05-97DF-4C74-8943-E0633B92DAB3}"/>
              </a:ext>
            </a:extLst>
          </p:cNvPr>
          <p:cNvSpPr>
            <a:spLocks noGrp="1"/>
          </p:cNvSpPr>
          <p:nvPr userDrawn="1">
            <p:ph type="ctrTitle"/>
          </p:nvPr>
        </p:nvSpPr>
        <p:spPr bwMode="black">
          <a:xfrm>
            <a:off x="457200" y="1143000"/>
            <a:ext cx="7970363" cy="2446038"/>
          </a:xfrm>
          <a:prstGeom prst="rect">
            <a:avLst/>
          </a:prstGeom>
        </p:spPr>
        <p:txBody>
          <a:bodyPr anchor="b"/>
          <a:lstStyle>
            <a:lvl1pPr algn="l">
              <a:defRPr sz="4800" spc="-130" baseline="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C4FDFB-D8B5-4D90-9CC9-76F699041481}"/>
              </a:ext>
            </a:extLst>
          </p:cNvPr>
          <p:cNvSpPr>
            <a:spLocks noGrp="1"/>
          </p:cNvSpPr>
          <p:nvPr userDrawn="1">
            <p:ph type="body" sz="quarter" idx="11"/>
          </p:nvPr>
        </p:nvSpPr>
        <p:spPr>
          <a:xfrm>
            <a:off x="457200" y="3933825"/>
            <a:ext cx="7970362" cy="1781175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600">
                <a:solidFill>
                  <a:schemeClr val="bg1"/>
                </a:solidFill>
                <a:latin typeface="+mj-lt"/>
              </a:defRPr>
            </a:lvl1pPr>
            <a:lvl2pPr marL="228600" indent="-228600">
              <a:lnSpc>
                <a:spcPct val="100000"/>
              </a:lnSpc>
              <a:spcBef>
                <a:spcPts val="0"/>
              </a:spcBef>
              <a:buFontTx/>
              <a:buNone/>
              <a:defRPr sz="1600">
                <a:solidFill>
                  <a:schemeClr val="bg1"/>
                </a:solidFill>
              </a:defRPr>
            </a:lvl2pPr>
            <a:lvl3pPr marL="457200" indent="-457200">
              <a:buFontTx/>
              <a:buNone/>
              <a:defRPr sz="1600">
                <a:solidFill>
                  <a:schemeClr val="bg1"/>
                </a:solidFill>
              </a:defRPr>
            </a:lvl3pPr>
            <a:lvl4pPr marL="685800" indent="-685800">
              <a:buFontTx/>
              <a:buNone/>
              <a:defRPr sz="1600">
                <a:solidFill>
                  <a:schemeClr val="bg1"/>
                </a:solidFill>
              </a:defRPr>
            </a:lvl4pPr>
            <a:lvl5pPr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CA06DE6-0847-FEA1-EBC0-A24A0351B814}"/>
              </a:ext>
            </a:extLst>
          </p:cNvPr>
          <p:cNvSpPr/>
          <p:nvPr userDrawn="1"/>
        </p:nvSpPr>
        <p:spPr>
          <a:xfrm>
            <a:off x="16491659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 dirty="0">
                <a:solidFill>
                  <a:schemeClr val="tx1"/>
                </a:solidFill>
                <a:latin typeface="+mn-lt"/>
              </a:rPr>
              <a:t>NGINX </a:t>
            </a:r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FC0601B9-E0E3-11CB-7D09-12D123C3E4F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899" y="457217"/>
            <a:ext cx="1371600" cy="22058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9B2C704-F0E6-0DE5-57C8-26D00204246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57200" y="6143812"/>
            <a:ext cx="1101452" cy="436384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D340C702-4C17-1CD6-00E0-D35D9B8E9C5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r="39007"/>
          <a:stretch/>
        </p:blipFill>
        <p:spPr>
          <a:xfrm>
            <a:off x="8060265" y="457201"/>
            <a:ext cx="4131736" cy="594359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95C549B-1EDB-37F4-E92A-32B468CCAFEE}"/>
              </a:ext>
            </a:extLst>
          </p:cNvPr>
          <p:cNvSpPr txBox="1"/>
          <p:nvPr userDrawn="1"/>
        </p:nvSpPr>
        <p:spPr>
          <a:xfrm>
            <a:off x="13920953" y="10706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 dirty="0"/>
              <a:t>Primary palette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49602DAF-1B46-883B-23AD-8FCAC82FDB67}"/>
              </a:ext>
            </a:extLst>
          </p:cNvPr>
          <p:cNvSpPr/>
          <p:nvPr userDrawn="1"/>
        </p:nvSpPr>
        <p:spPr>
          <a:xfrm>
            <a:off x="13959929" y="377353"/>
            <a:ext cx="618392" cy="618392"/>
          </a:xfrm>
          <a:prstGeom prst="ellipse">
            <a:avLst/>
          </a:prstGeom>
          <a:solidFill>
            <a:srgbClr val="E400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A25D5629-668F-1134-E1B6-0B6EAAFA487D}"/>
              </a:ext>
            </a:extLst>
          </p:cNvPr>
          <p:cNvSpPr/>
          <p:nvPr userDrawn="1"/>
        </p:nvSpPr>
        <p:spPr>
          <a:xfrm>
            <a:off x="15084675" y="517318"/>
            <a:ext cx="338462" cy="338462"/>
          </a:xfrm>
          <a:prstGeom prst="ellipse">
            <a:avLst/>
          </a:prstGeom>
          <a:solidFill>
            <a:srgbClr val="F7B2B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5C1379C6-4ABB-4449-2E93-B451B5EDCF6D}"/>
              </a:ext>
            </a:extLst>
          </p:cNvPr>
          <p:cNvSpPr/>
          <p:nvPr userDrawn="1"/>
        </p:nvSpPr>
        <p:spPr>
          <a:xfrm>
            <a:off x="15584292" y="517318"/>
            <a:ext cx="338462" cy="338462"/>
          </a:xfrm>
          <a:prstGeom prst="ellipse">
            <a:avLst/>
          </a:prstGeom>
          <a:solidFill>
            <a:srgbClr val="F066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82439603-BCF3-67B6-F20A-0F1BCE6AEDDB}"/>
              </a:ext>
            </a:extLst>
          </p:cNvPr>
          <p:cNvSpPr/>
          <p:nvPr userDrawn="1"/>
        </p:nvSpPr>
        <p:spPr>
          <a:xfrm>
            <a:off x="16083909" y="517318"/>
            <a:ext cx="338462" cy="338462"/>
          </a:xfrm>
          <a:prstGeom prst="ellipse">
            <a:avLst/>
          </a:prstGeom>
          <a:solidFill>
            <a:srgbClr val="A7002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4CA3330C-F6FE-C27E-3A03-FA26631510E2}"/>
              </a:ext>
            </a:extLst>
          </p:cNvPr>
          <p:cNvSpPr/>
          <p:nvPr userDrawn="1"/>
        </p:nvSpPr>
        <p:spPr>
          <a:xfrm>
            <a:off x="16583525" y="517318"/>
            <a:ext cx="338462" cy="338462"/>
          </a:xfrm>
          <a:prstGeom prst="ellipse">
            <a:avLst/>
          </a:prstGeom>
          <a:solidFill>
            <a:srgbClr val="72001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1BB8F39-F567-D494-D40E-CBFA864928E2}"/>
              </a:ext>
            </a:extLst>
          </p:cNvPr>
          <p:cNvSpPr txBox="1"/>
          <p:nvPr userDrawn="1"/>
        </p:nvSpPr>
        <p:spPr>
          <a:xfrm>
            <a:off x="15053447" y="10706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 dirty="0"/>
              <a:t>Secondary palette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19D4C27D-01AC-8783-35EA-A5D96F78092E}"/>
              </a:ext>
            </a:extLst>
          </p:cNvPr>
          <p:cNvSpPr/>
          <p:nvPr userDrawn="1"/>
        </p:nvSpPr>
        <p:spPr>
          <a:xfrm>
            <a:off x="13959929" y="1097294"/>
            <a:ext cx="618392" cy="618392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5C1D0CD0-7A73-A8F0-AF6C-C71ED9B24B89}"/>
              </a:ext>
            </a:extLst>
          </p:cNvPr>
          <p:cNvSpPr/>
          <p:nvPr userDrawn="1"/>
        </p:nvSpPr>
        <p:spPr>
          <a:xfrm>
            <a:off x="15084675" y="1237259"/>
            <a:ext cx="338462" cy="338462"/>
          </a:xfrm>
          <a:prstGeom prst="ellipse">
            <a:avLst/>
          </a:prstGeom>
          <a:solidFill>
            <a:srgbClr val="FBE1C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E7723F50-3431-B7A7-DD2D-DB515C0A383C}"/>
              </a:ext>
            </a:extLst>
          </p:cNvPr>
          <p:cNvSpPr/>
          <p:nvPr userDrawn="1"/>
        </p:nvSpPr>
        <p:spPr>
          <a:xfrm>
            <a:off x="15584292" y="1237259"/>
            <a:ext cx="338462" cy="338462"/>
          </a:xfrm>
          <a:prstGeom prst="ellipse">
            <a:avLst/>
          </a:prstGeom>
          <a:solidFill>
            <a:srgbClr val="F7C2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6988E324-4302-CA26-E28A-2D7010437889}"/>
              </a:ext>
            </a:extLst>
          </p:cNvPr>
          <p:cNvSpPr/>
          <p:nvPr userDrawn="1"/>
        </p:nvSpPr>
        <p:spPr>
          <a:xfrm>
            <a:off x="16083909" y="1237259"/>
            <a:ext cx="338462" cy="338462"/>
          </a:xfrm>
          <a:prstGeom prst="ellipse">
            <a:avLst/>
          </a:prstGeom>
          <a:solidFill>
            <a:srgbClr val="B2742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D5012F17-AA2F-2BD3-B51D-9DB86C4B021C}"/>
              </a:ext>
            </a:extLst>
          </p:cNvPr>
          <p:cNvSpPr/>
          <p:nvPr userDrawn="1"/>
        </p:nvSpPr>
        <p:spPr>
          <a:xfrm>
            <a:off x="16583525" y="1237259"/>
            <a:ext cx="338462" cy="338462"/>
          </a:xfrm>
          <a:prstGeom prst="ellipse">
            <a:avLst/>
          </a:prstGeom>
          <a:solidFill>
            <a:srgbClr val="794D1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49A21898-67A6-C5AE-827F-BE6ABFFC9681}"/>
              </a:ext>
            </a:extLst>
          </p:cNvPr>
          <p:cNvSpPr/>
          <p:nvPr userDrawn="1"/>
        </p:nvSpPr>
        <p:spPr>
          <a:xfrm>
            <a:off x="13959929" y="1817235"/>
            <a:ext cx="618392" cy="6183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8BD63BB1-6BBB-0F09-2D40-1814A855595C}"/>
              </a:ext>
            </a:extLst>
          </p:cNvPr>
          <p:cNvSpPr/>
          <p:nvPr userDrawn="1"/>
        </p:nvSpPr>
        <p:spPr>
          <a:xfrm>
            <a:off x="15084675" y="1957200"/>
            <a:ext cx="338462" cy="338462"/>
          </a:xfrm>
          <a:prstGeom prst="ellipse">
            <a:avLst/>
          </a:prstGeom>
          <a:solidFill>
            <a:srgbClr val="B7C6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8B58F191-3D63-046A-31A3-450E1C961A47}"/>
              </a:ext>
            </a:extLst>
          </p:cNvPr>
          <p:cNvSpPr/>
          <p:nvPr userDrawn="1"/>
        </p:nvSpPr>
        <p:spPr>
          <a:xfrm>
            <a:off x="15584292" y="1957200"/>
            <a:ext cx="338462" cy="338462"/>
          </a:xfrm>
          <a:prstGeom prst="ellipse">
            <a:avLst/>
          </a:prstGeom>
          <a:solidFill>
            <a:srgbClr val="6E8D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17CD6492-E4AF-A141-9831-7E7247E565A6}"/>
              </a:ext>
            </a:extLst>
          </p:cNvPr>
          <p:cNvSpPr/>
          <p:nvPr userDrawn="1"/>
        </p:nvSpPr>
        <p:spPr>
          <a:xfrm>
            <a:off x="16083909" y="1957200"/>
            <a:ext cx="338462" cy="338462"/>
          </a:xfrm>
          <a:prstGeom prst="ellipse">
            <a:avLst/>
          </a:prstGeom>
          <a:solidFill>
            <a:srgbClr val="0B31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AEDCF8CB-0ED3-92F0-E9A2-F32A8BBAE51B}"/>
              </a:ext>
            </a:extLst>
          </p:cNvPr>
          <p:cNvSpPr/>
          <p:nvPr userDrawn="1"/>
        </p:nvSpPr>
        <p:spPr>
          <a:xfrm>
            <a:off x="16583525" y="1957200"/>
            <a:ext cx="338462" cy="338462"/>
          </a:xfrm>
          <a:prstGeom prst="ellipse">
            <a:avLst/>
          </a:prstGeom>
          <a:solidFill>
            <a:srgbClr val="07215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8FDA2853-AC75-8658-1ABA-8F1FDB84FA09}"/>
              </a:ext>
            </a:extLst>
          </p:cNvPr>
          <p:cNvSpPr/>
          <p:nvPr userDrawn="1"/>
        </p:nvSpPr>
        <p:spPr>
          <a:xfrm>
            <a:off x="13959929" y="2537176"/>
            <a:ext cx="618392" cy="618392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DDDE8CA2-70A6-70BA-946B-83F819AC7BF0}"/>
              </a:ext>
            </a:extLst>
          </p:cNvPr>
          <p:cNvSpPr/>
          <p:nvPr userDrawn="1"/>
        </p:nvSpPr>
        <p:spPr>
          <a:xfrm>
            <a:off x="15084675" y="2677141"/>
            <a:ext cx="338462" cy="338462"/>
          </a:xfrm>
          <a:prstGeom prst="ellipse">
            <a:avLst/>
          </a:prstGeom>
          <a:solidFill>
            <a:srgbClr val="E6BE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C9AD187F-552B-8562-6F36-6EACDEE204EB}"/>
              </a:ext>
            </a:extLst>
          </p:cNvPr>
          <p:cNvSpPr/>
          <p:nvPr userDrawn="1"/>
        </p:nvSpPr>
        <p:spPr>
          <a:xfrm>
            <a:off x="15584292" y="2677141"/>
            <a:ext cx="338462" cy="338462"/>
          </a:xfrm>
          <a:prstGeom prst="ellipse">
            <a:avLst/>
          </a:prstGeom>
          <a:solidFill>
            <a:srgbClr val="CD7DB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E06A560C-19E9-D9C3-6197-DBEB2EF6A90F}"/>
              </a:ext>
            </a:extLst>
          </p:cNvPr>
          <p:cNvSpPr/>
          <p:nvPr userDrawn="1"/>
        </p:nvSpPr>
        <p:spPr>
          <a:xfrm>
            <a:off x="16083909" y="2677141"/>
            <a:ext cx="338462" cy="338462"/>
          </a:xfrm>
          <a:prstGeom prst="ellipse">
            <a:avLst/>
          </a:prstGeom>
          <a:solidFill>
            <a:srgbClr val="801D6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5FA01D47-64AF-F133-E66B-5FACB023F6E4}"/>
              </a:ext>
            </a:extLst>
          </p:cNvPr>
          <p:cNvSpPr/>
          <p:nvPr userDrawn="1"/>
        </p:nvSpPr>
        <p:spPr>
          <a:xfrm>
            <a:off x="16583525" y="2677141"/>
            <a:ext cx="338462" cy="338462"/>
          </a:xfrm>
          <a:prstGeom prst="ellipse">
            <a:avLst/>
          </a:prstGeom>
          <a:solidFill>
            <a:srgbClr val="5614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20EF10BE-7DF3-5695-CD80-E438AC44E12D}"/>
              </a:ext>
            </a:extLst>
          </p:cNvPr>
          <p:cNvSpPr/>
          <p:nvPr userDrawn="1"/>
        </p:nvSpPr>
        <p:spPr>
          <a:xfrm>
            <a:off x="13959929" y="3257117"/>
            <a:ext cx="618392" cy="61839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F36B8F4F-27A2-2C19-1CE8-E7A6A67F90BB}"/>
              </a:ext>
            </a:extLst>
          </p:cNvPr>
          <p:cNvSpPr/>
          <p:nvPr userDrawn="1"/>
        </p:nvSpPr>
        <p:spPr>
          <a:xfrm>
            <a:off x="15084675" y="3397082"/>
            <a:ext cx="338462" cy="338462"/>
          </a:xfrm>
          <a:prstGeom prst="ellipse">
            <a:avLst/>
          </a:prstGeom>
          <a:solidFill>
            <a:srgbClr val="B2DFC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0FE31290-F969-15E6-F315-F454A3528F4F}"/>
              </a:ext>
            </a:extLst>
          </p:cNvPr>
          <p:cNvSpPr/>
          <p:nvPr userDrawn="1"/>
        </p:nvSpPr>
        <p:spPr>
          <a:xfrm>
            <a:off x="15584292" y="3397082"/>
            <a:ext cx="338462" cy="338462"/>
          </a:xfrm>
          <a:prstGeom prst="ellipse">
            <a:avLst/>
          </a:prstGeom>
          <a:solidFill>
            <a:srgbClr val="66C0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5B9F1ECE-862B-1105-AC29-07AD9519A94A}"/>
              </a:ext>
            </a:extLst>
          </p:cNvPr>
          <p:cNvSpPr/>
          <p:nvPr userDrawn="1"/>
        </p:nvSpPr>
        <p:spPr>
          <a:xfrm>
            <a:off x="16083909" y="3397082"/>
            <a:ext cx="338462" cy="338462"/>
          </a:xfrm>
          <a:prstGeom prst="ellipse">
            <a:avLst/>
          </a:prstGeom>
          <a:solidFill>
            <a:srgbClr val="0071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7C1C9DC9-B5A2-BB62-EB1D-D96BB4E204C0}"/>
              </a:ext>
            </a:extLst>
          </p:cNvPr>
          <p:cNvSpPr/>
          <p:nvPr userDrawn="1"/>
        </p:nvSpPr>
        <p:spPr>
          <a:xfrm>
            <a:off x="16583525" y="3397082"/>
            <a:ext cx="338462" cy="338462"/>
          </a:xfrm>
          <a:prstGeom prst="ellipse">
            <a:avLst/>
          </a:prstGeom>
          <a:solidFill>
            <a:srgbClr val="004B1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9B24D7AC-76F0-4904-893E-A60F93D802CE}"/>
              </a:ext>
            </a:extLst>
          </p:cNvPr>
          <p:cNvSpPr/>
          <p:nvPr userDrawn="1"/>
        </p:nvSpPr>
        <p:spPr>
          <a:xfrm>
            <a:off x="13959929" y="3977058"/>
            <a:ext cx="618392" cy="6183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ABD217BB-B7E2-9BF6-21A7-A2739ABF3A6B}"/>
              </a:ext>
            </a:extLst>
          </p:cNvPr>
          <p:cNvSpPr/>
          <p:nvPr userDrawn="1"/>
        </p:nvSpPr>
        <p:spPr>
          <a:xfrm>
            <a:off x="15084675" y="4117023"/>
            <a:ext cx="338462" cy="338462"/>
          </a:xfrm>
          <a:prstGeom prst="ellipse">
            <a:avLst/>
          </a:prstGeom>
          <a:solidFill>
            <a:srgbClr val="D0BC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20AA1C47-6F93-AC61-253D-901B0F238FB0}"/>
              </a:ext>
            </a:extLst>
          </p:cNvPr>
          <p:cNvSpPr/>
          <p:nvPr userDrawn="1"/>
        </p:nvSpPr>
        <p:spPr>
          <a:xfrm>
            <a:off x="15584292" y="4117023"/>
            <a:ext cx="338462" cy="338462"/>
          </a:xfrm>
          <a:prstGeom prst="ellipse">
            <a:avLst/>
          </a:prstGeom>
          <a:solidFill>
            <a:srgbClr val="A17AB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DCB42C81-786C-220B-9A83-786404C5E8B8}"/>
              </a:ext>
            </a:extLst>
          </p:cNvPr>
          <p:cNvSpPr/>
          <p:nvPr userDrawn="1"/>
        </p:nvSpPr>
        <p:spPr>
          <a:xfrm>
            <a:off x="16083909" y="4117023"/>
            <a:ext cx="338462" cy="338462"/>
          </a:xfrm>
          <a:prstGeom prst="ellipse">
            <a:avLst/>
          </a:prstGeom>
          <a:solidFill>
            <a:srgbClr val="3813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3B469BB5-E153-81E7-84A4-8861C052AD82}"/>
              </a:ext>
            </a:extLst>
          </p:cNvPr>
          <p:cNvSpPr/>
          <p:nvPr userDrawn="1"/>
        </p:nvSpPr>
        <p:spPr>
          <a:xfrm>
            <a:off x="16583525" y="4117023"/>
            <a:ext cx="338462" cy="338462"/>
          </a:xfrm>
          <a:prstGeom prst="ellipse">
            <a:avLst/>
          </a:prstGeom>
          <a:solidFill>
            <a:srgbClr val="250D3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B499803E-A92A-7EEB-F35A-C16CBF6D7D34}"/>
              </a:ext>
            </a:extLst>
          </p:cNvPr>
          <p:cNvSpPr/>
          <p:nvPr userDrawn="1"/>
        </p:nvSpPr>
        <p:spPr>
          <a:xfrm>
            <a:off x="13959929" y="4652930"/>
            <a:ext cx="618392" cy="618392"/>
          </a:xfrm>
          <a:prstGeom prst="ellipse">
            <a:avLst/>
          </a:prstGeom>
          <a:solidFill>
            <a:srgbClr val="007B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8F9D38D2-1962-6704-361D-364343EFA1C1}"/>
              </a:ext>
            </a:extLst>
          </p:cNvPr>
          <p:cNvSpPr/>
          <p:nvPr userDrawn="1"/>
        </p:nvSpPr>
        <p:spPr>
          <a:xfrm>
            <a:off x="15084675" y="4836963"/>
            <a:ext cx="338462" cy="338462"/>
          </a:xfrm>
          <a:prstGeom prst="ellipse">
            <a:avLst/>
          </a:prstGeom>
          <a:solidFill>
            <a:srgbClr val="B2D7E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78092810-6659-CAA7-AFF7-EC77C6CE7619}"/>
              </a:ext>
            </a:extLst>
          </p:cNvPr>
          <p:cNvSpPr/>
          <p:nvPr userDrawn="1"/>
        </p:nvSpPr>
        <p:spPr>
          <a:xfrm>
            <a:off x="15584292" y="4836963"/>
            <a:ext cx="338462" cy="338462"/>
          </a:xfrm>
          <a:prstGeom prst="ellipse">
            <a:avLst/>
          </a:prstGeom>
          <a:solidFill>
            <a:srgbClr val="66AF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E9AAC436-D750-F35E-E531-FCD8071F82DC}"/>
              </a:ext>
            </a:extLst>
          </p:cNvPr>
          <p:cNvSpPr/>
          <p:nvPr userDrawn="1"/>
        </p:nvSpPr>
        <p:spPr>
          <a:xfrm>
            <a:off x="16083909" y="4836963"/>
            <a:ext cx="338462" cy="338462"/>
          </a:xfrm>
          <a:prstGeom prst="ellipse">
            <a:avLst/>
          </a:prstGeom>
          <a:solidFill>
            <a:srgbClr val="005C8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83A3116E-CB3C-AA2F-DDE5-FA723818F740}"/>
              </a:ext>
            </a:extLst>
          </p:cNvPr>
          <p:cNvSpPr/>
          <p:nvPr userDrawn="1"/>
        </p:nvSpPr>
        <p:spPr>
          <a:xfrm>
            <a:off x="16583525" y="4836963"/>
            <a:ext cx="338462" cy="338462"/>
          </a:xfrm>
          <a:prstGeom prst="ellipse">
            <a:avLst/>
          </a:prstGeom>
          <a:solidFill>
            <a:srgbClr val="003D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8BE6C8B-1B7C-EB55-482A-B5E126ED26BA}"/>
              </a:ext>
            </a:extLst>
          </p:cNvPr>
          <p:cNvSpPr txBox="1"/>
          <p:nvPr userDrawn="1"/>
        </p:nvSpPr>
        <p:spPr>
          <a:xfrm>
            <a:off x="13920953" y="570792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 dirty="0"/>
              <a:t>Product Group Colors</a:t>
            </a:r>
          </a:p>
        </p:txBody>
      </p: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8057DA10-D6FB-E3BB-3D73-67A4D0639FFB}"/>
              </a:ext>
            </a:extLst>
          </p:cNvPr>
          <p:cNvCxnSpPr>
            <a:cxnSpLocks/>
          </p:cNvCxnSpPr>
          <p:nvPr userDrawn="1"/>
        </p:nvCxnSpPr>
        <p:spPr>
          <a:xfrm>
            <a:off x="13920953" y="5583284"/>
            <a:ext cx="3109779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477B100D-0CA3-185A-6BDD-1F36C4D7860F}"/>
              </a:ext>
            </a:extLst>
          </p:cNvPr>
          <p:cNvCxnSpPr>
            <a:cxnSpLocks/>
          </p:cNvCxnSpPr>
          <p:nvPr userDrawn="1"/>
        </p:nvCxnSpPr>
        <p:spPr>
          <a:xfrm>
            <a:off x="13920953" y="0"/>
            <a:ext cx="907751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2424C05E-FFE5-A5C1-4CF9-B0FDAAF068EF}"/>
              </a:ext>
            </a:extLst>
          </p:cNvPr>
          <p:cNvCxnSpPr>
            <a:cxnSpLocks/>
          </p:cNvCxnSpPr>
          <p:nvPr userDrawn="1"/>
        </p:nvCxnSpPr>
        <p:spPr>
          <a:xfrm>
            <a:off x="15040681" y="0"/>
            <a:ext cx="1963661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F56DE88B-5EB0-F4AE-6807-E5DA2D81B91B}"/>
              </a:ext>
            </a:extLst>
          </p:cNvPr>
          <p:cNvSpPr/>
          <p:nvPr userDrawn="1"/>
        </p:nvSpPr>
        <p:spPr>
          <a:xfrm>
            <a:off x="14716831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 dirty="0">
                <a:solidFill>
                  <a:schemeClr val="tx1"/>
                </a:solidFill>
                <a:latin typeface="+mn-lt"/>
              </a:rPr>
              <a:t>BIG-IP Next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1229ABF5-59BE-1415-9E8F-4B5B0312DC1F}"/>
              </a:ext>
            </a:extLst>
          </p:cNvPr>
          <p:cNvSpPr/>
          <p:nvPr userDrawn="1"/>
        </p:nvSpPr>
        <p:spPr>
          <a:xfrm>
            <a:off x="14804987" y="6024739"/>
            <a:ext cx="338462" cy="338462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6E713AA9-D868-61CB-03F6-C38FED0D1B34}"/>
              </a:ext>
            </a:extLst>
          </p:cNvPr>
          <p:cNvSpPr/>
          <p:nvPr userDrawn="1"/>
        </p:nvSpPr>
        <p:spPr>
          <a:xfrm>
            <a:off x="13843869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 dirty="0">
                <a:solidFill>
                  <a:schemeClr val="tx1"/>
                </a:solidFill>
                <a:latin typeface="+mn-lt"/>
              </a:rPr>
              <a:t>Distributed Cloud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CF54DE3B-8C21-50EF-786E-CA1FEE73EA26}"/>
              </a:ext>
            </a:extLst>
          </p:cNvPr>
          <p:cNvSpPr/>
          <p:nvPr userDrawn="1"/>
        </p:nvSpPr>
        <p:spPr>
          <a:xfrm>
            <a:off x="15568415" y="6388493"/>
            <a:ext cx="91440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000" kern="100" dirty="0">
                <a:solidFill>
                  <a:schemeClr val="tx1"/>
                </a:solidFill>
                <a:latin typeface="+mn-lt"/>
              </a:rPr>
              <a:t>BIG-IP</a:t>
            </a:r>
          </a:p>
        </p:txBody>
      </p:sp>
      <p:sp>
        <p:nvSpPr>
          <p:cNvPr id="101" name="Oval 100">
            <a:extLst>
              <a:ext uri="{FF2B5EF4-FFF2-40B4-BE49-F238E27FC236}">
                <a16:creationId xmlns:a16="http://schemas.microsoft.com/office/drawing/2014/main" id="{0BD5B534-429F-2ECD-A930-065D8F1AA792}"/>
              </a:ext>
            </a:extLst>
          </p:cNvPr>
          <p:cNvSpPr/>
          <p:nvPr userDrawn="1"/>
        </p:nvSpPr>
        <p:spPr>
          <a:xfrm>
            <a:off x="13916887" y="6024739"/>
            <a:ext cx="338462" cy="33846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765C7EDB-56AA-2C3C-C45F-E8E4DA21E5FC}"/>
              </a:ext>
            </a:extLst>
          </p:cNvPr>
          <p:cNvSpPr/>
          <p:nvPr userDrawn="1"/>
        </p:nvSpPr>
        <p:spPr>
          <a:xfrm>
            <a:off x="15702617" y="6024739"/>
            <a:ext cx="338462" cy="33846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B7CE9B00-17B3-795D-AABC-1D2E24E06541}"/>
              </a:ext>
            </a:extLst>
          </p:cNvPr>
          <p:cNvSpPr/>
          <p:nvPr userDrawn="1"/>
        </p:nvSpPr>
        <p:spPr>
          <a:xfrm>
            <a:off x="16491659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 dirty="0">
                <a:solidFill>
                  <a:schemeClr val="tx1"/>
                </a:solidFill>
                <a:latin typeface="+mn-lt"/>
              </a:rPr>
              <a:t>NGINX </a:t>
            </a:r>
          </a:p>
        </p:txBody>
      </p:sp>
      <p:sp>
        <p:nvSpPr>
          <p:cNvPr id="104" name="Oval 103">
            <a:extLst>
              <a:ext uri="{FF2B5EF4-FFF2-40B4-BE49-F238E27FC236}">
                <a16:creationId xmlns:a16="http://schemas.microsoft.com/office/drawing/2014/main" id="{0AF2B7D1-50E8-5B3C-5481-FC468463B7F9}"/>
              </a:ext>
            </a:extLst>
          </p:cNvPr>
          <p:cNvSpPr/>
          <p:nvPr userDrawn="1"/>
        </p:nvSpPr>
        <p:spPr>
          <a:xfrm>
            <a:off x="16590717" y="6024739"/>
            <a:ext cx="338462" cy="33846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7240067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no subhe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EF559F-436D-469C-A419-AE01C38B8CC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7199" y="1967112"/>
            <a:ext cx="11277600" cy="4318002"/>
          </a:xfrm>
        </p:spPr>
        <p:txBody>
          <a:bodyPr lIns="0" tIns="0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1C23D10D-1090-4427-9F31-293A8D9B4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1"/>
            <a:ext cx="11274552" cy="758952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6" name="Footer Placeholder 10">
            <a:extLst>
              <a:ext uri="{FF2B5EF4-FFF2-40B4-BE49-F238E27FC236}">
                <a16:creationId xmlns:a16="http://schemas.microsoft.com/office/drawing/2014/main" id="{D1B9E611-EBCB-4798-8F9E-3B0DB65C3D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27815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no subhead: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1C23D10D-1090-4427-9F31-293A8D9B4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1"/>
            <a:ext cx="11274552" cy="758952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279606EA-FADA-4FE6-87E6-E09757D0B2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967112"/>
            <a:ext cx="5463540" cy="4325738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90CA3985-E3DD-4612-804A-CEB02709C77E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68212" y="1967112"/>
            <a:ext cx="5463540" cy="4325738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5" name="Footer Placeholder 10">
            <a:extLst>
              <a:ext uri="{FF2B5EF4-FFF2-40B4-BE49-F238E27FC236}">
                <a16:creationId xmlns:a16="http://schemas.microsoft.com/office/drawing/2014/main" id="{4A26347B-2021-4942-92C1-51B7B994DD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01067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no subhead: Two content weighted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1C23D10D-1090-4427-9F31-293A8D9B4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1"/>
            <a:ext cx="11274552" cy="758952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7A025CA9-E115-4D52-8789-5A3534668F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41478" y="1967113"/>
            <a:ext cx="7390273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D53492ED-1851-4AF7-BFB3-E3A888CEEF82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57200" y="1967113"/>
            <a:ext cx="3538497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5" name="Footer Placeholder 10">
            <a:extLst>
              <a:ext uri="{FF2B5EF4-FFF2-40B4-BE49-F238E27FC236}">
                <a16:creationId xmlns:a16="http://schemas.microsoft.com/office/drawing/2014/main" id="{A113D465-78B8-4352-8A52-982DE49E00B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17381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no subhead: Two content weighted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1C23D10D-1090-4427-9F31-293A8D9B4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1"/>
            <a:ext cx="11274552" cy="758952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2F0F5A16-0072-4CEB-B2D7-4ACEE38C201C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8198864" y="1967113"/>
            <a:ext cx="3519032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854B4451-4579-4EF1-B801-2FD8069040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967113"/>
            <a:ext cx="7395883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5" name="Footer Placeholder 10">
            <a:extLst>
              <a:ext uri="{FF2B5EF4-FFF2-40B4-BE49-F238E27FC236}">
                <a16:creationId xmlns:a16="http://schemas.microsoft.com/office/drawing/2014/main" id="{9A3BCCF9-FD2E-4741-9A94-8ED367E8288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23634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no subhead: 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1C23D10D-1090-4427-9F31-293A8D9B4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1"/>
            <a:ext cx="11274552" cy="758952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61CC9BBA-547D-4E18-BCA7-FDB5D1F64034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57199" y="1967113"/>
            <a:ext cx="3523817" cy="431303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35C31D28-D6BF-43CC-A204-E65B83F1FE2C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334091" y="1967113"/>
            <a:ext cx="3523817" cy="431303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6EA8A136-B3F1-4CD4-96F0-FC2034A3A402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8198863" y="1967113"/>
            <a:ext cx="3523817" cy="431303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6" name="Footer Placeholder 10">
            <a:extLst>
              <a:ext uri="{FF2B5EF4-FFF2-40B4-BE49-F238E27FC236}">
                <a16:creationId xmlns:a16="http://schemas.microsoft.com/office/drawing/2014/main" id="{32F2873F-33B6-4CA9-93C0-00806D71AFF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67707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no subhead: Fou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1C23D10D-1090-4427-9F31-293A8D9B4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1"/>
            <a:ext cx="11274552" cy="758952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B4FECF13-45A3-4E5E-9C50-1FB1D52E748C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455677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CF27CFD2-9839-4A48-8EC3-59FE0833DF69}"/>
              </a:ext>
            </a:extLst>
          </p:cNvPr>
          <p:cNvSpPr>
            <a:spLocks noGrp="1"/>
          </p:cNvSpPr>
          <p:nvPr>
            <p:ph idx="19"/>
          </p:nvPr>
        </p:nvSpPr>
        <p:spPr>
          <a:xfrm>
            <a:off x="3389212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9333903E-DD09-4D1B-A705-0126772D0C20}"/>
              </a:ext>
            </a:extLst>
          </p:cNvPr>
          <p:cNvSpPr>
            <a:spLocks noGrp="1"/>
          </p:cNvSpPr>
          <p:nvPr>
            <p:ph idx="20"/>
          </p:nvPr>
        </p:nvSpPr>
        <p:spPr>
          <a:xfrm>
            <a:off x="6322747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307A4E12-8941-4699-8891-EE211FDC74A2}"/>
              </a:ext>
            </a:extLst>
          </p:cNvPr>
          <p:cNvSpPr>
            <a:spLocks noGrp="1"/>
          </p:cNvSpPr>
          <p:nvPr>
            <p:ph idx="21"/>
          </p:nvPr>
        </p:nvSpPr>
        <p:spPr>
          <a:xfrm>
            <a:off x="9256280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7" name="Footer Placeholder 10">
            <a:extLst>
              <a:ext uri="{FF2B5EF4-FFF2-40B4-BE49-F238E27FC236}">
                <a16:creationId xmlns:a16="http://schemas.microsoft.com/office/drawing/2014/main" id="{E34D3C8B-5D25-412C-B2B6-1C230F6ECB6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1376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no subhead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4C6A006-79D6-4FC0-8944-ED8D33182F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4552" cy="758952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4" name="Footer Placeholder 10">
            <a:extLst>
              <a:ext uri="{FF2B5EF4-FFF2-40B4-BE49-F238E27FC236}">
                <a16:creationId xmlns:a16="http://schemas.microsoft.com/office/drawing/2014/main" id="{8B40CF54-3FB2-43C4-8ED2-061175C03E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92678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-line title with subhe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26900AD-628D-4F3E-9698-1B0469E3E09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7200" y="882314"/>
            <a:ext cx="11274425" cy="365125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1C23D10D-1090-4427-9F31-293A8D9B4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4552" cy="46634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6" name="Footer Placeholder 10">
            <a:extLst>
              <a:ext uri="{FF2B5EF4-FFF2-40B4-BE49-F238E27FC236}">
                <a16:creationId xmlns:a16="http://schemas.microsoft.com/office/drawing/2014/main" id="{AA397C8B-D09B-41B4-A86B-A6CE5A8695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D73F4F-197F-7E57-AA50-C56A9C6D183A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57199" y="1967112"/>
            <a:ext cx="11274425" cy="4319388"/>
          </a:xfrm>
        </p:spPr>
        <p:txBody>
          <a:bodyPr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30923372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-line title with subhead: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47D26ED-DCAC-784D-8FBF-7B4971D8AD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967112"/>
            <a:ext cx="5463540" cy="4325738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AF362B3D-2ED9-9544-AB97-326723A5E00A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68212" y="1967112"/>
            <a:ext cx="5463540" cy="4325738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8074E31-D111-4E4A-BFED-12CF43E6D9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4552" cy="46634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AFE581CB-9630-442F-9F85-5B73CB1A9789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457200" y="876632"/>
            <a:ext cx="11274552" cy="373436"/>
          </a:xfrm>
          <a:prstGeom prst="rect">
            <a:avLst/>
          </a:prstGeom>
        </p:spPr>
        <p:txBody>
          <a:bodyPr wrap="square" lIns="0" anchor="t">
            <a:spAutoFit/>
          </a:bodyPr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600"/>
              </a:spcBef>
              <a:buFontTx/>
              <a:buNone/>
              <a:defRPr lang="en-US" sz="1800" kern="1200" spc="-2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0" indent="0">
              <a:buNone/>
              <a:defRPr lang="en-US" sz="1800" b="1" kern="100" cap="all" spc="50" baseline="0" dirty="0" smtClean="0">
                <a:solidFill>
                  <a:srgbClr val="7D7D7D"/>
                </a:solidFill>
                <a:latin typeface="Arial Narrow" panose="020B0606020202030204" pitchFamily="34" charset="0"/>
                <a:ea typeface="+mn-ea"/>
                <a:cs typeface="Arial" panose="020B0604020202020204" pitchFamily="34" charset="0"/>
              </a:defRPr>
            </a:lvl2pPr>
            <a:lvl3pPr marL="0" indent="0">
              <a:buNone/>
              <a:defRPr lang="en-US" sz="1800" b="1" kern="100" cap="all" spc="50" baseline="0" dirty="0" smtClean="0">
                <a:solidFill>
                  <a:srgbClr val="7D7D7D"/>
                </a:solidFill>
                <a:latin typeface="Arial Narrow" panose="020B0606020202030204" pitchFamily="34" charset="0"/>
                <a:ea typeface="+mn-ea"/>
                <a:cs typeface="Arial" panose="020B0604020202020204" pitchFamily="34" charset="0"/>
              </a:defRPr>
            </a:lvl3pPr>
            <a:lvl4pPr marL="0" indent="0">
              <a:buNone/>
              <a:defRPr lang="en-US" sz="1800" b="1" kern="100" cap="all" spc="50" baseline="0" dirty="0">
                <a:solidFill>
                  <a:srgbClr val="7D7D7D"/>
                </a:solidFill>
                <a:latin typeface="Arial Narrow" panose="020B0606020202030204" pitchFamily="34" charset="0"/>
                <a:ea typeface="+mn-ea"/>
                <a:cs typeface="Arial" panose="020B0604020202020204" pitchFamily="34" charset="0"/>
              </a:defRPr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Footer Placeholder 10">
            <a:extLst>
              <a:ext uri="{FF2B5EF4-FFF2-40B4-BE49-F238E27FC236}">
                <a16:creationId xmlns:a16="http://schemas.microsoft.com/office/drawing/2014/main" id="{F8FD40ED-5AB8-4DC4-8FC4-4B5A986D340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530914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-line title with subhead: Two content weighted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57A2ABEF-208D-4586-9E4F-EE74708860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967113"/>
            <a:ext cx="3538497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12643E8C-C561-4D13-B00A-51A91E0A440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341479" y="1967113"/>
            <a:ext cx="7390272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8074E31-D111-4E4A-BFED-12CF43E6D9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4552" cy="46634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AFE581CB-9630-442F-9F85-5B73CB1A9789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457200" y="876632"/>
            <a:ext cx="11274552" cy="373436"/>
          </a:xfrm>
          <a:prstGeom prst="rect">
            <a:avLst/>
          </a:prstGeom>
        </p:spPr>
        <p:txBody>
          <a:bodyPr wrap="square" lIns="0" anchor="t">
            <a:spAutoFit/>
          </a:bodyPr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600"/>
              </a:spcBef>
              <a:buFontTx/>
              <a:buNone/>
              <a:defRPr lang="en-US" sz="1800" kern="1200" spc="-2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0" indent="0">
              <a:buNone/>
              <a:defRPr lang="en-US" sz="1800" b="1" kern="100" cap="all" spc="50" baseline="0" dirty="0" smtClean="0">
                <a:solidFill>
                  <a:srgbClr val="7D7D7D"/>
                </a:solidFill>
                <a:latin typeface="Arial Narrow" panose="020B0606020202030204" pitchFamily="34" charset="0"/>
                <a:ea typeface="+mn-ea"/>
                <a:cs typeface="Arial" panose="020B0604020202020204" pitchFamily="34" charset="0"/>
              </a:defRPr>
            </a:lvl2pPr>
            <a:lvl3pPr marL="0" indent="0">
              <a:buNone/>
              <a:defRPr lang="en-US" sz="1800" b="1" kern="100" cap="all" spc="50" baseline="0" dirty="0" smtClean="0">
                <a:solidFill>
                  <a:srgbClr val="7D7D7D"/>
                </a:solidFill>
                <a:latin typeface="Arial Narrow" panose="020B0606020202030204" pitchFamily="34" charset="0"/>
                <a:ea typeface="+mn-ea"/>
                <a:cs typeface="Arial" panose="020B0604020202020204" pitchFamily="34" charset="0"/>
              </a:defRPr>
            </a:lvl3pPr>
            <a:lvl4pPr marL="0" indent="0">
              <a:buNone/>
              <a:defRPr lang="en-US" sz="1800" b="1" kern="100" cap="all" spc="50" baseline="0" dirty="0">
                <a:solidFill>
                  <a:srgbClr val="7D7D7D"/>
                </a:solidFill>
                <a:latin typeface="Arial Narrow" panose="020B0606020202030204" pitchFamily="34" charset="0"/>
                <a:ea typeface="+mn-ea"/>
                <a:cs typeface="Arial" panose="020B0604020202020204" pitchFamily="34" charset="0"/>
              </a:defRPr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Footer Placeholder 10">
            <a:extLst>
              <a:ext uri="{FF2B5EF4-FFF2-40B4-BE49-F238E27FC236}">
                <a16:creationId xmlns:a16="http://schemas.microsoft.com/office/drawing/2014/main" id="{96D6A4C0-6EC8-4405-ADE8-043BEC650C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647266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-line title with subhead: Two content weighted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21EEACE-D06E-49E0-A987-8E14B93C2F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4552" cy="46634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73543151-CB72-4095-A281-6E166F8202F1}"/>
              </a:ext>
            </a:extLst>
          </p:cNvPr>
          <p:cNvSpPr>
            <a:spLocks noGrp="1"/>
          </p:cNvSpPr>
          <p:nvPr>
            <p:ph type="body" idx="16"/>
          </p:nvPr>
        </p:nvSpPr>
        <p:spPr>
          <a:xfrm>
            <a:off x="457200" y="876632"/>
            <a:ext cx="11274552" cy="373436"/>
          </a:xfrm>
          <a:prstGeom prst="rect">
            <a:avLst/>
          </a:prstGeom>
        </p:spPr>
        <p:txBody>
          <a:bodyPr wrap="square" lIns="0" anchor="t">
            <a:spAutoFit/>
          </a:bodyPr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600"/>
              </a:spcBef>
              <a:buFontTx/>
              <a:buNone/>
              <a:defRPr lang="en-US" sz="1800" kern="1200" spc="-2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0" indent="0">
              <a:buNone/>
              <a:defRPr lang="en-US" sz="1800" b="1" kern="100" cap="all" spc="50" baseline="0" dirty="0" smtClean="0">
                <a:solidFill>
                  <a:srgbClr val="7D7D7D"/>
                </a:solidFill>
                <a:latin typeface="Arial Narrow" panose="020B0606020202030204" pitchFamily="34" charset="0"/>
                <a:ea typeface="+mn-ea"/>
                <a:cs typeface="Arial" panose="020B0604020202020204" pitchFamily="34" charset="0"/>
              </a:defRPr>
            </a:lvl2pPr>
            <a:lvl3pPr marL="0" indent="0">
              <a:buNone/>
              <a:defRPr lang="en-US" sz="1800" b="1" kern="100" cap="all" spc="50" baseline="0" dirty="0" smtClean="0">
                <a:solidFill>
                  <a:srgbClr val="7D7D7D"/>
                </a:solidFill>
                <a:latin typeface="Arial Narrow" panose="020B0606020202030204" pitchFamily="34" charset="0"/>
                <a:ea typeface="+mn-ea"/>
                <a:cs typeface="Arial" panose="020B0604020202020204" pitchFamily="34" charset="0"/>
              </a:defRPr>
            </a:lvl3pPr>
            <a:lvl4pPr marL="0" indent="0">
              <a:buNone/>
              <a:defRPr lang="en-US" sz="1800" b="1" kern="100" cap="all" spc="50" baseline="0" dirty="0">
                <a:solidFill>
                  <a:srgbClr val="7D7D7D"/>
                </a:solidFill>
                <a:latin typeface="Arial Narrow" panose="020B0606020202030204" pitchFamily="34" charset="0"/>
                <a:ea typeface="+mn-ea"/>
                <a:cs typeface="Arial" panose="020B0604020202020204" pitchFamily="34" charset="0"/>
              </a:defRPr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543447AD-9B2C-4F8B-8840-33CC5A99A884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57200" y="1967113"/>
            <a:ext cx="7395882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6F568C8B-28E5-4A13-87CC-8002898E4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98864" y="1967113"/>
            <a:ext cx="3519033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6" name="Footer Placeholder 10">
            <a:extLst>
              <a:ext uri="{FF2B5EF4-FFF2-40B4-BE49-F238E27FC236}">
                <a16:creationId xmlns:a16="http://schemas.microsoft.com/office/drawing/2014/main" id="{C563DA4D-3F63-4B6C-B996-0708DC1DB49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250883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-line title with subhead: 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1FFE35A8-3B2A-4D50-B389-3EFEF7C33AEF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57199" y="1967113"/>
            <a:ext cx="3523817" cy="431303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EE448C72-99CE-44E5-9192-1C07E845DB90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334091" y="1967113"/>
            <a:ext cx="3523817" cy="431303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370C859-C19B-4489-A1B2-207EA480FA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4552" cy="46634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0AD172E0-9AA6-41A2-8A2C-69AC58E1A524}"/>
              </a:ext>
            </a:extLst>
          </p:cNvPr>
          <p:cNvSpPr>
            <a:spLocks noGrp="1"/>
          </p:cNvSpPr>
          <p:nvPr>
            <p:ph type="body" idx="18"/>
          </p:nvPr>
        </p:nvSpPr>
        <p:spPr>
          <a:xfrm>
            <a:off x="457200" y="876632"/>
            <a:ext cx="11274552" cy="373436"/>
          </a:xfrm>
          <a:prstGeom prst="rect">
            <a:avLst/>
          </a:prstGeom>
        </p:spPr>
        <p:txBody>
          <a:bodyPr wrap="square" lIns="0" anchor="t">
            <a:spAutoFit/>
          </a:bodyPr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600"/>
              </a:spcBef>
              <a:buFontTx/>
              <a:buNone/>
              <a:defRPr lang="en-US" sz="1800" kern="1200" spc="-2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0" indent="0">
              <a:buNone/>
              <a:defRPr lang="en-US" sz="1800" b="1" kern="100" cap="all" spc="50" baseline="0" dirty="0" smtClean="0">
                <a:solidFill>
                  <a:srgbClr val="7D7D7D"/>
                </a:solidFill>
                <a:latin typeface="Arial Narrow" panose="020B0606020202030204" pitchFamily="34" charset="0"/>
                <a:ea typeface="+mn-ea"/>
                <a:cs typeface="Arial" panose="020B0604020202020204" pitchFamily="34" charset="0"/>
              </a:defRPr>
            </a:lvl2pPr>
            <a:lvl3pPr marL="0" indent="0">
              <a:buNone/>
              <a:defRPr lang="en-US" sz="1800" b="1" kern="100" cap="all" spc="50" baseline="0" dirty="0" smtClean="0">
                <a:solidFill>
                  <a:srgbClr val="7D7D7D"/>
                </a:solidFill>
                <a:latin typeface="Arial Narrow" panose="020B0606020202030204" pitchFamily="34" charset="0"/>
                <a:ea typeface="+mn-ea"/>
                <a:cs typeface="Arial" panose="020B0604020202020204" pitchFamily="34" charset="0"/>
              </a:defRPr>
            </a:lvl3pPr>
            <a:lvl4pPr marL="0" indent="0">
              <a:buNone/>
              <a:defRPr lang="en-US" sz="1800" b="1" kern="100" cap="all" spc="50" baseline="0" dirty="0">
                <a:solidFill>
                  <a:srgbClr val="7D7D7D"/>
                </a:solidFill>
                <a:latin typeface="Arial Narrow" panose="020B0606020202030204" pitchFamily="34" charset="0"/>
                <a:ea typeface="+mn-ea"/>
                <a:cs typeface="Arial" panose="020B0604020202020204" pitchFamily="34" charset="0"/>
              </a:defRPr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F40B6C54-3A77-4D1F-9FE2-40B10EEB6CEA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8198863" y="1967113"/>
            <a:ext cx="3523817" cy="431303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7" name="Footer Placeholder 10">
            <a:extLst>
              <a:ext uri="{FF2B5EF4-FFF2-40B4-BE49-F238E27FC236}">
                <a16:creationId xmlns:a16="http://schemas.microsoft.com/office/drawing/2014/main" id="{FD6F40AF-208C-439C-A929-97812791AA4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262847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-line title with subhead: Fou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35A8119-8A9D-4E8D-9FBE-CEFF19695D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4552" cy="46634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88B5D3F9-9FEE-4FC1-8557-65F2161D1E1B}"/>
              </a:ext>
            </a:extLst>
          </p:cNvPr>
          <p:cNvSpPr>
            <a:spLocks noGrp="1"/>
          </p:cNvSpPr>
          <p:nvPr>
            <p:ph type="body" idx="23"/>
          </p:nvPr>
        </p:nvSpPr>
        <p:spPr>
          <a:xfrm>
            <a:off x="457200" y="876632"/>
            <a:ext cx="11274552" cy="373436"/>
          </a:xfrm>
          <a:prstGeom prst="rect">
            <a:avLst/>
          </a:prstGeom>
        </p:spPr>
        <p:txBody>
          <a:bodyPr wrap="square" lIns="0" anchor="t">
            <a:spAutoFit/>
          </a:bodyPr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600"/>
              </a:spcBef>
              <a:buFontTx/>
              <a:buNone/>
              <a:defRPr lang="en-US" sz="1800" kern="1200" spc="-2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0" indent="0">
              <a:buNone/>
              <a:defRPr lang="en-US" sz="1800" b="1" kern="100" cap="all" spc="50" baseline="0" dirty="0" smtClean="0">
                <a:solidFill>
                  <a:srgbClr val="7D7D7D"/>
                </a:solidFill>
                <a:latin typeface="Arial Narrow" panose="020B0606020202030204" pitchFamily="34" charset="0"/>
                <a:ea typeface="+mn-ea"/>
                <a:cs typeface="Arial" panose="020B0604020202020204" pitchFamily="34" charset="0"/>
              </a:defRPr>
            </a:lvl2pPr>
            <a:lvl3pPr marL="0" indent="0">
              <a:buNone/>
              <a:defRPr lang="en-US" sz="1800" b="1" kern="100" cap="all" spc="50" baseline="0" dirty="0" smtClean="0">
                <a:solidFill>
                  <a:srgbClr val="7D7D7D"/>
                </a:solidFill>
                <a:latin typeface="Arial Narrow" panose="020B0606020202030204" pitchFamily="34" charset="0"/>
                <a:ea typeface="+mn-ea"/>
                <a:cs typeface="Arial" panose="020B0604020202020204" pitchFamily="34" charset="0"/>
              </a:defRPr>
            </a:lvl3pPr>
            <a:lvl4pPr marL="0" indent="0">
              <a:buNone/>
              <a:defRPr lang="en-US" sz="1800" b="1" kern="100" cap="all" spc="50" baseline="0" dirty="0">
                <a:solidFill>
                  <a:srgbClr val="7D7D7D"/>
                </a:solidFill>
                <a:latin typeface="Arial Narrow" panose="020B0606020202030204" pitchFamily="34" charset="0"/>
                <a:ea typeface="+mn-ea"/>
                <a:cs typeface="Arial" panose="020B0604020202020204" pitchFamily="34" charset="0"/>
              </a:defRPr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AEE73A41-482C-463A-8FE1-6CE47D59D0E2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455677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6C11CA0D-977D-49E5-9086-5ABC6F80618D}"/>
              </a:ext>
            </a:extLst>
          </p:cNvPr>
          <p:cNvSpPr>
            <a:spLocks noGrp="1"/>
          </p:cNvSpPr>
          <p:nvPr>
            <p:ph idx="19"/>
          </p:nvPr>
        </p:nvSpPr>
        <p:spPr>
          <a:xfrm>
            <a:off x="3389212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A8BF6AFA-475F-4876-BEA9-2BDA015EF2DD}"/>
              </a:ext>
            </a:extLst>
          </p:cNvPr>
          <p:cNvSpPr>
            <a:spLocks noGrp="1"/>
          </p:cNvSpPr>
          <p:nvPr>
            <p:ph idx="20"/>
          </p:nvPr>
        </p:nvSpPr>
        <p:spPr>
          <a:xfrm>
            <a:off x="6322747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2FB7FBF6-36AE-49CD-B5DB-672873569C89}"/>
              </a:ext>
            </a:extLst>
          </p:cNvPr>
          <p:cNvSpPr>
            <a:spLocks noGrp="1"/>
          </p:cNvSpPr>
          <p:nvPr>
            <p:ph idx="21"/>
          </p:nvPr>
        </p:nvSpPr>
        <p:spPr>
          <a:xfrm>
            <a:off x="9256280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8" name="Footer Placeholder 10">
            <a:extLst>
              <a:ext uri="{FF2B5EF4-FFF2-40B4-BE49-F238E27FC236}">
                <a16:creationId xmlns:a16="http://schemas.microsoft.com/office/drawing/2014/main" id="{58A3B94D-2155-4BEB-A474-C5E26315EEA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534440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-line title with subhead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21EEACE-D06E-49E0-A987-8E14B93C2F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4552" cy="46634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73543151-CB72-4095-A281-6E166F8202F1}"/>
              </a:ext>
            </a:extLst>
          </p:cNvPr>
          <p:cNvSpPr>
            <a:spLocks noGrp="1"/>
          </p:cNvSpPr>
          <p:nvPr>
            <p:ph type="body" idx="16"/>
          </p:nvPr>
        </p:nvSpPr>
        <p:spPr>
          <a:xfrm>
            <a:off x="457200" y="876632"/>
            <a:ext cx="11274552" cy="373436"/>
          </a:xfrm>
          <a:prstGeom prst="rect">
            <a:avLst/>
          </a:prstGeom>
        </p:spPr>
        <p:txBody>
          <a:bodyPr wrap="square" lIns="0" anchor="t">
            <a:spAutoFit/>
          </a:bodyPr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600"/>
              </a:spcBef>
              <a:buFontTx/>
              <a:buNone/>
              <a:defRPr lang="en-US" sz="1800" kern="1200" spc="-2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0" indent="0">
              <a:buNone/>
              <a:defRPr lang="en-US" sz="1800" b="1" kern="100" cap="all" spc="50" baseline="0" dirty="0" smtClean="0">
                <a:solidFill>
                  <a:srgbClr val="7D7D7D"/>
                </a:solidFill>
                <a:latin typeface="Arial Narrow" panose="020B0606020202030204" pitchFamily="34" charset="0"/>
                <a:ea typeface="+mn-ea"/>
                <a:cs typeface="Arial" panose="020B0604020202020204" pitchFamily="34" charset="0"/>
              </a:defRPr>
            </a:lvl2pPr>
            <a:lvl3pPr marL="0" indent="0">
              <a:buNone/>
              <a:defRPr lang="en-US" sz="1800" b="1" kern="100" cap="all" spc="50" baseline="0" dirty="0" smtClean="0">
                <a:solidFill>
                  <a:srgbClr val="7D7D7D"/>
                </a:solidFill>
                <a:latin typeface="Arial Narrow" panose="020B0606020202030204" pitchFamily="34" charset="0"/>
                <a:ea typeface="+mn-ea"/>
                <a:cs typeface="Arial" panose="020B0604020202020204" pitchFamily="34" charset="0"/>
              </a:defRPr>
            </a:lvl3pPr>
            <a:lvl4pPr marL="0" indent="0">
              <a:buNone/>
              <a:defRPr lang="en-US" sz="1800" b="1" kern="100" cap="all" spc="50" baseline="0" dirty="0">
                <a:solidFill>
                  <a:srgbClr val="7D7D7D"/>
                </a:solidFill>
                <a:latin typeface="Arial Narrow" panose="020B0606020202030204" pitchFamily="34" charset="0"/>
                <a:ea typeface="+mn-ea"/>
                <a:cs typeface="Arial" panose="020B0604020202020204" pitchFamily="34" charset="0"/>
              </a:defRPr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Footer Placeholder 10">
            <a:extLst>
              <a:ext uri="{FF2B5EF4-FFF2-40B4-BE49-F238E27FC236}">
                <a16:creationId xmlns:a16="http://schemas.microsoft.com/office/drawing/2014/main" id="{A1CE9E29-EC43-47AD-89B5-9689BD910B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839289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-line title with subhe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60E130A3-E8DD-40D1-97C8-1ADDAAE7BDA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7200" y="1283032"/>
            <a:ext cx="11274425" cy="365125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1C23D10D-1090-4427-9F31-293A8D9B4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5" name="Footer Placeholder 10">
            <a:extLst>
              <a:ext uri="{FF2B5EF4-FFF2-40B4-BE49-F238E27FC236}">
                <a16:creationId xmlns:a16="http://schemas.microsoft.com/office/drawing/2014/main" id="{79538170-21B6-4714-A9AD-5E119CA077D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58813C-E2AB-9D50-55C5-F8B396864FB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57200" y="1967113"/>
            <a:ext cx="11274424" cy="4319387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285037352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-line title with subhead: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60E130A3-E8DD-40D1-97C8-1ADDAAE7BDA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7200" y="1283032"/>
            <a:ext cx="11274425" cy="365125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1C23D10D-1090-4427-9F31-293A8D9B4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14558AAC-739A-4D30-9B92-0A9FE3CDA4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967112"/>
            <a:ext cx="5463540" cy="4319388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A9B787B0-48E4-433B-85C7-85541BFCFB95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68212" y="1967112"/>
            <a:ext cx="5463540" cy="4319388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6" name="Footer Placeholder 10">
            <a:extLst>
              <a:ext uri="{FF2B5EF4-FFF2-40B4-BE49-F238E27FC236}">
                <a16:creationId xmlns:a16="http://schemas.microsoft.com/office/drawing/2014/main" id="{DFD7C076-3F14-48C3-8F05-9CC51B385E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346247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-line title with subhead: Two content weighted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60E130A3-E8DD-40D1-97C8-1ADDAAE7BDA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7200" y="1283032"/>
            <a:ext cx="11274425" cy="365125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1C23D10D-1090-4427-9F31-293A8D9B4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CC545FD2-7A6E-4515-AF06-2BB0F6C9AA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967113"/>
            <a:ext cx="3538497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0E33CA35-C6F0-4917-B7E6-A30CED91757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341479" y="1967113"/>
            <a:ext cx="7390273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6" name="Footer Placeholder 10">
            <a:extLst>
              <a:ext uri="{FF2B5EF4-FFF2-40B4-BE49-F238E27FC236}">
                <a16:creationId xmlns:a16="http://schemas.microsoft.com/office/drawing/2014/main" id="{21E9AEFA-CC51-4CE4-AF06-4E0BDE1E97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134270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-line title with subhead: Two content weighted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60E130A3-E8DD-40D1-97C8-1ADDAAE7BDA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7200" y="1283032"/>
            <a:ext cx="11274425" cy="365125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1C23D10D-1090-4427-9F31-293A8D9B4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2EF85F38-9197-4646-B35C-FB5BF271A7A9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57200" y="1967113"/>
            <a:ext cx="7395882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BC7A3651-D256-41A5-AAFF-DB7CE7BFD3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98864" y="1967113"/>
            <a:ext cx="3519033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6" name="Footer Placeholder 10">
            <a:extLst>
              <a:ext uri="{FF2B5EF4-FFF2-40B4-BE49-F238E27FC236}">
                <a16:creationId xmlns:a16="http://schemas.microsoft.com/office/drawing/2014/main" id="{748F3F40-E9B0-4B1B-9E2E-81BF2177B7F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623650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-line title with subhead: 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9C93C290-E978-440A-8017-3A133672AE22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57200" y="1967113"/>
            <a:ext cx="3523817" cy="431303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32ECA63C-E4C9-4727-B43F-4A7ABC84D728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334090" y="1967113"/>
            <a:ext cx="3523817" cy="431303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60E130A3-E8DD-40D1-97C8-1ADDAAE7BDA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7200" y="1283032"/>
            <a:ext cx="11274425" cy="365125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1C23D10D-1090-4427-9F31-293A8D9B4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7E333B3F-3E99-48D9-B017-755F0DAF0B4B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8198863" y="1967113"/>
            <a:ext cx="3523817" cy="431303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7" name="Footer Placeholder 10">
            <a:extLst>
              <a:ext uri="{FF2B5EF4-FFF2-40B4-BE49-F238E27FC236}">
                <a16:creationId xmlns:a16="http://schemas.microsoft.com/office/drawing/2014/main" id="{09D7F567-DEE9-4052-9068-ACC47817C2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627113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-line title with subhead: Fou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60E130A3-E8DD-40D1-97C8-1ADDAAE7BDA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7200" y="1283032"/>
            <a:ext cx="11274425" cy="365125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1C23D10D-1090-4427-9F31-293A8D9B4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E9CF6EB7-3F22-4CAA-9506-5B9D47D1ECFD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457200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94D2C927-853F-40F7-BEA8-EB87EBD405C4}"/>
              </a:ext>
            </a:extLst>
          </p:cNvPr>
          <p:cNvSpPr>
            <a:spLocks noGrp="1"/>
          </p:cNvSpPr>
          <p:nvPr>
            <p:ph idx="19"/>
          </p:nvPr>
        </p:nvSpPr>
        <p:spPr>
          <a:xfrm>
            <a:off x="3389212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F4C8CB9D-0E1B-4F5D-B9E7-3C1F8049818A}"/>
              </a:ext>
            </a:extLst>
          </p:cNvPr>
          <p:cNvSpPr>
            <a:spLocks noGrp="1"/>
          </p:cNvSpPr>
          <p:nvPr>
            <p:ph idx="20"/>
          </p:nvPr>
        </p:nvSpPr>
        <p:spPr>
          <a:xfrm>
            <a:off x="6322747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214F2138-4345-4175-BA09-5927B84F558D}"/>
              </a:ext>
            </a:extLst>
          </p:cNvPr>
          <p:cNvSpPr>
            <a:spLocks noGrp="1"/>
          </p:cNvSpPr>
          <p:nvPr>
            <p:ph idx="21"/>
          </p:nvPr>
        </p:nvSpPr>
        <p:spPr>
          <a:xfrm>
            <a:off x="9256280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9" name="Footer Placeholder 10">
            <a:extLst>
              <a:ext uri="{FF2B5EF4-FFF2-40B4-BE49-F238E27FC236}">
                <a16:creationId xmlns:a16="http://schemas.microsoft.com/office/drawing/2014/main" id="{456493A9-E23C-409C-A174-414FC86274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705988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-line title with subhead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60E130A3-E8DD-40D1-97C8-1ADDAAE7BDA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7200" y="1283032"/>
            <a:ext cx="11274425" cy="365125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1C23D10D-1090-4427-9F31-293A8D9B4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4" name="Footer Placeholder 10">
            <a:extLst>
              <a:ext uri="{FF2B5EF4-FFF2-40B4-BE49-F238E27FC236}">
                <a16:creationId xmlns:a16="http://schemas.microsoft.com/office/drawing/2014/main" id="{1C314CCC-913F-4DA2-91CF-D7C89A96EFF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326907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yebrow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0">
            <a:extLst>
              <a:ext uri="{FF2B5EF4-FFF2-40B4-BE49-F238E27FC236}">
                <a16:creationId xmlns:a16="http://schemas.microsoft.com/office/drawing/2014/main" id="{15EB4C16-F274-42E0-B1FF-E1717C7E87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869950"/>
            <a:ext cx="11274552" cy="753995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AF75BD6-4444-4897-A7D2-43BB9BBF2C48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57200" y="431800"/>
            <a:ext cx="5937250" cy="198438"/>
          </a:xfrm>
        </p:spPr>
        <p:txBody>
          <a:bodyPr>
            <a:noAutofit/>
          </a:bodyPr>
          <a:lstStyle>
            <a:lvl1pPr marL="0" indent="0">
              <a:buNone/>
              <a:defRPr lang="en-US" sz="1100" b="1" kern="1200" cap="all" spc="200" baseline="0" dirty="0">
                <a:solidFill>
                  <a:schemeClr val="tx1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</a:pPr>
            <a:r>
              <a:rPr lang="en-US"/>
              <a:t>CLICK TO ADD EYEBROW</a:t>
            </a:r>
          </a:p>
        </p:txBody>
      </p:sp>
      <p:sp>
        <p:nvSpPr>
          <p:cNvPr id="5" name="Footer Placeholder 10">
            <a:extLst>
              <a:ext uri="{FF2B5EF4-FFF2-40B4-BE49-F238E27FC236}">
                <a16:creationId xmlns:a16="http://schemas.microsoft.com/office/drawing/2014/main" id="{4A4DCBC1-8EA3-4E87-837A-83F17AC845B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C1DC05-006E-F738-0EB7-C5B89C35E3DD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57200" y="1967113"/>
            <a:ext cx="11274425" cy="431938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51567634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yebrow and title: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B2A4FB-D20C-E24D-1F1A-3662166BAE39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57200" y="1967110"/>
            <a:ext cx="5463540" cy="4319387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037FE79-DBDE-5F53-2F29-E0206E2B2114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6268212" y="1967111"/>
            <a:ext cx="5463540" cy="431938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16" name="Title 10">
            <a:extLst>
              <a:ext uri="{FF2B5EF4-FFF2-40B4-BE49-F238E27FC236}">
                <a16:creationId xmlns:a16="http://schemas.microsoft.com/office/drawing/2014/main" id="{15EB4C16-F274-42E0-B1FF-E1717C7E87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869950"/>
            <a:ext cx="11274552" cy="753995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21" name="Content Placeholder 5">
            <a:extLst>
              <a:ext uri="{FF2B5EF4-FFF2-40B4-BE49-F238E27FC236}">
                <a16:creationId xmlns:a16="http://schemas.microsoft.com/office/drawing/2014/main" id="{0E0E0026-750C-4749-8A4B-F50BDFEB1D84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57200" y="431800"/>
            <a:ext cx="5937250" cy="198438"/>
          </a:xfrm>
        </p:spPr>
        <p:txBody>
          <a:bodyPr vert="horz" lIns="0" tIns="0" rIns="0" bIns="0" rtlCol="0">
            <a:noAutofit/>
          </a:bodyPr>
          <a:lstStyle>
            <a:lvl1pPr>
              <a:defRPr lang="en-US" sz="1100" b="1" cap="all" spc="200" baseline="0">
                <a:latin typeface="+mj-lt"/>
              </a:defRPr>
            </a:lvl1pPr>
          </a:lstStyle>
          <a:p>
            <a:pPr lvl="0">
              <a:spcBef>
                <a:spcPts val="600"/>
              </a:spcBef>
              <a:buFontTx/>
            </a:pPr>
            <a:r>
              <a:rPr lang="en-US"/>
              <a:t>CLICK TO ADD EYEBROW</a:t>
            </a:r>
          </a:p>
        </p:txBody>
      </p:sp>
      <p:sp>
        <p:nvSpPr>
          <p:cNvPr id="6" name="Footer Placeholder 10">
            <a:extLst>
              <a:ext uri="{FF2B5EF4-FFF2-40B4-BE49-F238E27FC236}">
                <a16:creationId xmlns:a16="http://schemas.microsoft.com/office/drawing/2014/main" id="{82695469-62BA-4F8A-9BAF-A9C4A0869C1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062561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yebrow and title: Two content weighted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DF1117-59D9-A64E-88A8-03E6E5A4BE6A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57200" y="1967113"/>
            <a:ext cx="3538497" cy="4319387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B49516B-F45D-9D14-C233-CD4CBC97DB01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341477" y="1967113"/>
            <a:ext cx="7390273" cy="4319387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16" name="Title 10">
            <a:extLst>
              <a:ext uri="{FF2B5EF4-FFF2-40B4-BE49-F238E27FC236}">
                <a16:creationId xmlns:a16="http://schemas.microsoft.com/office/drawing/2014/main" id="{15EB4C16-F274-42E0-B1FF-E1717C7E87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869950"/>
            <a:ext cx="11274552" cy="753995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21" name="Content Placeholder 5">
            <a:extLst>
              <a:ext uri="{FF2B5EF4-FFF2-40B4-BE49-F238E27FC236}">
                <a16:creationId xmlns:a16="http://schemas.microsoft.com/office/drawing/2014/main" id="{B26C481B-8F05-454E-B9A0-E5483867A6CE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57200" y="431800"/>
            <a:ext cx="5937250" cy="198438"/>
          </a:xfrm>
        </p:spPr>
        <p:txBody>
          <a:bodyPr vert="horz" lIns="0" tIns="0" rIns="0" bIns="0" rtlCol="0">
            <a:noAutofit/>
          </a:bodyPr>
          <a:lstStyle>
            <a:lvl1pPr>
              <a:defRPr lang="en-US" sz="1100" b="1" cap="all" spc="200" baseline="0" dirty="0">
                <a:latin typeface="+mj-lt"/>
              </a:defRPr>
            </a:lvl1pPr>
          </a:lstStyle>
          <a:p>
            <a:pPr lvl="0">
              <a:spcBef>
                <a:spcPts val="600"/>
              </a:spcBef>
              <a:buFontTx/>
            </a:pPr>
            <a:r>
              <a:rPr lang="en-US" dirty="0"/>
              <a:t>CLICK TO ADD EYEBROW</a:t>
            </a:r>
          </a:p>
        </p:txBody>
      </p:sp>
      <p:sp>
        <p:nvSpPr>
          <p:cNvPr id="6" name="Footer Placeholder 10">
            <a:extLst>
              <a:ext uri="{FF2B5EF4-FFF2-40B4-BE49-F238E27FC236}">
                <a16:creationId xmlns:a16="http://schemas.microsoft.com/office/drawing/2014/main" id="{2A3D27C5-73FD-45B9-8B63-64387D57F04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09587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yebrow and title: Two content weighted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BD8BB00-1CA4-78E2-2579-EB8D4E880AE5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57200" y="1967113"/>
            <a:ext cx="7395881" cy="431938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AD86D8F-1B52-2C03-D701-7D22429A2492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8198863" y="1967113"/>
            <a:ext cx="3519034" cy="431938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16" name="Title 10">
            <a:extLst>
              <a:ext uri="{FF2B5EF4-FFF2-40B4-BE49-F238E27FC236}">
                <a16:creationId xmlns:a16="http://schemas.microsoft.com/office/drawing/2014/main" id="{15EB4C16-F274-42E0-B1FF-E1717C7E87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869950"/>
            <a:ext cx="11274552" cy="753995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20" name="Content Placeholder 5">
            <a:extLst>
              <a:ext uri="{FF2B5EF4-FFF2-40B4-BE49-F238E27FC236}">
                <a16:creationId xmlns:a16="http://schemas.microsoft.com/office/drawing/2014/main" id="{862AB041-0459-420C-AFE3-C7423F7F4616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57200" y="431800"/>
            <a:ext cx="5937250" cy="198438"/>
          </a:xfrm>
        </p:spPr>
        <p:txBody>
          <a:bodyPr vert="horz" lIns="0" tIns="0" rIns="0" bIns="0" rtlCol="0">
            <a:noAutofit/>
          </a:bodyPr>
          <a:lstStyle>
            <a:lvl1pPr>
              <a:defRPr lang="en-US" sz="1100" b="1" cap="all" spc="200" baseline="0">
                <a:latin typeface="+mj-lt"/>
              </a:defRPr>
            </a:lvl1pPr>
          </a:lstStyle>
          <a:p>
            <a:pPr lvl="0">
              <a:spcBef>
                <a:spcPts val="600"/>
              </a:spcBef>
              <a:buFontTx/>
            </a:pPr>
            <a:r>
              <a:rPr lang="en-US" dirty="0"/>
              <a:t>CLICK TO ADD EYEBROW</a:t>
            </a:r>
          </a:p>
        </p:txBody>
      </p:sp>
      <p:sp>
        <p:nvSpPr>
          <p:cNvPr id="6" name="Footer Placeholder 10">
            <a:extLst>
              <a:ext uri="{FF2B5EF4-FFF2-40B4-BE49-F238E27FC236}">
                <a16:creationId xmlns:a16="http://schemas.microsoft.com/office/drawing/2014/main" id="{44CBCC9F-B157-48A2-8BCD-F4134ED0D8A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9878190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yebrow and title: 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D0FB5A-DE6D-A88A-FE9B-0EC06DDF8590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57200" y="1967113"/>
            <a:ext cx="3523817" cy="4313037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CCC7378-96F3-0BE2-A9E9-820F178A5D1F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4334091" y="1967113"/>
            <a:ext cx="3523816" cy="4313037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21E5068E-D382-F80C-7B98-62E993F74152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8198863" y="1967113"/>
            <a:ext cx="3524250" cy="4313037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16" name="Title 10">
            <a:extLst>
              <a:ext uri="{FF2B5EF4-FFF2-40B4-BE49-F238E27FC236}">
                <a16:creationId xmlns:a16="http://schemas.microsoft.com/office/drawing/2014/main" id="{15EB4C16-F274-42E0-B1FF-E1717C7E87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869950"/>
            <a:ext cx="11274552" cy="753995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7" name="Footer Placeholder 10">
            <a:extLst>
              <a:ext uri="{FF2B5EF4-FFF2-40B4-BE49-F238E27FC236}">
                <a16:creationId xmlns:a16="http://schemas.microsoft.com/office/drawing/2014/main" id="{DCBE6651-8BD1-4E33-8D74-09677F47D6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sp>
        <p:nvSpPr>
          <p:cNvPr id="8" name="Content Placeholder 5">
            <a:extLst>
              <a:ext uri="{FF2B5EF4-FFF2-40B4-BE49-F238E27FC236}">
                <a16:creationId xmlns:a16="http://schemas.microsoft.com/office/drawing/2014/main" id="{2F760F50-2662-608E-F6AC-A961A45EF208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457200" y="431800"/>
            <a:ext cx="5937250" cy="198438"/>
          </a:xfrm>
        </p:spPr>
        <p:txBody>
          <a:bodyPr vert="horz" lIns="0" tIns="0" rIns="0" bIns="0" rtlCol="0">
            <a:noAutofit/>
          </a:bodyPr>
          <a:lstStyle>
            <a:lvl1pPr>
              <a:defRPr lang="en-US" sz="1100" b="1" cap="all" spc="200" baseline="0">
                <a:latin typeface="+mj-lt"/>
              </a:defRPr>
            </a:lvl1pPr>
          </a:lstStyle>
          <a:p>
            <a:pPr lvl="0">
              <a:spcBef>
                <a:spcPts val="600"/>
              </a:spcBef>
              <a:buFontTx/>
            </a:pPr>
            <a:r>
              <a:rPr lang="en-US"/>
              <a:t>CLICK TO ADD EYEBROW</a:t>
            </a:r>
          </a:p>
        </p:txBody>
      </p:sp>
    </p:spTree>
    <p:extLst>
      <p:ext uri="{BB962C8B-B14F-4D97-AF65-F5344CB8AC3E}">
        <p14:creationId xmlns:p14="http://schemas.microsoft.com/office/powerpoint/2010/main" val="266342612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yebrow and title: Fou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0">
            <a:extLst>
              <a:ext uri="{FF2B5EF4-FFF2-40B4-BE49-F238E27FC236}">
                <a16:creationId xmlns:a16="http://schemas.microsoft.com/office/drawing/2014/main" id="{15EB4C16-F274-42E0-B1FF-E1717C7E87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869950"/>
            <a:ext cx="11274552" cy="753995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5A5FF981-4ABF-4AA7-BA8F-4DC0D5291152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457200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868D8A6A-0A57-4651-9366-A02DB21541BF}"/>
              </a:ext>
            </a:extLst>
          </p:cNvPr>
          <p:cNvSpPr>
            <a:spLocks noGrp="1"/>
          </p:cNvSpPr>
          <p:nvPr>
            <p:ph idx="19"/>
          </p:nvPr>
        </p:nvSpPr>
        <p:spPr>
          <a:xfrm>
            <a:off x="3389212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FBF88B71-0BB2-4601-B2CE-F4F9B29D02DE}"/>
              </a:ext>
            </a:extLst>
          </p:cNvPr>
          <p:cNvSpPr>
            <a:spLocks noGrp="1"/>
          </p:cNvSpPr>
          <p:nvPr>
            <p:ph idx="20"/>
          </p:nvPr>
        </p:nvSpPr>
        <p:spPr>
          <a:xfrm>
            <a:off x="6322747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29" name="Content Placeholder 2">
            <a:extLst>
              <a:ext uri="{FF2B5EF4-FFF2-40B4-BE49-F238E27FC236}">
                <a16:creationId xmlns:a16="http://schemas.microsoft.com/office/drawing/2014/main" id="{3CC96474-5772-40F1-BF7B-AB01EC8D4AB9}"/>
              </a:ext>
            </a:extLst>
          </p:cNvPr>
          <p:cNvSpPr>
            <a:spLocks noGrp="1"/>
          </p:cNvSpPr>
          <p:nvPr>
            <p:ph idx="21"/>
          </p:nvPr>
        </p:nvSpPr>
        <p:spPr>
          <a:xfrm>
            <a:off x="9256280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20" name="Content Placeholder 5">
            <a:extLst>
              <a:ext uri="{FF2B5EF4-FFF2-40B4-BE49-F238E27FC236}">
                <a16:creationId xmlns:a16="http://schemas.microsoft.com/office/drawing/2014/main" id="{675F5264-3B10-4E1A-8EAD-38FFE8ACFF6A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57200" y="431800"/>
            <a:ext cx="5937250" cy="198438"/>
          </a:xfrm>
        </p:spPr>
        <p:txBody>
          <a:bodyPr vert="horz" lIns="0" tIns="0" rIns="0" bIns="0" rtlCol="0">
            <a:noAutofit/>
          </a:bodyPr>
          <a:lstStyle>
            <a:lvl1pPr>
              <a:defRPr lang="en-US" sz="1100" b="1" cap="all" spc="200" baseline="0">
                <a:latin typeface="+mj-lt"/>
              </a:defRPr>
            </a:lvl1pPr>
          </a:lstStyle>
          <a:p>
            <a:pPr lvl="0">
              <a:spcBef>
                <a:spcPts val="600"/>
              </a:spcBef>
              <a:buFontTx/>
            </a:pPr>
            <a:r>
              <a:rPr lang="en-US"/>
              <a:t>CLICK TO ADD EYEBROW</a:t>
            </a:r>
          </a:p>
        </p:txBody>
      </p:sp>
      <p:sp>
        <p:nvSpPr>
          <p:cNvPr id="8" name="Footer Placeholder 10">
            <a:extLst>
              <a:ext uri="{FF2B5EF4-FFF2-40B4-BE49-F238E27FC236}">
                <a16:creationId xmlns:a16="http://schemas.microsoft.com/office/drawing/2014/main" id="{6CAFEAFB-1353-42C0-9A13-C38F635AC6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54971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yebrow and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0">
            <a:extLst>
              <a:ext uri="{FF2B5EF4-FFF2-40B4-BE49-F238E27FC236}">
                <a16:creationId xmlns:a16="http://schemas.microsoft.com/office/drawing/2014/main" id="{15EB4C16-F274-42E0-B1FF-E1717C7E87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869950"/>
            <a:ext cx="11274552" cy="753995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AF75BD6-4444-4897-A7D2-43BB9BBF2C48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57200" y="431800"/>
            <a:ext cx="5937250" cy="198438"/>
          </a:xfrm>
        </p:spPr>
        <p:txBody>
          <a:bodyPr vert="horz" lIns="0" tIns="0" rIns="0" bIns="0" rtlCol="0">
            <a:noAutofit/>
          </a:bodyPr>
          <a:lstStyle>
            <a:lvl1pPr>
              <a:defRPr lang="en-US" sz="1100" b="1" cap="all" spc="200" baseline="0">
                <a:latin typeface="+mj-lt"/>
              </a:defRPr>
            </a:lvl1pPr>
          </a:lstStyle>
          <a:p>
            <a:pPr lvl="0">
              <a:spcBef>
                <a:spcPts val="600"/>
              </a:spcBef>
              <a:buFontTx/>
            </a:pPr>
            <a:r>
              <a:rPr lang="en-US"/>
              <a:t>CLICK TO ADD EYEBROW</a:t>
            </a:r>
          </a:p>
        </p:txBody>
      </p:sp>
      <p:sp>
        <p:nvSpPr>
          <p:cNvPr id="4" name="Footer Placeholder 10">
            <a:extLst>
              <a:ext uri="{FF2B5EF4-FFF2-40B4-BE49-F238E27FC236}">
                <a16:creationId xmlns:a16="http://schemas.microsoft.com/office/drawing/2014/main" id="{9D3F7C6D-D349-458D-A76F-C40DAFB994B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710971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 Layout Black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02BE053-41B4-1E68-9FCD-20C3E4C8E483}"/>
              </a:ext>
            </a:extLst>
          </p:cNvPr>
          <p:cNvSpPr txBox="1"/>
          <p:nvPr userDrawn="1"/>
        </p:nvSpPr>
        <p:spPr>
          <a:xfrm>
            <a:off x="681343" y="6501327"/>
            <a:ext cx="730016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r>
              <a:rPr lang="en-US" sz="750" kern="100" cap="all" spc="100" baseline="0" dirty="0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©</a:t>
            </a:r>
            <a:r>
              <a:rPr lang="en-US" sz="750" kern="100" cap="all" spc="20" baseline="0" dirty="0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2025 F5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55B0D5E-6B4C-984B-FE38-77552D039843}"/>
              </a:ext>
            </a:extLst>
          </p:cNvPr>
          <p:cNvSpPr txBox="1"/>
          <p:nvPr userDrawn="1"/>
        </p:nvSpPr>
        <p:spPr>
          <a:xfrm>
            <a:off x="6805" y="6501327"/>
            <a:ext cx="567398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 algn="r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  <a:buFont typeface="Arial" panose="020B0604020202020204" pitchFamily="34" charset="0"/>
              <a:buChar char="​"/>
            </a:pPr>
            <a:fld id="{CB0320B6-2A61-43CE-9396-B5C4FB4B7D43}" type="slidenum">
              <a:rPr lang="en-US" sz="750" b="0" kern="100" cap="all" spc="50" smtClean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pPr marL="0" lvl="4" algn="r">
                <a:lnSpc>
                  <a:spcPct val="85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5"/>
                </a:buClr>
                <a:buFont typeface="Arial" panose="020B0604020202020204" pitchFamily="34" charset="0"/>
                <a:buChar char="​"/>
              </a:pPr>
              <a:t>‹#›</a:t>
            </a:fld>
            <a:endParaRPr lang="en-US" sz="750" b="0" kern="100" cap="all" spc="50">
              <a:solidFill>
                <a:schemeClr val="bg1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4" name="Footer Placeholder 10">
            <a:extLst>
              <a:ext uri="{FF2B5EF4-FFF2-40B4-BE49-F238E27FC236}">
                <a16:creationId xmlns:a16="http://schemas.microsoft.com/office/drawing/2014/main" id="{89FBA006-AAD9-E2DA-9665-227D1C85C1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>
                <a:solidFill>
                  <a:schemeClr val="bg1"/>
                </a:solidFill>
              </a:defRPr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pic>
        <p:nvPicPr>
          <p:cNvPr id="6" name="updated logo" descr="Logo&#10;&#10;Description automatically generated">
            <a:extLst>
              <a:ext uri="{FF2B5EF4-FFF2-40B4-BE49-F238E27FC236}">
                <a16:creationId xmlns:a16="http://schemas.microsoft.com/office/drawing/2014/main" id="{B30F7A4C-0A31-52CE-594B-041F5F76795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89503" y="6431000"/>
            <a:ext cx="246888" cy="24688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0711272-4EC6-A191-3E53-4DB7D1519F9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0" y="0"/>
            <a:ext cx="12192000" cy="9448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FF3AF8C-8BF6-E977-1ED6-76E97B59464B}"/>
              </a:ext>
            </a:extLst>
          </p:cNvPr>
          <p:cNvSpPr txBox="1"/>
          <p:nvPr userDrawn="1"/>
        </p:nvSpPr>
        <p:spPr>
          <a:xfrm>
            <a:off x="13920953" y="10706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 dirty="0"/>
              <a:t>Primary palette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B3EF311-52DE-E691-1034-579E1896A7C5}"/>
              </a:ext>
            </a:extLst>
          </p:cNvPr>
          <p:cNvSpPr/>
          <p:nvPr userDrawn="1"/>
        </p:nvSpPr>
        <p:spPr>
          <a:xfrm>
            <a:off x="13959929" y="377353"/>
            <a:ext cx="618392" cy="618392"/>
          </a:xfrm>
          <a:prstGeom prst="ellipse">
            <a:avLst/>
          </a:prstGeom>
          <a:solidFill>
            <a:srgbClr val="E400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1640CDA-656F-2FE2-1886-B2762FB1B95D}"/>
              </a:ext>
            </a:extLst>
          </p:cNvPr>
          <p:cNvSpPr/>
          <p:nvPr userDrawn="1"/>
        </p:nvSpPr>
        <p:spPr>
          <a:xfrm>
            <a:off x="15084675" y="517318"/>
            <a:ext cx="338462" cy="338462"/>
          </a:xfrm>
          <a:prstGeom prst="ellipse">
            <a:avLst/>
          </a:prstGeom>
          <a:solidFill>
            <a:srgbClr val="F7B2B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F0DE3F64-F8A1-06B4-7961-3E4EAA8F3E1F}"/>
              </a:ext>
            </a:extLst>
          </p:cNvPr>
          <p:cNvSpPr/>
          <p:nvPr userDrawn="1"/>
        </p:nvSpPr>
        <p:spPr>
          <a:xfrm>
            <a:off x="15584292" y="517318"/>
            <a:ext cx="338462" cy="338462"/>
          </a:xfrm>
          <a:prstGeom prst="ellipse">
            <a:avLst/>
          </a:prstGeom>
          <a:solidFill>
            <a:srgbClr val="F066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9724F50A-34DA-2CAF-9733-20F91358702F}"/>
              </a:ext>
            </a:extLst>
          </p:cNvPr>
          <p:cNvSpPr/>
          <p:nvPr userDrawn="1"/>
        </p:nvSpPr>
        <p:spPr>
          <a:xfrm>
            <a:off x="16083909" y="517318"/>
            <a:ext cx="338462" cy="338462"/>
          </a:xfrm>
          <a:prstGeom prst="ellipse">
            <a:avLst/>
          </a:prstGeom>
          <a:solidFill>
            <a:srgbClr val="A7002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5C66B756-E0D2-EFDA-D051-9CC350742CA7}"/>
              </a:ext>
            </a:extLst>
          </p:cNvPr>
          <p:cNvSpPr/>
          <p:nvPr userDrawn="1"/>
        </p:nvSpPr>
        <p:spPr>
          <a:xfrm>
            <a:off x="16583525" y="517318"/>
            <a:ext cx="338462" cy="338462"/>
          </a:xfrm>
          <a:prstGeom prst="ellipse">
            <a:avLst/>
          </a:prstGeom>
          <a:solidFill>
            <a:srgbClr val="72001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8ED3B51-EEE0-2815-2684-180D1A78B636}"/>
              </a:ext>
            </a:extLst>
          </p:cNvPr>
          <p:cNvSpPr txBox="1"/>
          <p:nvPr userDrawn="1"/>
        </p:nvSpPr>
        <p:spPr>
          <a:xfrm>
            <a:off x="15053447" y="10706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 dirty="0"/>
              <a:t>Secondary palette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BEBB1A24-6FC6-544F-5396-EB8EA58AAAF4}"/>
              </a:ext>
            </a:extLst>
          </p:cNvPr>
          <p:cNvSpPr/>
          <p:nvPr userDrawn="1"/>
        </p:nvSpPr>
        <p:spPr>
          <a:xfrm>
            <a:off x="13959929" y="1097294"/>
            <a:ext cx="618392" cy="618392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BC76C706-1B80-5B42-D892-E1D78EAF1F40}"/>
              </a:ext>
            </a:extLst>
          </p:cNvPr>
          <p:cNvSpPr/>
          <p:nvPr userDrawn="1"/>
        </p:nvSpPr>
        <p:spPr>
          <a:xfrm>
            <a:off x="15084675" y="1237259"/>
            <a:ext cx="338462" cy="338462"/>
          </a:xfrm>
          <a:prstGeom prst="ellipse">
            <a:avLst/>
          </a:prstGeom>
          <a:solidFill>
            <a:srgbClr val="FBE1C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FABCF115-0EBC-A99A-1050-09C1BC22D14D}"/>
              </a:ext>
            </a:extLst>
          </p:cNvPr>
          <p:cNvSpPr/>
          <p:nvPr userDrawn="1"/>
        </p:nvSpPr>
        <p:spPr>
          <a:xfrm>
            <a:off x="15584292" y="1237259"/>
            <a:ext cx="338462" cy="338462"/>
          </a:xfrm>
          <a:prstGeom prst="ellipse">
            <a:avLst/>
          </a:prstGeom>
          <a:solidFill>
            <a:srgbClr val="F7C2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9D359ECD-7A38-4105-DFC9-E0960499EEC7}"/>
              </a:ext>
            </a:extLst>
          </p:cNvPr>
          <p:cNvSpPr/>
          <p:nvPr userDrawn="1"/>
        </p:nvSpPr>
        <p:spPr>
          <a:xfrm>
            <a:off x="16083909" y="1237259"/>
            <a:ext cx="338462" cy="338462"/>
          </a:xfrm>
          <a:prstGeom prst="ellipse">
            <a:avLst/>
          </a:prstGeom>
          <a:solidFill>
            <a:srgbClr val="B2742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FD16B759-1DDE-1DB1-296B-D012A47796F4}"/>
              </a:ext>
            </a:extLst>
          </p:cNvPr>
          <p:cNvSpPr/>
          <p:nvPr userDrawn="1"/>
        </p:nvSpPr>
        <p:spPr>
          <a:xfrm>
            <a:off x="16583525" y="1237259"/>
            <a:ext cx="338462" cy="338462"/>
          </a:xfrm>
          <a:prstGeom prst="ellipse">
            <a:avLst/>
          </a:prstGeom>
          <a:solidFill>
            <a:srgbClr val="794D1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BBC9DD16-FA5B-D7A2-D2FC-D2F95F0D5C53}"/>
              </a:ext>
            </a:extLst>
          </p:cNvPr>
          <p:cNvSpPr/>
          <p:nvPr userDrawn="1"/>
        </p:nvSpPr>
        <p:spPr>
          <a:xfrm>
            <a:off x="13959929" y="1817235"/>
            <a:ext cx="618392" cy="6183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CB8563AC-C2CB-DDBA-48DD-DB89A6BB1A65}"/>
              </a:ext>
            </a:extLst>
          </p:cNvPr>
          <p:cNvSpPr/>
          <p:nvPr userDrawn="1"/>
        </p:nvSpPr>
        <p:spPr>
          <a:xfrm>
            <a:off x="15084675" y="1957200"/>
            <a:ext cx="338462" cy="338462"/>
          </a:xfrm>
          <a:prstGeom prst="ellipse">
            <a:avLst/>
          </a:prstGeom>
          <a:solidFill>
            <a:srgbClr val="B7C6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724A5343-199A-4136-972E-A7A7DB801974}"/>
              </a:ext>
            </a:extLst>
          </p:cNvPr>
          <p:cNvSpPr/>
          <p:nvPr userDrawn="1"/>
        </p:nvSpPr>
        <p:spPr>
          <a:xfrm>
            <a:off x="15584292" y="1957200"/>
            <a:ext cx="338462" cy="338462"/>
          </a:xfrm>
          <a:prstGeom prst="ellipse">
            <a:avLst/>
          </a:prstGeom>
          <a:solidFill>
            <a:srgbClr val="6E8D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0373BE05-6E3F-408F-FF03-29C6D2EBFA14}"/>
              </a:ext>
            </a:extLst>
          </p:cNvPr>
          <p:cNvSpPr/>
          <p:nvPr userDrawn="1"/>
        </p:nvSpPr>
        <p:spPr>
          <a:xfrm>
            <a:off x="16083909" y="1957200"/>
            <a:ext cx="338462" cy="338462"/>
          </a:xfrm>
          <a:prstGeom prst="ellipse">
            <a:avLst/>
          </a:prstGeom>
          <a:solidFill>
            <a:srgbClr val="0B31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44DE6423-D527-1B12-C5E1-18B16AFC7104}"/>
              </a:ext>
            </a:extLst>
          </p:cNvPr>
          <p:cNvSpPr/>
          <p:nvPr userDrawn="1"/>
        </p:nvSpPr>
        <p:spPr>
          <a:xfrm>
            <a:off x="16583525" y="1957200"/>
            <a:ext cx="338462" cy="338462"/>
          </a:xfrm>
          <a:prstGeom prst="ellipse">
            <a:avLst/>
          </a:prstGeom>
          <a:solidFill>
            <a:srgbClr val="07215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A4EC0FC7-D801-6D64-6B2A-898BBC2D7DC5}"/>
              </a:ext>
            </a:extLst>
          </p:cNvPr>
          <p:cNvSpPr/>
          <p:nvPr userDrawn="1"/>
        </p:nvSpPr>
        <p:spPr>
          <a:xfrm>
            <a:off x="13959929" y="2537176"/>
            <a:ext cx="618392" cy="618392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214DB9A1-E4FD-4225-8F46-3ECA77CDFA62}"/>
              </a:ext>
            </a:extLst>
          </p:cNvPr>
          <p:cNvSpPr/>
          <p:nvPr userDrawn="1"/>
        </p:nvSpPr>
        <p:spPr>
          <a:xfrm>
            <a:off x="15084675" y="2677141"/>
            <a:ext cx="338462" cy="338462"/>
          </a:xfrm>
          <a:prstGeom prst="ellipse">
            <a:avLst/>
          </a:prstGeom>
          <a:solidFill>
            <a:srgbClr val="E6BE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4636BB53-549C-8A42-D42A-3856F9B275BB}"/>
              </a:ext>
            </a:extLst>
          </p:cNvPr>
          <p:cNvSpPr/>
          <p:nvPr userDrawn="1"/>
        </p:nvSpPr>
        <p:spPr>
          <a:xfrm>
            <a:off x="15584292" y="2677141"/>
            <a:ext cx="338462" cy="338462"/>
          </a:xfrm>
          <a:prstGeom prst="ellipse">
            <a:avLst/>
          </a:prstGeom>
          <a:solidFill>
            <a:srgbClr val="CD7DB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536D9342-0353-758E-A6BF-C2CDFDFF1551}"/>
              </a:ext>
            </a:extLst>
          </p:cNvPr>
          <p:cNvSpPr/>
          <p:nvPr userDrawn="1"/>
        </p:nvSpPr>
        <p:spPr>
          <a:xfrm>
            <a:off x="16083909" y="2677141"/>
            <a:ext cx="338462" cy="338462"/>
          </a:xfrm>
          <a:prstGeom prst="ellipse">
            <a:avLst/>
          </a:prstGeom>
          <a:solidFill>
            <a:srgbClr val="801D6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E5F11BCF-7E53-B412-CF0D-794075FAE80D}"/>
              </a:ext>
            </a:extLst>
          </p:cNvPr>
          <p:cNvSpPr/>
          <p:nvPr userDrawn="1"/>
        </p:nvSpPr>
        <p:spPr>
          <a:xfrm>
            <a:off x="16583525" y="2677141"/>
            <a:ext cx="338462" cy="338462"/>
          </a:xfrm>
          <a:prstGeom prst="ellipse">
            <a:avLst/>
          </a:prstGeom>
          <a:solidFill>
            <a:srgbClr val="5614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7412552D-BEC6-D5A8-3082-8FA0D2A28692}"/>
              </a:ext>
            </a:extLst>
          </p:cNvPr>
          <p:cNvSpPr/>
          <p:nvPr userDrawn="1"/>
        </p:nvSpPr>
        <p:spPr>
          <a:xfrm>
            <a:off x="13959929" y="3257117"/>
            <a:ext cx="618392" cy="61839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DF3F8D10-18F1-1215-DB48-8B48EE006DDE}"/>
              </a:ext>
            </a:extLst>
          </p:cNvPr>
          <p:cNvSpPr/>
          <p:nvPr userDrawn="1"/>
        </p:nvSpPr>
        <p:spPr>
          <a:xfrm>
            <a:off x="15084675" y="3397082"/>
            <a:ext cx="338462" cy="338462"/>
          </a:xfrm>
          <a:prstGeom prst="ellipse">
            <a:avLst/>
          </a:prstGeom>
          <a:solidFill>
            <a:srgbClr val="B2DFC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49932621-6C39-C3B8-0D48-AEF8FC7E69D1}"/>
              </a:ext>
            </a:extLst>
          </p:cNvPr>
          <p:cNvSpPr/>
          <p:nvPr userDrawn="1"/>
        </p:nvSpPr>
        <p:spPr>
          <a:xfrm>
            <a:off x="15584292" y="3397082"/>
            <a:ext cx="338462" cy="338462"/>
          </a:xfrm>
          <a:prstGeom prst="ellipse">
            <a:avLst/>
          </a:prstGeom>
          <a:solidFill>
            <a:srgbClr val="66C0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B02990E9-C857-B734-4D55-165506F31D84}"/>
              </a:ext>
            </a:extLst>
          </p:cNvPr>
          <p:cNvSpPr/>
          <p:nvPr userDrawn="1"/>
        </p:nvSpPr>
        <p:spPr>
          <a:xfrm>
            <a:off x="16083909" y="3397082"/>
            <a:ext cx="338462" cy="338462"/>
          </a:xfrm>
          <a:prstGeom prst="ellipse">
            <a:avLst/>
          </a:prstGeom>
          <a:solidFill>
            <a:srgbClr val="0071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E1822A92-B38F-07B8-3FC6-D98BEA9A1E40}"/>
              </a:ext>
            </a:extLst>
          </p:cNvPr>
          <p:cNvSpPr/>
          <p:nvPr userDrawn="1"/>
        </p:nvSpPr>
        <p:spPr>
          <a:xfrm>
            <a:off x="16583525" y="3397082"/>
            <a:ext cx="338462" cy="338462"/>
          </a:xfrm>
          <a:prstGeom prst="ellipse">
            <a:avLst/>
          </a:prstGeom>
          <a:solidFill>
            <a:srgbClr val="004B1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FF4D9B0B-4E66-DE51-DBCE-051174713802}"/>
              </a:ext>
            </a:extLst>
          </p:cNvPr>
          <p:cNvSpPr/>
          <p:nvPr userDrawn="1"/>
        </p:nvSpPr>
        <p:spPr>
          <a:xfrm>
            <a:off x="13959929" y="3977058"/>
            <a:ext cx="618392" cy="6183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122B03B6-66D0-F1B9-66D8-848583646BD1}"/>
              </a:ext>
            </a:extLst>
          </p:cNvPr>
          <p:cNvSpPr/>
          <p:nvPr userDrawn="1"/>
        </p:nvSpPr>
        <p:spPr>
          <a:xfrm>
            <a:off x="15084675" y="4117023"/>
            <a:ext cx="338462" cy="338462"/>
          </a:xfrm>
          <a:prstGeom prst="ellipse">
            <a:avLst/>
          </a:prstGeom>
          <a:solidFill>
            <a:srgbClr val="D0BC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85" name="Oval 84">
            <a:extLst>
              <a:ext uri="{FF2B5EF4-FFF2-40B4-BE49-F238E27FC236}">
                <a16:creationId xmlns:a16="http://schemas.microsoft.com/office/drawing/2014/main" id="{9A5ED619-C75B-77B0-54CE-FB5CBD5C1F15}"/>
              </a:ext>
            </a:extLst>
          </p:cNvPr>
          <p:cNvSpPr/>
          <p:nvPr userDrawn="1"/>
        </p:nvSpPr>
        <p:spPr>
          <a:xfrm>
            <a:off x="15584292" y="4117023"/>
            <a:ext cx="338462" cy="338462"/>
          </a:xfrm>
          <a:prstGeom prst="ellipse">
            <a:avLst/>
          </a:prstGeom>
          <a:solidFill>
            <a:srgbClr val="A17AB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8C0C035F-A6ED-45E6-7BE0-778D4B900163}"/>
              </a:ext>
            </a:extLst>
          </p:cNvPr>
          <p:cNvSpPr/>
          <p:nvPr userDrawn="1"/>
        </p:nvSpPr>
        <p:spPr>
          <a:xfrm>
            <a:off x="16083909" y="4117023"/>
            <a:ext cx="338462" cy="338462"/>
          </a:xfrm>
          <a:prstGeom prst="ellipse">
            <a:avLst/>
          </a:prstGeom>
          <a:solidFill>
            <a:srgbClr val="3813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103E0462-799D-63CE-2CCC-6F132F22E2F8}"/>
              </a:ext>
            </a:extLst>
          </p:cNvPr>
          <p:cNvSpPr/>
          <p:nvPr userDrawn="1"/>
        </p:nvSpPr>
        <p:spPr>
          <a:xfrm>
            <a:off x="16583525" y="4117023"/>
            <a:ext cx="338462" cy="338462"/>
          </a:xfrm>
          <a:prstGeom prst="ellipse">
            <a:avLst/>
          </a:prstGeom>
          <a:solidFill>
            <a:srgbClr val="250D3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DE79FCA5-4920-1266-EDBB-2D20D8E43BEE}"/>
              </a:ext>
            </a:extLst>
          </p:cNvPr>
          <p:cNvSpPr/>
          <p:nvPr userDrawn="1"/>
        </p:nvSpPr>
        <p:spPr>
          <a:xfrm>
            <a:off x="13959929" y="4652930"/>
            <a:ext cx="618392" cy="618392"/>
          </a:xfrm>
          <a:prstGeom prst="ellipse">
            <a:avLst/>
          </a:prstGeom>
          <a:solidFill>
            <a:srgbClr val="007B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9ADEF5E0-6B1F-48E2-2B6F-93623572813A}"/>
              </a:ext>
            </a:extLst>
          </p:cNvPr>
          <p:cNvSpPr/>
          <p:nvPr userDrawn="1"/>
        </p:nvSpPr>
        <p:spPr>
          <a:xfrm>
            <a:off x="15084675" y="4836963"/>
            <a:ext cx="338462" cy="338462"/>
          </a:xfrm>
          <a:prstGeom prst="ellipse">
            <a:avLst/>
          </a:prstGeom>
          <a:solidFill>
            <a:srgbClr val="B2D7E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3041215E-30C8-1778-A1C2-B1F2212649A8}"/>
              </a:ext>
            </a:extLst>
          </p:cNvPr>
          <p:cNvSpPr/>
          <p:nvPr userDrawn="1"/>
        </p:nvSpPr>
        <p:spPr>
          <a:xfrm>
            <a:off x="15584292" y="4836963"/>
            <a:ext cx="338462" cy="338462"/>
          </a:xfrm>
          <a:prstGeom prst="ellipse">
            <a:avLst/>
          </a:prstGeom>
          <a:solidFill>
            <a:srgbClr val="66AF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612E9D98-CC06-76AF-8B5A-72C99B31A868}"/>
              </a:ext>
            </a:extLst>
          </p:cNvPr>
          <p:cNvSpPr/>
          <p:nvPr userDrawn="1"/>
        </p:nvSpPr>
        <p:spPr>
          <a:xfrm>
            <a:off x="16083909" y="4836963"/>
            <a:ext cx="338462" cy="338462"/>
          </a:xfrm>
          <a:prstGeom prst="ellipse">
            <a:avLst/>
          </a:prstGeom>
          <a:solidFill>
            <a:srgbClr val="005C8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1E4AFF7C-E24F-BD5B-D366-E761C9FE7E0E}"/>
              </a:ext>
            </a:extLst>
          </p:cNvPr>
          <p:cNvSpPr/>
          <p:nvPr userDrawn="1"/>
        </p:nvSpPr>
        <p:spPr>
          <a:xfrm>
            <a:off x="16583525" y="4836963"/>
            <a:ext cx="338462" cy="338462"/>
          </a:xfrm>
          <a:prstGeom prst="ellipse">
            <a:avLst/>
          </a:prstGeom>
          <a:solidFill>
            <a:srgbClr val="003D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4A97C000-16B3-2EBE-A8F0-C54DFB565F90}"/>
              </a:ext>
            </a:extLst>
          </p:cNvPr>
          <p:cNvSpPr txBox="1"/>
          <p:nvPr userDrawn="1"/>
        </p:nvSpPr>
        <p:spPr>
          <a:xfrm>
            <a:off x="13920953" y="570792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 dirty="0"/>
              <a:t>Product Group Colors</a:t>
            </a:r>
          </a:p>
        </p:txBody>
      </p: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A456F0D9-3A8B-F010-A1B2-179763FBC44A}"/>
              </a:ext>
            </a:extLst>
          </p:cNvPr>
          <p:cNvCxnSpPr>
            <a:cxnSpLocks/>
          </p:cNvCxnSpPr>
          <p:nvPr userDrawn="1"/>
        </p:nvCxnSpPr>
        <p:spPr>
          <a:xfrm>
            <a:off x="13920953" y="5583284"/>
            <a:ext cx="3109779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31E14694-127C-EB71-D823-0C8C423339C3}"/>
              </a:ext>
            </a:extLst>
          </p:cNvPr>
          <p:cNvCxnSpPr>
            <a:cxnSpLocks/>
          </p:cNvCxnSpPr>
          <p:nvPr userDrawn="1"/>
        </p:nvCxnSpPr>
        <p:spPr>
          <a:xfrm>
            <a:off x="13920953" y="0"/>
            <a:ext cx="907751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88846252-4BA6-454C-F2C0-6E1885751A5E}"/>
              </a:ext>
            </a:extLst>
          </p:cNvPr>
          <p:cNvCxnSpPr>
            <a:cxnSpLocks/>
          </p:cNvCxnSpPr>
          <p:nvPr userDrawn="1"/>
        </p:nvCxnSpPr>
        <p:spPr>
          <a:xfrm>
            <a:off x="15040681" y="0"/>
            <a:ext cx="1963661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Rectangle 96">
            <a:extLst>
              <a:ext uri="{FF2B5EF4-FFF2-40B4-BE49-F238E27FC236}">
                <a16:creationId xmlns:a16="http://schemas.microsoft.com/office/drawing/2014/main" id="{554E8C43-8450-6CBA-7142-BC7F283CE3E2}"/>
              </a:ext>
            </a:extLst>
          </p:cNvPr>
          <p:cNvSpPr/>
          <p:nvPr userDrawn="1"/>
        </p:nvSpPr>
        <p:spPr>
          <a:xfrm>
            <a:off x="14716831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 dirty="0">
                <a:solidFill>
                  <a:schemeClr val="tx1"/>
                </a:solidFill>
                <a:latin typeface="+mn-lt"/>
              </a:rPr>
              <a:t>BIG-IP Next</a:t>
            </a:r>
          </a:p>
        </p:txBody>
      </p:sp>
      <p:sp>
        <p:nvSpPr>
          <p:cNvPr id="98" name="Oval 97">
            <a:extLst>
              <a:ext uri="{FF2B5EF4-FFF2-40B4-BE49-F238E27FC236}">
                <a16:creationId xmlns:a16="http://schemas.microsoft.com/office/drawing/2014/main" id="{83CC6AE2-2660-E986-B1AA-C9C5D6A1D061}"/>
              </a:ext>
            </a:extLst>
          </p:cNvPr>
          <p:cNvSpPr/>
          <p:nvPr userDrawn="1"/>
        </p:nvSpPr>
        <p:spPr>
          <a:xfrm>
            <a:off x="14804987" y="6024739"/>
            <a:ext cx="338462" cy="338462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9A2B5AC1-3639-B007-B72A-D3327E2769B8}"/>
              </a:ext>
            </a:extLst>
          </p:cNvPr>
          <p:cNvSpPr/>
          <p:nvPr userDrawn="1"/>
        </p:nvSpPr>
        <p:spPr>
          <a:xfrm>
            <a:off x="13843869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 dirty="0">
                <a:solidFill>
                  <a:schemeClr val="tx1"/>
                </a:solidFill>
                <a:latin typeface="+mn-lt"/>
              </a:rPr>
              <a:t>Distributed Cloud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75DB2862-925C-7CE3-E01C-C86C8158D0EB}"/>
              </a:ext>
            </a:extLst>
          </p:cNvPr>
          <p:cNvSpPr/>
          <p:nvPr userDrawn="1"/>
        </p:nvSpPr>
        <p:spPr>
          <a:xfrm>
            <a:off x="15568415" y="6388493"/>
            <a:ext cx="91440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000" kern="100" dirty="0">
                <a:solidFill>
                  <a:schemeClr val="tx1"/>
                </a:solidFill>
                <a:latin typeface="+mn-lt"/>
              </a:rPr>
              <a:t>BIG-IP</a:t>
            </a:r>
          </a:p>
        </p:txBody>
      </p:sp>
      <p:sp>
        <p:nvSpPr>
          <p:cNvPr id="101" name="Oval 100">
            <a:extLst>
              <a:ext uri="{FF2B5EF4-FFF2-40B4-BE49-F238E27FC236}">
                <a16:creationId xmlns:a16="http://schemas.microsoft.com/office/drawing/2014/main" id="{9A5749D0-0A7D-2E92-631A-C06C2FEB6532}"/>
              </a:ext>
            </a:extLst>
          </p:cNvPr>
          <p:cNvSpPr/>
          <p:nvPr userDrawn="1"/>
        </p:nvSpPr>
        <p:spPr>
          <a:xfrm>
            <a:off x="13916887" y="6024739"/>
            <a:ext cx="338462" cy="33846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957CC61D-2D18-3891-2077-6B56998DD8EE}"/>
              </a:ext>
            </a:extLst>
          </p:cNvPr>
          <p:cNvSpPr/>
          <p:nvPr userDrawn="1"/>
        </p:nvSpPr>
        <p:spPr>
          <a:xfrm>
            <a:off x="15702617" y="6024739"/>
            <a:ext cx="338462" cy="33846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EBCAC3AD-6926-0CA8-EC81-EEB0066D7D68}"/>
              </a:ext>
            </a:extLst>
          </p:cNvPr>
          <p:cNvSpPr/>
          <p:nvPr userDrawn="1"/>
        </p:nvSpPr>
        <p:spPr>
          <a:xfrm>
            <a:off x="16491659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 dirty="0">
                <a:solidFill>
                  <a:schemeClr val="tx1"/>
                </a:solidFill>
                <a:latin typeface="+mn-lt"/>
              </a:rPr>
              <a:t>NGINX </a:t>
            </a:r>
          </a:p>
        </p:txBody>
      </p:sp>
      <p:sp>
        <p:nvSpPr>
          <p:cNvPr id="104" name="Oval 103">
            <a:extLst>
              <a:ext uri="{FF2B5EF4-FFF2-40B4-BE49-F238E27FC236}">
                <a16:creationId xmlns:a16="http://schemas.microsoft.com/office/drawing/2014/main" id="{58AAE406-372E-4F4B-C37E-7155FCD2FA4B}"/>
              </a:ext>
            </a:extLst>
          </p:cNvPr>
          <p:cNvSpPr/>
          <p:nvPr userDrawn="1"/>
        </p:nvSpPr>
        <p:spPr>
          <a:xfrm>
            <a:off x="16590717" y="6024739"/>
            <a:ext cx="338462" cy="33846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417223517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0">
            <a:extLst>
              <a:ext uri="{FF2B5EF4-FFF2-40B4-BE49-F238E27FC236}">
                <a16:creationId xmlns:a16="http://schemas.microsoft.com/office/drawing/2014/main" id="{6AAA353B-4225-4925-A76E-613DABA5B5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983127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 Black: Pattern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: Shape 5">
            <a:extLst>
              <a:ext uri="{FF2B5EF4-FFF2-40B4-BE49-F238E27FC236}">
                <a16:creationId xmlns:a16="http://schemas.microsoft.com/office/drawing/2014/main" id="{10666487-4E88-236C-F36C-EB0ACE0FAFBE}"/>
              </a:ext>
            </a:extLst>
          </p:cNvPr>
          <p:cNvSpPr/>
          <p:nvPr userDrawn="1"/>
        </p:nvSpPr>
        <p:spPr>
          <a:xfrm>
            <a:off x="1346425" y="96982"/>
            <a:ext cx="8939754" cy="6761018"/>
          </a:xfrm>
          <a:custGeom>
            <a:avLst/>
            <a:gdLst>
              <a:gd name="connsiteX0" fmla="*/ 1503815 w 8939754"/>
              <a:gd name="connsiteY0" fmla="*/ 0 h 6766560"/>
              <a:gd name="connsiteX1" fmla="*/ 7435940 w 8939754"/>
              <a:gd name="connsiteY1" fmla="*/ 0 h 6766560"/>
              <a:gd name="connsiteX2" fmla="*/ 7630557 w 8939754"/>
              <a:gd name="connsiteY2" fmla="*/ 176881 h 6766560"/>
              <a:gd name="connsiteX3" fmla="*/ 8939754 w 8939754"/>
              <a:gd name="connsiteY3" fmla="*/ 3337560 h 6766560"/>
              <a:gd name="connsiteX4" fmla="*/ 7475321 w 8939754"/>
              <a:gd name="connsiteY4" fmla="*/ 6646243 h 6766560"/>
              <a:gd name="connsiteX5" fmla="*/ 7336423 w 8939754"/>
              <a:gd name="connsiteY5" fmla="*/ 6766560 h 6766560"/>
              <a:gd name="connsiteX6" fmla="*/ 1603331 w 8939754"/>
              <a:gd name="connsiteY6" fmla="*/ 6766560 h 6766560"/>
              <a:gd name="connsiteX7" fmla="*/ 1464433 w 8939754"/>
              <a:gd name="connsiteY7" fmla="*/ 6646243 h 6766560"/>
              <a:gd name="connsiteX8" fmla="*/ 0 w 8939754"/>
              <a:gd name="connsiteY8" fmla="*/ 3337560 h 6766560"/>
              <a:gd name="connsiteX9" fmla="*/ 1309197 w 8939754"/>
              <a:gd name="connsiteY9" fmla="*/ 176881 h 67665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939754" h="6766560">
                <a:moveTo>
                  <a:pt x="1503815" y="0"/>
                </a:moveTo>
                <a:lnTo>
                  <a:pt x="7435940" y="0"/>
                </a:lnTo>
                <a:lnTo>
                  <a:pt x="7630557" y="176881"/>
                </a:lnTo>
                <a:cubicBezTo>
                  <a:pt x="8439446" y="985769"/>
                  <a:pt x="8939754" y="2103238"/>
                  <a:pt x="8939754" y="3337560"/>
                </a:cubicBezTo>
                <a:cubicBezTo>
                  <a:pt x="8939754" y="4649027"/>
                  <a:pt x="8374953" y="5828578"/>
                  <a:pt x="7475321" y="6646243"/>
                </a:cubicBezTo>
                <a:lnTo>
                  <a:pt x="7336423" y="6766560"/>
                </a:lnTo>
                <a:lnTo>
                  <a:pt x="1603331" y="6766560"/>
                </a:lnTo>
                <a:lnTo>
                  <a:pt x="1464433" y="6646243"/>
                </a:lnTo>
                <a:cubicBezTo>
                  <a:pt x="564801" y="5828578"/>
                  <a:pt x="0" y="4649027"/>
                  <a:pt x="0" y="3337560"/>
                </a:cubicBezTo>
                <a:cubicBezTo>
                  <a:pt x="0" y="2103238"/>
                  <a:pt x="500308" y="985769"/>
                  <a:pt x="1309197" y="176881"/>
                </a:cubicBezTo>
                <a:close/>
              </a:path>
            </a:pathLst>
          </a:custGeom>
          <a:solidFill>
            <a:srgbClr val="1D1D1D">
              <a:alpha val="92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US" kern="10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DC246434-E95A-E62F-C048-B52CD08D73C3}"/>
              </a:ext>
            </a:extLst>
          </p:cNvPr>
          <p:cNvSpPr/>
          <p:nvPr userDrawn="1"/>
        </p:nvSpPr>
        <p:spPr>
          <a:xfrm>
            <a:off x="1" y="96982"/>
            <a:ext cx="6929793" cy="6761018"/>
          </a:xfrm>
          <a:custGeom>
            <a:avLst/>
            <a:gdLst>
              <a:gd name="connsiteX0" fmla="*/ 0 w 6929793"/>
              <a:gd name="connsiteY0" fmla="*/ 0 h 6761018"/>
              <a:gd name="connsiteX1" fmla="*/ 5425979 w 6929793"/>
              <a:gd name="connsiteY1" fmla="*/ 0 h 6761018"/>
              <a:gd name="connsiteX2" fmla="*/ 5620596 w 6929793"/>
              <a:gd name="connsiteY2" fmla="*/ 176736 h 6761018"/>
              <a:gd name="connsiteX3" fmla="*/ 6929793 w 6929793"/>
              <a:gd name="connsiteY3" fmla="*/ 3334827 h 6761018"/>
              <a:gd name="connsiteX4" fmla="*/ 5465360 w 6929793"/>
              <a:gd name="connsiteY4" fmla="*/ 6640800 h 6761018"/>
              <a:gd name="connsiteX5" fmla="*/ 5326462 w 6929793"/>
              <a:gd name="connsiteY5" fmla="*/ 6761018 h 6761018"/>
              <a:gd name="connsiteX6" fmla="*/ 0 w 6929793"/>
              <a:gd name="connsiteY6" fmla="*/ 6761018 h 67610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929793" h="6761018">
                <a:moveTo>
                  <a:pt x="0" y="0"/>
                </a:moveTo>
                <a:lnTo>
                  <a:pt x="5425979" y="0"/>
                </a:lnTo>
                <a:lnTo>
                  <a:pt x="5620596" y="176736"/>
                </a:lnTo>
                <a:cubicBezTo>
                  <a:pt x="6429485" y="984962"/>
                  <a:pt x="6929793" y="2101516"/>
                  <a:pt x="6929793" y="3334827"/>
                </a:cubicBezTo>
                <a:cubicBezTo>
                  <a:pt x="6929793" y="4645220"/>
                  <a:pt x="6364992" y="5823804"/>
                  <a:pt x="5465360" y="6640800"/>
                </a:cubicBezTo>
                <a:lnTo>
                  <a:pt x="5326462" y="6761018"/>
                </a:lnTo>
                <a:lnTo>
                  <a:pt x="0" y="6761018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US" kern="10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BC706BC-2671-42BA-B78B-426C50D7C0D7}"/>
              </a:ext>
            </a:extLst>
          </p:cNvPr>
          <p:cNvSpPr>
            <a:spLocks noGrp="1"/>
          </p:cNvSpPr>
          <p:nvPr userDrawn="1">
            <p:ph type="title"/>
          </p:nvPr>
        </p:nvSpPr>
        <p:spPr bwMode="black">
          <a:xfrm>
            <a:off x="495952" y="1162051"/>
            <a:ext cx="7415242" cy="2561626"/>
          </a:xfrm>
          <a:prstGeom prst="rect">
            <a:avLst/>
          </a:prstGeom>
        </p:spPr>
        <p:txBody>
          <a:bodyPr anchor="b"/>
          <a:lstStyle>
            <a:lvl1pPr>
              <a:defRPr sz="4800">
                <a:solidFill>
                  <a:srgbClr val="FEFEFE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grpSp>
        <p:nvGrpSpPr>
          <p:cNvPr id="17" name="Group 22">
            <a:extLst>
              <a:ext uri="{FF2B5EF4-FFF2-40B4-BE49-F238E27FC236}">
                <a16:creationId xmlns:a16="http://schemas.microsoft.com/office/drawing/2014/main" id="{E81C2FB5-A4C5-47F5-8604-A8693D6F2F76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11489503" y="6431001"/>
            <a:ext cx="245297" cy="245297"/>
            <a:chOff x="5266" y="0"/>
            <a:chExt cx="733" cy="733"/>
          </a:xfrm>
          <a:solidFill>
            <a:schemeClr val="bg1"/>
          </a:solidFill>
        </p:grpSpPr>
        <p:sp>
          <p:nvSpPr>
            <p:cNvPr id="18" name="Freeform 24">
              <a:extLst>
                <a:ext uri="{FF2B5EF4-FFF2-40B4-BE49-F238E27FC236}">
                  <a16:creationId xmlns:a16="http://schemas.microsoft.com/office/drawing/2014/main" id="{B62E0890-58BF-4B2C-856B-D6D2E94F696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360" y="611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73737"/>
                </a:solidFill>
                <a:effectLst/>
                <a:uLnTx/>
                <a:uFillTx/>
                <a:latin typeface="Arial Narrow"/>
                <a:ea typeface="+mn-ea"/>
                <a:cs typeface="+mn-cs"/>
              </a:endParaRPr>
            </a:p>
          </p:txBody>
        </p:sp>
        <p:sp>
          <p:nvSpPr>
            <p:cNvPr id="19" name="Freeform 25">
              <a:extLst>
                <a:ext uri="{FF2B5EF4-FFF2-40B4-BE49-F238E27FC236}">
                  <a16:creationId xmlns:a16="http://schemas.microsoft.com/office/drawing/2014/main" id="{5F0ECFCF-334C-4E4C-A25A-7E52C759FC3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5911" y="645"/>
              <a:ext cx="55" cy="55"/>
            </a:xfrm>
            <a:custGeom>
              <a:avLst/>
              <a:gdLst>
                <a:gd name="T0" fmla="*/ 277 w 345"/>
                <a:gd name="T1" fmla="*/ 68 h 345"/>
                <a:gd name="T2" fmla="*/ 320 w 345"/>
                <a:gd name="T3" fmla="*/ 172 h 345"/>
                <a:gd name="T4" fmla="*/ 277 w 345"/>
                <a:gd name="T5" fmla="*/ 278 h 345"/>
                <a:gd name="T6" fmla="*/ 172 w 345"/>
                <a:gd name="T7" fmla="*/ 322 h 345"/>
                <a:gd name="T8" fmla="*/ 67 w 345"/>
                <a:gd name="T9" fmla="*/ 278 h 345"/>
                <a:gd name="T10" fmla="*/ 24 w 345"/>
                <a:gd name="T11" fmla="*/ 172 h 345"/>
                <a:gd name="T12" fmla="*/ 67 w 345"/>
                <a:gd name="T13" fmla="*/ 68 h 345"/>
                <a:gd name="T14" fmla="*/ 172 w 345"/>
                <a:gd name="T15" fmla="*/ 23 h 345"/>
                <a:gd name="T16" fmla="*/ 277 w 345"/>
                <a:gd name="T17" fmla="*/ 68 h 345"/>
                <a:gd name="T18" fmla="*/ 295 w 345"/>
                <a:gd name="T19" fmla="*/ 50 h 345"/>
                <a:gd name="T20" fmla="*/ 172 w 345"/>
                <a:gd name="T21" fmla="*/ 0 h 345"/>
                <a:gd name="T22" fmla="*/ 51 w 345"/>
                <a:gd name="T23" fmla="*/ 50 h 345"/>
                <a:gd name="T24" fmla="*/ 0 w 345"/>
                <a:gd name="T25" fmla="*/ 172 h 345"/>
                <a:gd name="T26" fmla="*/ 50 w 345"/>
                <a:gd name="T27" fmla="*/ 295 h 345"/>
                <a:gd name="T28" fmla="*/ 172 w 345"/>
                <a:gd name="T29" fmla="*/ 345 h 345"/>
                <a:gd name="T30" fmla="*/ 295 w 345"/>
                <a:gd name="T31" fmla="*/ 295 h 345"/>
                <a:gd name="T32" fmla="*/ 345 w 345"/>
                <a:gd name="T33" fmla="*/ 172 h 345"/>
                <a:gd name="T34" fmla="*/ 295 w 345"/>
                <a:gd name="T35" fmla="*/ 50 h 345"/>
                <a:gd name="T36" fmla="*/ 198 w 345"/>
                <a:gd name="T37" fmla="*/ 164 h 345"/>
                <a:gd name="T38" fmla="*/ 166 w 345"/>
                <a:gd name="T39" fmla="*/ 168 h 345"/>
                <a:gd name="T40" fmla="*/ 136 w 345"/>
                <a:gd name="T41" fmla="*/ 168 h 345"/>
                <a:gd name="T42" fmla="*/ 136 w 345"/>
                <a:gd name="T43" fmla="*/ 100 h 345"/>
                <a:gd name="T44" fmla="*/ 164 w 345"/>
                <a:gd name="T45" fmla="*/ 100 h 345"/>
                <a:gd name="T46" fmla="*/ 205 w 345"/>
                <a:gd name="T47" fmla="*/ 107 h 345"/>
                <a:gd name="T48" fmla="*/ 217 w 345"/>
                <a:gd name="T49" fmla="*/ 134 h 345"/>
                <a:gd name="T50" fmla="*/ 198 w 345"/>
                <a:gd name="T51" fmla="*/ 164 h 345"/>
                <a:gd name="T52" fmla="*/ 103 w 345"/>
                <a:gd name="T53" fmla="*/ 266 h 345"/>
                <a:gd name="T54" fmla="*/ 136 w 345"/>
                <a:gd name="T55" fmla="*/ 266 h 345"/>
                <a:gd name="T56" fmla="*/ 136 w 345"/>
                <a:gd name="T57" fmla="*/ 192 h 345"/>
                <a:gd name="T58" fmla="*/ 162 w 345"/>
                <a:gd name="T59" fmla="*/ 192 h 345"/>
                <a:gd name="T60" fmla="*/ 200 w 345"/>
                <a:gd name="T61" fmla="*/ 198 h 345"/>
                <a:gd name="T62" fmla="*/ 217 w 345"/>
                <a:gd name="T63" fmla="*/ 241 h 345"/>
                <a:gd name="T64" fmla="*/ 217 w 345"/>
                <a:gd name="T65" fmla="*/ 256 h 345"/>
                <a:gd name="T66" fmla="*/ 218 w 345"/>
                <a:gd name="T67" fmla="*/ 262 h 345"/>
                <a:gd name="T68" fmla="*/ 218 w 345"/>
                <a:gd name="T69" fmla="*/ 265 h 345"/>
                <a:gd name="T70" fmla="*/ 219 w 345"/>
                <a:gd name="T71" fmla="*/ 266 h 345"/>
                <a:gd name="T72" fmla="*/ 250 w 345"/>
                <a:gd name="T73" fmla="*/ 266 h 345"/>
                <a:gd name="T74" fmla="*/ 249 w 345"/>
                <a:gd name="T75" fmla="*/ 264 h 345"/>
                <a:gd name="T76" fmla="*/ 247 w 345"/>
                <a:gd name="T77" fmla="*/ 254 h 345"/>
                <a:gd name="T78" fmla="*/ 247 w 345"/>
                <a:gd name="T79" fmla="*/ 240 h 345"/>
                <a:gd name="T80" fmla="*/ 247 w 345"/>
                <a:gd name="T81" fmla="*/ 226 h 345"/>
                <a:gd name="T82" fmla="*/ 237 w 345"/>
                <a:gd name="T83" fmla="*/ 197 h 345"/>
                <a:gd name="T84" fmla="*/ 204 w 345"/>
                <a:gd name="T85" fmla="*/ 178 h 345"/>
                <a:gd name="T86" fmla="*/ 231 w 345"/>
                <a:gd name="T87" fmla="*/ 169 h 345"/>
                <a:gd name="T88" fmla="*/ 250 w 345"/>
                <a:gd name="T89" fmla="*/ 132 h 345"/>
                <a:gd name="T90" fmla="*/ 220 w 345"/>
                <a:gd name="T91" fmla="*/ 84 h 345"/>
                <a:gd name="T92" fmla="*/ 169 w 345"/>
                <a:gd name="T93" fmla="*/ 77 h 345"/>
                <a:gd name="T94" fmla="*/ 103 w 345"/>
                <a:gd name="T95" fmla="*/ 77 h 345"/>
                <a:gd name="T96" fmla="*/ 103 w 345"/>
                <a:gd name="T97" fmla="*/ 266 h 3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345" h="345">
                  <a:moveTo>
                    <a:pt x="277" y="68"/>
                  </a:moveTo>
                  <a:cubicBezTo>
                    <a:pt x="306" y="96"/>
                    <a:pt x="320" y="131"/>
                    <a:pt x="320" y="172"/>
                  </a:cubicBezTo>
                  <a:cubicBezTo>
                    <a:pt x="320" y="213"/>
                    <a:pt x="306" y="249"/>
                    <a:pt x="277" y="278"/>
                  </a:cubicBezTo>
                  <a:cubicBezTo>
                    <a:pt x="248" y="307"/>
                    <a:pt x="213" y="322"/>
                    <a:pt x="172" y="322"/>
                  </a:cubicBezTo>
                  <a:cubicBezTo>
                    <a:pt x="131" y="322"/>
                    <a:pt x="96" y="307"/>
                    <a:pt x="67" y="278"/>
                  </a:cubicBezTo>
                  <a:cubicBezTo>
                    <a:pt x="38" y="249"/>
                    <a:pt x="24" y="213"/>
                    <a:pt x="24" y="172"/>
                  </a:cubicBezTo>
                  <a:cubicBezTo>
                    <a:pt x="24" y="131"/>
                    <a:pt x="38" y="96"/>
                    <a:pt x="67" y="68"/>
                  </a:cubicBezTo>
                  <a:cubicBezTo>
                    <a:pt x="96" y="38"/>
                    <a:pt x="131" y="23"/>
                    <a:pt x="172" y="23"/>
                  </a:cubicBezTo>
                  <a:cubicBezTo>
                    <a:pt x="213" y="23"/>
                    <a:pt x="248" y="38"/>
                    <a:pt x="277" y="68"/>
                  </a:cubicBezTo>
                  <a:close/>
                  <a:moveTo>
                    <a:pt x="295" y="50"/>
                  </a:moveTo>
                  <a:cubicBezTo>
                    <a:pt x="261" y="17"/>
                    <a:pt x="220" y="0"/>
                    <a:pt x="172" y="0"/>
                  </a:cubicBezTo>
                  <a:cubicBezTo>
                    <a:pt x="125" y="0"/>
                    <a:pt x="84" y="17"/>
                    <a:pt x="51" y="50"/>
                  </a:cubicBezTo>
                  <a:cubicBezTo>
                    <a:pt x="17" y="84"/>
                    <a:pt x="0" y="125"/>
                    <a:pt x="0" y="172"/>
                  </a:cubicBezTo>
                  <a:cubicBezTo>
                    <a:pt x="0" y="220"/>
                    <a:pt x="17" y="261"/>
                    <a:pt x="50" y="295"/>
                  </a:cubicBezTo>
                  <a:cubicBezTo>
                    <a:pt x="83" y="329"/>
                    <a:pt x="124" y="345"/>
                    <a:pt x="172" y="345"/>
                  </a:cubicBezTo>
                  <a:cubicBezTo>
                    <a:pt x="220" y="345"/>
                    <a:pt x="261" y="329"/>
                    <a:pt x="295" y="295"/>
                  </a:cubicBezTo>
                  <a:cubicBezTo>
                    <a:pt x="328" y="261"/>
                    <a:pt x="345" y="220"/>
                    <a:pt x="345" y="172"/>
                  </a:cubicBezTo>
                  <a:cubicBezTo>
                    <a:pt x="345" y="124"/>
                    <a:pt x="328" y="84"/>
                    <a:pt x="295" y="50"/>
                  </a:cubicBezTo>
                  <a:close/>
                  <a:moveTo>
                    <a:pt x="198" y="164"/>
                  </a:moveTo>
                  <a:cubicBezTo>
                    <a:pt x="191" y="167"/>
                    <a:pt x="180" y="168"/>
                    <a:pt x="166" y="168"/>
                  </a:cubicBezTo>
                  <a:cubicBezTo>
                    <a:pt x="136" y="168"/>
                    <a:pt x="136" y="168"/>
                    <a:pt x="136" y="168"/>
                  </a:cubicBezTo>
                  <a:cubicBezTo>
                    <a:pt x="136" y="100"/>
                    <a:pt x="136" y="100"/>
                    <a:pt x="136" y="100"/>
                  </a:cubicBezTo>
                  <a:cubicBezTo>
                    <a:pt x="164" y="100"/>
                    <a:pt x="164" y="100"/>
                    <a:pt x="164" y="100"/>
                  </a:cubicBezTo>
                  <a:cubicBezTo>
                    <a:pt x="183" y="100"/>
                    <a:pt x="196" y="102"/>
                    <a:pt x="205" y="107"/>
                  </a:cubicBezTo>
                  <a:cubicBezTo>
                    <a:pt x="213" y="112"/>
                    <a:pt x="217" y="121"/>
                    <a:pt x="217" y="134"/>
                  </a:cubicBezTo>
                  <a:cubicBezTo>
                    <a:pt x="217" y="149"/>
                    <a:pt x="211" y="159"/>
                    <a:pt x="198" y="164"/>
                  </a:cubicBezTo>
                  <a:close/>
                  <a:moveTo>
                    <a:pt x="103" y="266"/>
                  </a:moveTo>
                  <a:cubicBezTo>
                    <a:pt x="136" y="266"/>
                    <a:pt x="136" y="266"/>
                    <a:pt x="136" y="266"/>
                  </a:cubicBezTo>
                  <a:cubicBezTo>
                    <a:pt x="136" y="192"/>
                    <a:pt x="136" y="192"/>
                    <a:pt x="136" y="192"/>
                  </a:cubicBezTo>
                  <a:cubicBezTo>
                    <a:pt x="162" y="192"/>
                    <a:pt x="162" y="192"/>
                    <a:pt x="162" y="192"/>
                  </a:cubicBezTo>
                  <a:cubicBezTo>
                    <a:pt x="180" y="192"/>
                    <a:pt x="192" y="193"/>
                    <a:pt x="200" y="198"/>
                  </a:cubicBezTo>
                  <a:cubicBezTo>
                    <a:pt x="211" y="205"/>
                    <a:pt x="217" y="219"/>
                    <a:pt x="217" y="241"/>
                  </a:cubicBezTo>
                  <a:cubicBezTo>
                    <a:pt x="217" y="256"/>
                    <a:pt x="217" y="256"/>
                    <a:pt x="217" y="256"/>
                  </a:cubicBezTo>
                  <a:cubicBezTo>
                    <a:pt x="218" y="262"/>
                    <a:pt x="218" y="262"/>
                    <a:pt x="218" y="262"/>
                  </a:cubicBezTo>
                  <a:cubicBezTo>
                    <a:pt x="218" y="263"/>
                    <a:pt x="218" y="264"/>
                    <a:pt x="218" y="265"/>
                  </a:cubicBezTo>
                  <a:cubicBezTo>
                    <a:pt x="219" y="265"/>
                    <a:pt x="219" y="266"/>
                    <a:pt x="219" y="266"/>
                  </a:cubicBezTo>
                  <a:cubicBezTo>
                    <a:pt x="250" y="266"/>
                    <a:pt x="250" y="266"/>
                    <a:pt x="250" y="266"/>
                  </a:cubicBezTo>
                  <a:cubicBezTo>
                    <a:pt x="249" y="264"/>
                    <a:pt x="249" y="264"/>
                    <a:pt x="249" y="264"/>
                  </a:cubicBezTo>
                  <a:cubicBezTo>
                    <a:pt x="248" y="263"/>
                    <a:pt x="248" y="259"/>
                    <a:pt x="247" y="254"/>
                  </a:cubicBezTo>
                  <a:cubicBezTo>
                    <a:pt x="247" y="249"/>
                    <a:pt x="247" y="244"/>
                    <a:pt x="247" y="240"/>
                  </a:cubicBezTo>
                  <a:cubicBezTo>
                    <a:pt x="247" y="226"/>
                    <a:pt x="247" y="226"/>
                    <a:pt x="247" y="226"/>
                  </a:cubicBezTo>
                  <a:cubicBezTo>
                    <a:pt x="247" y="217"/>
                    <a:pt x="244" y="207"/>
                    <a:pt x="237" y="197"/>
                  </a:cubicBezTo>
                  <a:cubicBezTo>
                    <a:pt x="230" y="187"/>
                    <a:pt x="219" y="181"/>
                    <a:pt x="204" y="178"/>
                  </a:cubicBezTo>
                  <a:cubicBezTo>
                    <a:pt x="216" y="176"/>
                    <a:pt x="225" y="173"/>
                    <a:pt x="231" y="169"/>
                  </a:cubicBezTo>
                  <a:cubicBezTo>
                    <a:pt x="244" y="161"/>
                    <a:pt x="250" y="148"/>
                    <a:pt x="250" y="132"/>
                  </a:cubicBezTo>
                  <a:cubicBezTo>
                    <a:pt x="250" y="108"/>
                    <a:pt x="240" y="92"/>
                    <a:pt x="220" y="84"/>
                  </a:cubicBezTo>
                  <a:cubicBezTo>
                    <a:pt x="210" y="79"/>
                    <a:pt x="192" y="77"/>
                    <a:pt x="169" y="77"/>
                  </a:cubicBezTo>
                  <a:cubicBezTo>
                    <a:pt x="103" y="77"/>
                    <a:pt x="103" y="77"/>
                    <a:pt x="103" y="77"/>
                  </a:cubicBezTo>
                  <a:lnTo>
                    <a:pt x="103" y="2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73737"/>
                </a:solidFill>
                <a:effectLst/>
                <a:uLnTx/>
                <a:uFillTx/>
                <a:latin typeface="Arial Narrow"/>
                <a:ea typeface="+mn-ea"/>
                <a:cs typeface="+mn-cs"/>
              </a:endParaRPr>
            </a:p>
          </p:txBody>
        </p:sp>
        <p:sp>
          <p:nvSpPr>
            <p:cNvPr id="20" name="Freeform 26">
              <a:extLst>
                <a:ext uri="{FF2B5EF4-FFF2-40B4-BE49-F238E27FC236}">
                  <a16:creationId xmlns:a16="http://schemas.microsoft.com/office/drawing/2014/main" id="{E82DE2C4-EC6C-4CC8-A8E0-096130653314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266" y="0"/>
              <a:ext cx="733" cy="733"/>
            </a:xfrm>
            <a:custGeom>
              <a:avLst/>
              <a:gdLst>
                <a:gd name="T0" fmla="*/ 4176 w 4576"/>
                <a:gd name="T1" fmla="*/ 996 h 4576"/>
                <a:gd name="T2" fmla="*/ 4106 w 4576"/>
                <a:gd name="T3" fmla="*/ 1355 h 4576"/>
                <a:gd name="T4" fmla="*/ 2907 w 4576"/>
                <a:gd name="T5" fmla="*/ 1262 h 4576"/>
                <a:gd name="T6" fmla="*/ 2797 w 4576"/>
                <a:gd name="T7" fmla="*/ 1612 h 4576"/>
                <a:gd name="T8" fmla="*/ 4141 w 4576"/>
                <a:gd name="T9" fmla="*/ 2094 h 4576"/>
                <a:gd name="T10" fmla="*/ 4386 w 4576"/>
                <a:gd name="T11" fmla="*/ 2839 h 4576"/>
                <a:gd name="T12" fmla="*/ 3944 w 4576"/>
                <a:gd name="T13" fmla="*/ 3672 h 4576"/>
                <a:gd name="T14" fmla="*/ 3173 w 4576"/>
                <a:gd name="T15" fmla="*/ 3966 h 4576"/>
                <a:gd name="T16" fmla="*/ 2263 w 4576"/>
                <a:gd name="T17" fmla="*/ 3848 h 4576"/>
                <a:gd name="T18" fmla="*/ 2082 w 4576"/>
                <a:gd name="T19" fmla="*/ 3429 h 4576"/>
                <a:gd name="T20" fmla="*/ 2101 w 4576"/>
                <a:gd name="T21" fmla="*/ 3327 h 4576"/>
                <a:gd name="T22" fmla="*/ 2301 w 4576"/>
                <a:gd name="T23" fmla="*/ 3133 h 4576"/>
                <a:gd name="T24" fmla="*/ 2390 w 4576"/>
                <a:gd name="T25" fmla="*/ 3119 h 4576"/>
                <a:gd name="T26" fmla="*/ 2659 w 4576"/>
                <a:gd name="T27" fmla="*/ 3526 h 4576"/>
                <a:gd name="T28" fmla="*/ 3240 w 4576"/>
                <a:gd name="T29" fmla="*/ 3784 h 4576"/>
                <a:gd name="T30" fmla="*/ 3753 w 4576"/>
                <a:gd name="T31" fmla="*/ 3318 h 4576"/>
                <a:gd name="T32" fmla="*/ 2217 w 4576"/>
                <a:gd name="T33" fmla="*/ 2488 h 4576"/>
                <a:gd name="T34" fmla="*/ 2812 w 4576"/>
                <a:gd name="T35" fmla="*/ 701 h 4576"/>
                <a:gd name="T36" fmla="*/ 3564 w 4576"/>
                <a:gd name="T37" fmla="*/ 766 h 4576"/>
                <a:gd name="T38" fmla="*/ 4065 w 4576"/>
                <a:gd name="T39" fmla="*/ 848 h 4576"/>
                <a:gd name="T40" fmla="*/ 2288 w 4576"/>
                <a:gd name="T41" fmla="*/ 0 h 4576"/>
                <a:gd name="T42" fmla="*/ 0 w 4576"/>
                <a:gd name="T43" fmla="*/ 2288 h 4576"/>
                <a:gd name="T44" fmla="*/ 445 w 4576"/>
                <a:gd name="T45" fmla="*/ 3644 h 4576"/>
                <a:gd name="T46" fmla="*/ 616 w 4576"/>
                <a:gd name="T47" fmla="*/ 3581 h 4576"/>
                <a:gd name="T48" fmla="*/ 610 w 4576"/>
                <a:gd name="T49" fmla="*/ 3402 h 4576"/>
                <a:gd name="T50" fmla="*/ 565 w 4576"/>
                <a:gd name="T51" fmla="*/ 1982 h 4576"/>
                <a:gd name="T52" fmla="*/ 245 w 4576"/>
                <a:gd name="T53" fmla="*/ 1998 h 4576"/>
                <a:gd name="T54" fmla="*/ 261 w 4576"/>
                <a:gd name="T55" fmla="*/ 1735 h 4576"/>
                <a:gd name="T56" fmla="*/ 579 w 4576"/>
                <a:gd name="T57" fmla="*/ 1707 h 4576"/>
                <a:gd name="T58" fmla="*/ 596 w 4576"/>
                <a:gd name="T59" fmla="*/ 1479 h 4576"/>
                <a:gd name="T60" fmla="*/ 1542 w 4576"/>
                <a:gd name="T61" fmla="*/ 623 h 4576"/>
                <a:gd name="T62" fmla="*/ 1920 w 4576"/>
                <a:gd name="T63" fmla="*/ 561 h 4576"/>
                <a:gd name="T64" fmla="*/ 2018 w 4576"/>
                <a:gd name="T65" fmla="*/ 558 h 4576"/>
                <a:gd name="T66" fmla="*/ 2242 w 4576"/>
                <a:gd name="T67" fmla="*/ 603 h 4576"/>
                <a:gd name="T68" fmla="*/ 2508 w 4576"/>
                <a:gd name="T69" fmla="*/ 807 h 4576"/>
                <a:gd name="T70" fmla="*/ 2505 w 4576"/>
                <a:gd name="T71" fmla="*/ 873 h 4576"/>
                <a:gd name="T72" fmla="*/ 2379 w 4576"/>
                <a:gd name="T73" fmla="*/ 1020 h 4576"/>
                <a:gd name="T74" fmla="*/ 2278 w 4576"/>
                <a:gd name="T75" fmla="*/ 1033 h 4576"/>
                <a:gd name="T76" fmla="*/ 2065 w 4576"/>
                <a:gd name="T77" fmla="*/ 927 h 4576"/>
                <a:gd name="T78" fmla="*/ 1657 w 4576"/>
                <a:gd name="T79" fmla="*/ 818 h 4576"/>
                <a:gd name="T80" fmla="*/ 1466 w 4576"/>
                <a:gd name="T81" fmla="*/ 1048 h 4576"/>
                <a:gd name="T82" fmla="*/ 1438 w 4576"/>
                <a:gd name="T83" fmla="*/ 1664 h 4576"/>
                <a:gd name="T84" fmla="*/ 2218 w 4576"/>
                <a:gd name="T85" fmla="*/ 1651 h 4576"/>
                <a:gd name="T86" fmla="*/ 2218 w 4576"/>
                <a:gd name="T87" fmla="*/ 1831 h 4576"/>
                <a:gd name="T88" fmla="*/ 1959 w 4576"/>
                <a:gd name="T89" fmla="*/ 1950 h 4576"/>
                <a:gd name="T90" fmla="*/ 1431 w 4576"/>
                <a:gd name="T91" fmla="*/ 1957 h 4576"/>
                <a:gd name="T92" fmla="*/ 1454 w 4576"/>
                <a:gd name="T93" fmla="*/ 3469 h 4576"/>
                <a:gd name="T94" fmla="*/ 1482 w 4576"/>
                <a:gd name="T95" fmla="*/ 3663 h 4576"/>
                <a:gd name="T96" fmla="*/ 1961 w 4576"/>
                <a:gd name="T97" fmla="*/ 3789 h 4576"/>
                <a:gd name="T98" fmla="*/ 1965 w 4576"/>
                <a:gd name="T99" fmla="*/ 3947 h 4576"/>
                <a:gd name="T100" fmla="*/ 583 w 4576"/>
                <a:gd name="T101" fmla="*/ 3814 h 4576"/>
                <a:gd name="T102" fmla="*/ 2288 w 4576"/>
                <a:gd name="T103" fmla="*/ 4576 h 4576"/>
                <a:gd name="T104" fmla="*/ 4576 w 4576"/>
                <a:gd name="T105" fmla="*/ 2288 h 4576"/>
                <a:gd name="T106" fmla="*/ 4176 w 4576"/>
                <a:gd name="T107" fmla="*/ 996 h 457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4576" h="4576">
                  <a:moveTo>
                    <a:pt x="4176" y="996"/>
                  </a:moveTo>
                  <a:cubicBezTo>
                    <a:pt x="4148" y="1112"/>
                    <a:pt x="4134" y="1232"/>
                    <a:pt x="4106" y="1355"/>
                  </a:cubicBezTo>
                  <a:cubicBezTo>
                    <a:pt x="3763" y="1310"/>
                    <a:pt x="3360" y="1278"/>
                    <a:pt x="2907" y="1262"/>
                  </a:cubicBezTo>
                  <a:cubicBezTo>
                    <a:pt x="2871" y="1377"/>
                    <a:pt x="2836" y="1489"/>
                    <a:pt x="2797" y="1612"/>
                  </a:cubicBezTo>
                  <a:cubicBezTo>
                    <a:pt x="3555" y="1659"/>
                    <a:pt x="3923" y="1858"/>
                    <a:pt x="4141" y="2094"/>
                  </a:cubicBezTo>
                  <a:cubicBezTo>
                    <a:pt x="4354" y="2332"/>
                    <a:pt x="4399" y="2594"/>
                    <a:pt x="4386" y="2839"/>
                  </a:cubicBezTo>
                  <a:cubicBezTo>
                    <a:pt x="4359" y="3235"/>
                    <a:pt x="4184" y="3486"/>
                    <a:pt x="3944" y="3672"/>
                  </a:cubicBezTo>
                  <a:cubicBezTo>
                    <a:pt x="3702" y="3855"/>
                    <a:pt x="3408" y="3946"/>
                    <a:pt x="3173" y="3966"/>
                  </a:cubicBezTo>
                  <a:cubicBezTo>
                    <a:pt x="2826" y="3991"/>
                    <a:pt x="2362" y="3909"/>
                    <a:pt x="2263" y="3848"/>
                  </a:cubicBezTo>
                  <a:cubicBezTo>
                    <a:pt x="2204" y="3713"/>
                    <a:pt x="2145" y="3577"/>
                    <a:pt x="2082" y="3429"/>
                  </a:cubicBezTo>
                  <a:cubicBezTo>
                    <a:pt x="2067" y="3397"/>
                    <a:pt x="2057" y="3365"/>
                    <a:pt x="2101" y="3327"/>
                  </a:cubicBezTo>
                  <a:cubicBezTo>
                    <a:pt x="2168" y="3262"/>
                    <a:pt x="2233" y="3200"/>
                    <a:pt x="2301" y="3133"/>
                  </a:cubicBezTo>
                  <a:cubicBezTo>
                    <a:pt x="2332" y="3104"/>
                    <a:pt x="2365" y="3076"/>
                    <a:pt x="2390" y="3119"/>
                  </a:cubicBezTo>
                  <a:cubicBezTo>
                    <a:pt x="2484" y="3262"/>
                    <a:pt x="2571" y="3394"/>
                    <a:pt x="2659" y="3526"/>
                  </a:cubicBezTo>
                  <a:cubicBezTo>
                    <a:pt x="2758" y="3673"/>
                    <a:pt x="2910" y="3806"/>
                    <a:pt x="3240" y="3784"/>
                  </a:cubicBezTo>
                  <a:cubicBezTo>
                    <a:pt x="3519" y="3759"/>
                    <a:pt x="3730" y="3549"/>
                    <a:pt x="3753" y="3318"/>
                  </a:cubicBezTo>
                  <a:cubicBezTo>
                    <a:pt x="3777" y="2889"/>
                    <a:pt x="3344" y="2585"/>
                    <a:pt x="2217" y="2488"/>
                  </a:cubicBezTo>
                  <a:cubicBezTo>
                    <a:pt x="2433" y="1835"/>
                    <a:pt x="2644" y="1203"/>
                    <a:pt x="2812" y="701"/>
                  </a:cubicBezTo>
                  <a:cubicBezTo>
                    <a:pt x="3080" y="713"/>
                    <a:pt x="3328" y="735"/>
                    <a:pt x="3564" y="766"/>
                  </a:cubicBezTo>
                  <a:cubicBezTo>
                    <a:pt x="3740" y="788"/>
                    <a:pt x="3902" y="829"/>
                    <a:pt x="4065" y="848"/>
                  </a:cubicBezTo>
                  <a:cubicBezTo>
                    <a:pt x="3646" y="330"/>
                    <a:pt x="3006" y="0"/>
                    <a:pt x="2288" y="0"/>
                  </a:cubicBezTo>
                  <a:cubicBezTo>
                    <a:pt x="1024" y="0"/>
                    <a:pt x="0" y="1024"/>
                    <a:pt x="0" y="2288"/>
                  </a:cubicBezTo>
                  <a:cubicBezTo>
                    <a:pt x="0" y="2796"/>
                    <a:pt x="165" y="3264"/>
                    <a:pt x="445" y="3644"/>
                  </a:cubicBezTo>
                  <a:cubicBezTo>
                    <a:pt x="542" y="3645"/>
                    <a:pt x="609" y="3623"/>
                    <a:pt x="616" y="3581"/>
                  </a:cubicBezTo>
                  <a:cubicBezTo>
                    <a:pt x="625" y="3538"/>
                    <a:pt x="618" y="3470"/>
                    <a:pt x="610" y="3402"/>
                  </a:cubicBezTo>
                  <a:cubicBezTo>
                    <a:pt x="564" y="2953"/>
                    <a:pt x="548" y="2468"/>
                    <a:pt x="565" y="1982"/>
                  </a:cubicBezTo>
                  <a:cubicBezTo>
                    <a:pt x="449" y="1987"/>
                    <a:pt x="345" y="1992"/>
                    <a:pt x="245" y="1998"/>
                  </a:cubicBezTo>
                  <a:cubicBezTo>
                    <a:pt x="249" y="1908"/>
                    <a:pt x="254" y="1823"/>
                    <a:pt x="261" y="1735"/>
                  </a:cubicBezTo>
                  <a:cubicBezTo>
                    <a:pt x="360" y="1725"/>
                    <a:pt x="465" y="1717"/>
                    <a:pt x="579" y="1707"/>
                  </a:cubicBezTo>
                  <a:cubicBezTo>
                    <a:pt x="584" y="1630"/>
                    <a:pt x="590" y="1555"/>
                    <a:pt x="596" y="1479"/>
                  </a:cubicBezTo>
                  <a:cubicBezTo>
                    <a:pt x="648" y="1016"/>
                    <a:pt x="1136" y="732"/>
                    <a:pt x="1542" y="623"/>
                  </a:cubicBezTo>
                  <a:cubicBezTo>
                    <a:pt x="1723" y="579"/>
                    <a:pt x="1833" y="565"/>
                    <a:pt x="1920" y="561"/>
                  </a:cubicBezTo>
                  <a:cubicBezTo>
                    <a:pt x="1951" y="560"/>
                    <a:pt x="1985" y="558"/>
                    <a:pt x="2018" y="558"/>
                  </a:cubicBezTo>
                  <a:cubicBezTo>
                    <a:pt x="2102" y="558"/>
                    <a:pt x="2188" y="566"/>
                    <a:pt x="2242" y="603"/>
                  </a:cubicBezTo>
                  <a:cubicBezTo>
                    <a:pt x="2330" y="669"/>
                    <a:pt x="2416" y="734"/>
                    <a:pt x="2508" y="807"/>
                  </a:cubicBezTo>
                  <a:cubicBezTo>
                    <a:pt x="2518" y="819"/>
                    <a:pt x="2528" y="839"/>
                    <a:pt x="2505" y="873"/>
                  </a:cubicBezTo>
                  <a:cubicBezTo>
                    <a:pt x="2463" y="922"/>
                    <a:pt x="2422" y="969"/>
                    <a:pt x="2379" y="1020"/>
                  </a:cubicBezTo>
                  <a:cubicBezTo>
                    <a:pt x="2354" y="1050"/>
                    <a:pt x="2313" y="1042"/>
                    <a:pt x="2278" y="1033"/>
                  </a:cubicBezTo>
                  <a:cubicBezTo>
                    <a:pt x="2206" y="996"/>
                    <a:pt x="2136" y="962"/>
                    <a:pt x="2065" y="927"/>
                  </a:cubicBezTo>
                  <a:cubicBezTo>
                    <a:pt x="1937" y="870"/>
                    <a:pt x="1804" y="812"/>
                    <a:pt x="1657" y="818"/>
                  </a:cubicBezTo>
                  <a:cubicBezTo>
                    <a:pt x="1565" y="825"/>
                    <a:pt x="1475" y="919"/>
                    <a:pt x="1466" y="1048"/>
                  </a:cubicBezTo>
                  <a:cubicBezTo>
                    <a:pt x="1453" y="1244"/>
                    <a:pt x="1445" y="1446"/>
                    <a:pt x="1438" y="1664"/>
                  </a:cubicBezTo>
                  <a:cubicBezTo>
                    <a:pt x="1694" y="1656"/>
                    <a:pt x="1949" y="1652"/>
                    <a:pt x="2218" y="1651"/>
                  </a:cubicBezTo>
                  <a:cubicBezTo>
                    <a:pt x="2218" y="1712"/>
                    <a:pt x="2218" y="1768"/>
                    <a:pt x="2218" y="1831"/>
                  </a:cubicBezTo>
                  <a:cubicBezTo>
                    <a:pt x="2130" y="1870"/>
                    <a:pt x="2047" y="1910"/>
                    <a:pt x="1959" y="1950"/>
                  </a:cubicBezTo>
                  <a:cubicBezTo>
                    <a:pt x="1778" y="1952"/>
                    <a:pt x="1605" y="1954"/>
                    <a:pt x="1431" y="1957"/>
                  </a:cubicBezTo>
                  <a:cubicBezTo>
                    <a:pt x="1423" y="2475"/>
                    <a:pt x="1430" y="2992"/>
                    <a:pt x="1454" y="3469"/>
                  </a:cubicBezTo>
                  <a:cubicBezTo>
                    <a:pt x="1458" y="3541"/>
                    <a:pt x="1462" y="3614"/>
                    <a:pt x="1482" y="3663"/>
                  </a:cubicBezTo>
                  <a:cubicBezTo>
                    <a:pt x="1507" y="3725"/>
                    <a:pt x="1650" y="3772"/>
                    <a:pt x="1961" y="3789"/>
                  </a:cubicBezTo>
                  <a:cubicBezTo>
                    <a:pt x="1962" y="3844"/>
                    <a:pt x="1964" y="3895"/>
                    <a:pt x="1965" y="3947"/>
                  </a:cubicBezTo>
                  <a:cubicBezTo>
                    <a:pt x="1459" y="3932"/>
                    <a:pt x="973" y="3884"/>
                    <a:pt x="583" y="3814"/>
                  </a:cubicBezTo>
                  <a:cubicBezTo>
                    <a:pt x="1002" y="4282"/>
                    <a:pt x="1611" y="4576"/>
                    <a:pt x="2288" y="4576"/>
                  </a:cubicBezTo>
                  <a:cubicBezTo>
                    <a:pt x="3552" y="4576"/>
                    <a:pt x="4576" y="3552"/>
                    <a:pt x="4576" y="2288"/>
                  </a:cubicBezTo>
                  <a:cubicBezTo>
                    <a:pt x="4576" y="1809"/>
                    <a:pt x="4428" y="1364"/>
                    <a:pt x="4176" y="99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73737"/>
                </a:solidFill>
                <a:effectLst/>
                <a:uLnTx/>
                <a:uFillTx/>
                <a:latin typeface="Arial Narrow"/>
                <a:ea typeface="+mn-ea"/>
                <a:cs typeface="+mn-cs"/>
              </a:endParaRPr>
            </a:p>
          </p:txBody>
        </p:sp>
        <p:sp>
          <p:nvSpPr>
            <p:cNvPr id="21" name="Freeform 27">
              <a:extLst>
                <a:ext uri="{FF2B5EF4-FFF2-40B4-BE49-F238E27FC236}">
                  <a16:creationId xmlns:a16="http://schemas.microsoft.com/office/drawing/2014/main" id="{A66506BB-0716-4E34-AB30-0A9F59D625FE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360" y="611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73737"/>
                </a:solidFill>
                <a:effectLst/>
                <a:uLnTx/>
                <a:uFillTx/>
                <a:latin typeface="Arial Narrow"/>
                <a:ea typeface="+mn-ea"/>
                <a:cs typeface="+mn-cs"/>
              </a:endParaRP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9FFA8F4B-34D9-DC05-49D6-39E4DEAF5EAC}"/>
              </a:ext>
            </a:extLst>
          </p:cNvPr>
          <p:cNvSpPr txBox="1"/>
          <p:nvPr userDrawn="1"/>
        </p:nvSpPr>
        <p:spPr>
          <a:xfrm>
            <a:off x="681343" y="6501327"/>
            <a:ext cx="730016" cy="9810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r>
              <a:rPr lang="en-US" sz="750" kern="100" cap="all" spc="100" baseline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</a:t>
            </a:r>
            <a:r>
              <a:rPr lang="en-US" sz="750" kern="100" cap="all" spc="20" baseline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2025 F5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C9A88F3-E28E-275E-C041-7890AF9D0B4F}"/>
              </a:ext>
            </a:extLst>
          </p:cNvPr>
          <p:cNvSpPr txBox="1"/>
          <p:nvPr userDrawn="1"/>
        </p:nvSpPr>
        <p:spPr>
          <a:xfrm>
            <a:off x="6805" y="6501327"/>
            <a:ext cx="567398" cy="9810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 algn="r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  <a:buFont typeface="Arial" panose="020B0604020202020204" pitchFamily="34" charset="0"/>
              <a:buChar char="​"/>
            </a:pPr>
            <a:fld id="{CB0320B6-2A61-43CE-9396-B5C4FB4B7D43}" type="slidenum">
              <a:rPr lang="en-US" sz="750" b="1" kern="100" cap="all" spc="5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marL="0" lvl="4" algn="r">
                <a:lnSpc>
                  <a:spcPct val="85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5"/>
                </a:buClr>
                <a:buFont typeface="Arial" panose="020B0604020202020204" pitchFamily="34" charset="0"/>
                <a:buChar char="​"/>
              </a:pPr>
              <a:t>‹#›</a:t>
            </a:fld>
            <a:endParaRPr lang="en-US" sz="750" b="1" kern="100" cap="all" spc="5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Footer Placeholder 10">
            <a:extLst>
              <a:ext uri="{FF2B5EF4-FFF2-40B4-BE49-F238E27FC236}">
                <a16:creationId xmlns:a16="http://schemas.microsoft.com/office/drawing/2014/main" id="{66D49306-C1FB-AEFB-F32B-F136A4EA2BD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>
                <a:solidFill>
                  <a:schemeClr val="bg1"/>
                </a:solidFill>
              </a:defRPr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5A2EF32F-0F8C-0AC1-F581-52C79F9B1A4B}"/>
              </a:ext>
            </a:extLst>
          </p:cNvPr>
          <p:cNvSpPr>
            <a:spLocks noGrp="1"/>
          </p:cNvSpPr>
          <p:nvPr>
            <p:ph type="body" idx="1"/>
          </p:nvPr>
        </p:nvSpPr>
        <p:spPr bwMode="black">
          <a:xfrm>
            <a:off x="495952" y="3762096"/>
            <a:ext cx="7453993" cy="256162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00" spc="0" baseline="0">
                <a:solidFill>
                  <a:srgbClr val="FEFEFE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9A4DE22-440E-492B-6517-E59AC457D90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9448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B4CAA01-3853-59A4-A4BD-A2D17EA4CDC3}"/>
              </a:ext>
            </a:extLst>
          </p:cNvPr>
          <p:cNvSpPr txBox="1"/>
          <p:nvPr userDrawn="1"/>
        </p:nvSpPr>
        <p:spPr>
          <a:xfrm>
            <a:off x="13920953" y="10706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 dirty="0"/>
              <a:t>Primary palette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A372142F-931D-3BFE-27E4-C7FDD394D802}"/>
              </a:ext>
            </a:extLst>
          </p:cNvPr>
          <p:cNvSpPr/>
          <p:nvPr userDrawn="1"/>
        </p:nvSpPr>
        <p:spPr>
          <a:xfrm>
            <a:off x="13959929" y="377353"/>
            <a:ext cx="618392" cy="618392"/>
          </a:xfrm>
          <a:prstGeom prst="ellipse">
            <a:avLst/>
          </a:prstGeom>
          <a:solidFill>
            <a:srgbClr val="E400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D25C3D87-4A12-E3B0-477D-F8A4811ECF32}"/>
              </a:ext>
            </a:extLst>
          </p:cNvPr>
          <p:cNvSpPr/>
          <p:nvPr userDrawn="1"/>
        </p:nvSpPr>
        <p:spPr>
          <a:xfrm>
            <a:off x="15084675" y="517318"/>
            <a:ext cx="338462" cy="338462"/>
          </a:xfrm>
          <a:prstGeom prst="ellipse">
            <a:avLst/>
          </a:prstGeom>
          <a:solidFill>
            <a:srgbClr val="F7B2B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5E5408D2-03F2-7512-1734-A663F0758C26}"/>
              </a:ext>
            </a:extLst>
          </p:cNvPr>
          <p:cNvSpPr/>
          <p:nvPr userDrawn="1"/>
        </p:nvSpPr>
        <p:spPr>
          <a:xfrm>
            <a:off x="15584292" y="517318"/>
            <a:ext cx="338462" cy="338462"/>
          </a:xfrm>
          <a:prstGeom prst="ellipse">
            <a:avLst/>
          </a:prstGeom>
          <a:solidFill>
            <a:srgbClr val="F066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0F320C2F-9FBF-9347-8EE7-3CD82A1B93F2}"/>
              </a:ext>
            </a:extLst>
          </p:cNvPr>
          <p:cNvSpPr/>
          <p:nvPr userDrawn="1"/>
        </p:nvSpPr>
        <p:spPr>
          <a:xfrm>
            <a:off x="16083909" y="517318"/>
            <a:ext cx="338462" cy="338462"/>
          </a:xfrm>
          <a:prstGeom prst="ellipse">
            <a:avLst/>
          </a:prstGeom>
          <a:solidFill>
            <a:srgbClr val="A7002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81737270-7FFE-B760-1D4D-2B5D55BDA27A}"/>
              </a:ext>
            </a:extLst>
          </p:cNvPr>
          <p:cNvSpPr/>
          <p:nvPr userDrawn="1"/>
        </p:nvSpPr>
        <p:spPr>
          <a:xfrm>
            <a:off x="16583525" y="517318"/>
            <a:ext cx="338462" cy="338462"/>
          </a:xfrm>
          <a:prstGeom prst="ellipse">
            <a:avLst/>
          </a:prstGeom>
          <a:solidFill>
            <a:srgbClr val="72001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8D8DA1F-E9B0-4731-D0EF-DF0C33BED9F5}"/>
              </a:ext>
            </a:extLst>
          </p:cNvPr>
          <p:cNvSpPr txBox="1"/>
          <p:nvPr userDrawn="1"/>
        </p:nvSpPr>
        <p:spPr>
          <a:xfrm>
            <a:off x="15053447" y="10706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 dirty="0"/>
              <a:t>Secondary palette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97BCC9AA-13AC-9F2A-4D0B-59CF6C48E03A}"/>
              </a:ext>
            </a:extLst>
          </p:cNvPr>
          <p:cNvSpPr/>
          <p:nvPr userDrawn="1"/>
        </p:nvSpPr>
        <p:spPr>
          <a:xfrm>
            <a:off x="13959929" y="1097294"/>
            <a:ext cx="618392" cy="618392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AE6114C1-3CC9-50EA-5264-A5A749AA0FD2}"/>
              </a:ext>
            </a:extLst>
          </p:cNvPr>
          <p:cNvSpPr/>
          <p:nvPr userDrawn="1"/>
        </p:nvSpPr>
        <p:spPr>
          <a:xfrm>
            <a:off x="15084675" y="1237259"/>
            <a:ext cx="338462" cy="338462"/>
          </a:xfrm>
          <a:prstGeom prst="ellipse">
            <a:avLst/>
          </a:prstGeom>
          <a:solidFill>
            <a:srgbClr val="FBE1C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ED84654C-2A63-B9E6-B6DB-87F92D45C906}"/>
              </a:ext>
            </a:extLst>
          </p:cNvPr>
          <p:cNvSpPr/>
          <p:nvPr userDrawn="1"/>
        </p:nvSpPr>
        <p:spPr>
          <a:xfrm>
            <a:off x="15584292" y="1237259"/>
            <a:ext cx="338462" cy="338462"/>
          </a:xfrm>
          <a:prstGeom prst="ellipse">
            <a:avLst/>
          </a:prstGeom>
          <a:solidFill>
            <a:srgbClr val="F7C2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104D004F-FB76-E97A-74CF-41F9540B0D5C}"/>
              </a:ext>
            </a:extLst>
          </p:cNvPr>
          <p:cNvSpPr/>
          <p:nvPr userDrawn="1"/>
        </p:nvSpPr>
        <p:spPr>
          <a:xfrm>
            <a:off x="16083909" y="1237259"/>
            <a:ext cx="338462" cy="338462"/>
          </a:xfrm>
          <a:prstGeom prst="ellipse">
            <a:avLst/>
          </a:prstGeom>
          <a:solidFill>
            <a:srgbClr val="B2742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FB79A284-8F86-9292-BED9-F2A31D9362EA}"/>
              </a:ext>
            </a:extLst>
          </p:cNvPr>
          <p:cNvSpPr/>
          <p:nvPr userDrawn="1"/>
        </p:nvSpPr>
        <p:spPr>
          <a:xfrm>
            <a:off x="16583525" y="1237259"/>
            <a:ext cx="338462" cy="338462"/>
          </a:xfrm>
          <a:prstGeom prst="ellipse">
            <a:avLst/>
          </a:prstGeom>
          <a:solidFill>
            <a:srgbClr val="794D1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3645F86D-9883-C819-6278-E155724D6A7D}"/>
              </a:ext>
            </a:extLst>
          </p:cNvPr>
          <p:cNvSpPr/>
          <p:nvPr userDrawn="1"/>
        </p:nvSpPr>
        <p:spPr>
          <a:xfrm>
            <a:off x="13959929" y="1817235"/>
            <a:ext cx="618392" cy="6183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DDD7E87C-D139-3948-D3E0-810F88417DA6}"/>
              </a:ext>
            </a:extLst>
          </p:cNvPr>
          <p:cNvSpPr/>
          <p:nvPr userDrawn="1"/>
        </p:nvSpPr>
        <p:spPr>
          <a:xfrm>
            <a:off x="15084675" y="1957200"/>
            <a:ext cx="338462" cy="338462"/>
          </a:xfrm>
          <a:prstGeom prst="ellipse">
            <a:avLst/>
          </a:prstGeom>
          <a:solidFill>
            <a:srgbClr val="B7C6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4C197265-BA8B-6240-F5DC-95DEC7664C93}"/>
              </a:ext>
            </a:extLst>
          </p:cNvPr>
          <p:cNvSpPr/>
          <p:nvPr userDrawn="1"/>
        </p:nvSpPr>
        <p:spPr>
          <a:xfrm>
            <a:off x="15584292" y="1957200"/>
            <a:ext cx="338462" cy="338462"/>
          </a:xfrm>
          <a:prstGeom prst="ellipse">
            <a:avLst/>
          </a:prstGeom>
          <a:solidFill>
            <a:srgbClr val="6E8D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D4E453CC-DA6D-51C9-BB74-1A339B3937C2}"/>
              </a:ext>
            </a:extLst>
          </p:cNvPr>
          <p:cNvSpPr/>
          <p:nvPr userDrawn="1"/>
        </p:nvSpPr>
        <p:spPr>
          <a:xfrm>
            <a:off x="16083909" y="1957200"/>
            <a:ext cx="338462" cy="338462"/>
          </a:xfrm>
          <a:prstGeom prst="ellipse">
            <a:avLst/>
          </a:prstGeom>
          <a:solidFill>
            <a:srgbClr val="0B31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81B04795-65F5-6640-16B0-59F5A2225108}"/>
              </a:ext>
            </a:extLst>
          </p:cNvPr>
          <p:cNvSpPr/>
          <p:nvPr userDrawn="1"/>
        </p:nvSpPr>
        <p:spPr>
          <a:xfrm>
            <a:off x="16583525" y="1957200"/>
            <a:ext cx="338462" cy="338462"/>
          </a:xfrm>
          <a:prstGeom prst="ellipse">
            <a:avLst/>
          </a:prstGeom>
          <a:solidFill>
            <a:srgbClr val="07215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9FA0AF51-A1F0-526B-C2CC-492CD7E5F5F9}"/>
              </a:ext>
            </a:extLst>
          </p:cNvPr>
          <p:cNvSpPr/>
          <p:nvPr userDrawn="1"/>
        </p:nvSpPr>
        <p:spPr>
          <a:xfrm>
            <a:off x="13959929" y="2537176"/>
            <a:ext cx="618392" cy="618392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BE6E96DD-1D54-0E4A-B5EB-BECD7C17032F}"/>
              </a:ext>
            </a:extLst>
          </p:cNvPr>
          <p:cNvSpPr/>
          <p:nvPr userDrawn="1"/>
        </p:nvSpPr>
        <p:spPr>
          <a:xfrm>
            <a:off x="15084675" y="2677141"/>
            <a:ext cx="338462" cy="338462"/>
          </a:xfrm>
          <a:prstGeom prst="ellipse">
            <a:avLst/>
          </a:prstGeom>
          <a:solidFill>
            <a:srgbClr val="E6BE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81CF6750-D104-9E15-658E-419CCCC99FC4}"/>
              </a:ext>
            </a:extLst>
          </p:cNvPr>
          <p:cNvSpPr/>
          <p:nvPr userDrawn="1"/>
        </p:nvSpPr>
        <p:spPr>
          <a:xfrm>
            <a:off x="15584292" y="2677141"/>
            <a:ext cx="338462" cy="338462"/>
          </a:xfrm>
          <a:prstGeom prst="ellipse">
            <a:avLst/>
          </a:prstGeom>
          <a:solidFill>
            <a:srgbClr val="CD7DB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6464FE92-E55C-683C-D57A-E59C0FB2CE86}"/>
              </a:ext>
            </a:extLst>
          </p:cNvPr>
          <p:cNvSpPr/>
          <p:nvPr userDrawn="1"/>
        </p:nvSpPr>
        <p:spPr>
          <a:xfrm>
            <a:off x="16083909" y="2677141"/>
            <a:ext cx="338462" cy="338462"/>
          </a:xfrm>
          <a:prstGeom prst="ellipse">
            <a:avLst/>
          </a:prstGeom>
          <a:solidFill>
            <a:srgbClr val="801D6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85" name="Oval 84">
            <a:extLst>
              <a:ext uri="{FF2B5EF4-FFF2-40B4-BE49-F238E27FC236}">
                <a16:creationId xmlns:a16="http://schemas.microsoft.com/office/drawing/2014/main" id="{DF91EC73-58CB-32DC-CF48-5BD29A407A5A}"/>
              </a:ext>
            </a:extLst>
          </p:cNvPr>
          <p:cNvSpPr/>
          <p:nvPr userDrawn="1"/>
        </p:nvSpPr>
        <p:spPr>
          <a:xfrm>
            <a:off x="16583525" y="2677141"/>
            <a:ext cx="338462" cy="338462"/>
          </a:xfrm>
          <a:prstGeom prst="ellipse">
            <a:avLst/>
          </a:prstGeom>
          <a:solidFill>
            <a:srgbClr val="5614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38F8E220-F3A5-5DD2-BF42-5089A5B3C03E}"/>
              </a:ext>
            </a:extLst>
          </p:cNvPr>
          <p:cNvSpPr/>
          <p:nvPr userDrawn="1"/>
        </p:nvSpPr>
        <p:spPr>
          <a:xfrm>
            <a:off x="13959929" y="3257117"/>
            <a:ext cx="618392" cy="61839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8B5AB79B-F94B-064F-C6CC-CBAF9EFE039B}"/>
              </a:ext>
            </a:extLst>
          </p:cNvPr>
          <p:cNvSpPr/>
          <p:nvPr userDrawn="1"/>
        </p:nvSpPr>
        <p:spPr>
          <a:xfrm>
            <a:off x="15084675" y="3397082"/>
            <a:ext cx="338462" cy="338462"/>
          </a:xfrm>
          <a:prstGeom prst="ellipse">
            <a:avLst/>
          </a:prstGeom>
          <a:solidFill>
            <a:srgbClr val="B2DFC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C4F0B078-B3FC-CF30-9416-D2DCA6874C83}"/>
              </a:ext>
            </a:extLst>
          </p:cNvPr>
          <p:cNvSpPr/>
          <p:nvPr userDrawn="1"/>
        </p:nvSpPr>
        <p:spPr>
          <a:xfrm>
            <a:off x="15584292" y="3397082"/>
            <a:ext cx="338462" cy="338462"/>
          </a:xfrm>
          <a:prstGeom prst="ellipse">
            <a:avLst/>
          </a:prstGeom>
          <a:solidFill>
            <a:srgbClr val="66C0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E99236D8-E3BC-0D0E-AD8B-CC40681D12A1}"/>
              </a:ext>
            </a:extLst>
          </p:cNvPr>
          <p:cNvSpPr/>
          <p:nvPr userDrawn="1"/>
        </p:nvSpPr>
        <p:spPr>
          <a:xfrm>
            <a:off x="16083909" y="3397082"/>
            <a:ext cx="338462" cy="338462"/>
          </a:xfrm>
          <a:prstGeom prst="ellipse">
            <a:avLst/>
          </a:prstGeom>
          <a:solidFill>
            <a:srgbClr val="0071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181D7323-5A66-1B4B-C211-5C6C7EFA0BFE}"/>
              </a:ext>
            </a:extLst>
          </p:cNvPr>
          <p:cNvSpPr/>
          <p:nvPr userDrawn="1"/>
        </p:nvSpPr>
        <p:spPr>
          <a:xfrm>
            <a:off x="16583525" y="3397082"/>
            <a:ext cx="338462" cy="338462"/>
          </a:xfrm>
          <a:prstGeom prst="ellipse">
            <a:avLst/>
          </a:prstGeom>
          <a:solidFill>
            <a:srgbClr val="004B1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866D7660-6B90-58F1-FECD-4C950518D829}"/>
              </a:ext>
            </a:extLst>
          </p:cNvPr>
          <p:cNvSpPr/>
          <p:nvPr userDrawn="1"/>
        </p:nvSpPr>
        <p:spPr>
          <a:xfrm>
            <a:off x="13959929" y="3977058"/>
            <a:ext cx="618392" cy="6183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0F8B6273-B987-70A5-B72D-28D250A78B72}"/>
              </a:ext>
            </a:extLst>
          </p:cNvPr>
          <p:cNvSpPr/>
          <p:nvPr userDrawn="1"/>
        </p:nvSpPr>
        <p:spPr>
          <a:xfrm>
            <a:off x="15084675" y="4117023"/>
            <a:ext cx="338462" cy="338462"/>
          </a:xfrm>
          <a:prstGeom prst="ellipse">
            <a:avLst/>
          </a:prstGeom>
          <a:solidFill>
            <a:srgbClr val="D0BC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974F6F8E-0245-5166-63F3-F97B39813E51}"/>
              </a:ext>
            </a:extLst>
          </p:cNvPr>
          <p:cNvSpPr/>
          <p:nvPr userDrawn="1"/>
        </p:nvSpPr>
        <p:spPr>
          <a:xfrm>
            <a:off x="15584292" y="4117023"/>
            <a:ext cx="338462" cy="338462"/>
          </a:xfrm>
          <a:prstGeom prst="ellipse">
            <a:avLst/>
          </a:prstGeom>
          <a:solidFill>
            <a:srgbClr val="A17AB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C0CEA86C-642D-43DE-5DFD-00E473845366}"/>
              </a:ext>
            </a:extLst>
          </p:cNvPr>
          <p:cNvSpPr/>
          <p:nvPr userDrawn="1"/>
        </p:nvSpPr>
        <p:spPr>
          <a:xfrm>
            <a:off x="16083909" y="4117023"/>
            <a:ext cx="338462" cy="338462"/>
          </a:xfrm>
          <a:prstGeom prst="ellipse">
            <a:avLst/>
          </a:prstGeom>
          <a:solidFill>
            <a:srgbClr val="3813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1FA5B3DD-9E3F-EFB9-5509-05213F6CB5CA}"/>
              </a:ext>
            </a:extLst>
          </p:cNvPr>
          <p:cNvSpPr/>
          <p:nvPr userDrawn="1"/>
        </p:nvSpPr>
        <p:spPr>
          <a:xfrm>
            <a:off x="16583525" y="4117023"/>
            <a:ext cx="338462" cy="338462"/>
          </a:xfrm>
          <a:prstGeom prst="ellipse">
            <a:avLst/>
          </a:prstGeom>
          <a:solidFill>
            <a:srgbClr val="250D3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96" name="Oval 95">
            <a:extLst>
              <a:ext uri="{FF2B5EF4-FFF2-40B4-BE49-F238E27FC236}">
                <a16:creationId xmlns:a16="http://schemas.microsoft.com/office/drawing/2014/main" id="{1570214B-98A8-71E2-C5C8-D755E6EF3E2E}"/>
              </a:ext>
            </a:extLst>
          </p:cNvPr>
          <p:cNvSpPr/>
          <p:nvPr userDrawn="1"/>
        </p:nvSpPr>
        <p:spPr>
          <a:xfrm>
            <a:off x="13959929" y="4652930"/>
            <a:ext cx="618392" cy="618392"/>
          </a:xfrm>
          <a:prstGeom prst="ellipse">
            <a:avLst/>
          </a:prstGeom>
          <a:solidFill>
            <a:srgbClr val="007B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B1D54F65-D787-CB39-07AA-6740FF5C06E7}"/>
              </a:ext>
            </a:extLst>
          </p:cNvPr>
          <p:cNvSpPr/>
          <p:nvPr userDrawn="1"/>
        </p:nvSpPr>
        <p:spPr>
          <a:xfrm>
            <a:off x="15084675" y="4836963"/>
            <a:ext cx="338462" cy="338462"/>
          </a:xfrm>
          <a:prstGeom prst="ellipse">
            <a:avLst/>
          </a:prstGeom>
          <a:solidFill>
            <a:srgbClr val="B2D7E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98" name="Oval 97">
            <a:extLst>
              <a:ext uri="{FF2B5EF4-FFF2-40B4-BE49-F238E27FC236}">
                <a16:creationId xmlns:a16="http://schemas.microsoft.com/office/drawing/2014/main" id="{D4214E5A-039C-2B8B-9828-80F4FDC628D0}"/>
              </a:ext>
            </a:extLst>
          </p:cNvPr>
          <p:cNvSpPr/>
          <p:nvPr userDrawn="1"/>
        </p:nvSpPr>
        <p:spPr>
          <a:xfrm>
            <a:off x="15584292" y="4836963"/>
            <a:ext cx="338462" cy="338462"/>
          </a:xfrm>
          <a:prstGeom prst="ellipse">
            <a:avLst/>
          </a:prstGeom>
          <a:solidFill>
            <a:srgbClr val="66AF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99" name="Oval 98">
            <a:extLst>
              <a:ext uri="{FF2B5EF4-FFF2-40B4-BE49-F238E27FC236}">
                <a16:creationId xmlns:a16="http://schemas.microsoft.com/office/drawing/2014/main" id="{2E449EAF-CC25-CE90-735E-5F12F039BAF3}"/>
              </a:ext>
            </a:extLst>
          </p:cNvPr>
          <p:cNvSpPr/>
          <p:nvPr userDrawn="1"/>
        </p:nvSpPr>
        <p:spPr>
          <a:xfrm>
            <a:off x="16083909" y="4836963"/>
            <a:ext cx="338462" cy="338462"/>
          </a:xfrm>
          <a:prstGeom prst="ellipse">
            <a:avLst/>
          </a:prstGeom>
          <a:solidFill>
            <a:srgbClr val="005C8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100" name="Oval 99">
            <a:extLst>
              <a:ext uri="{FF2B5EF4-FFF2-40B4-BE49-F238E27FC236}">
                <a16:creationId xmlns:a16="http://schemas.microsoft.com/office/drawing/2014/main" id="{4458F72B-AE3B-9982-A162-D1B237E6F301}"/>
              </a:ext>
            </a:extLst>
          </p:cNvPr>
          <p:cNvSpPr/>
          <p:nvPr userDrawn="1"/>
        </p:nvSpPr>
        <p:spPr>
          <a:xfrm>
            <a:off x="16583525" y="4836963"/>
            <a:ext cx="338462" cy="338462"/>
          </a:xfrm>
          <a:prstGeom prst="ellipse">
            <a:avLst/>
          </a:prstGeom>
          <a:solidFill>
            <a:srgbClr val="003D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886388BF-F530-8204-1288-A7D3B8CB803D}"/>
              </a:ext>
            </a:extLst>
          </p:cNvPr>
          <p:cNvSpPr txBox="1"/>
          <p:nvPr userDrawn="1"/>
        </p:nvSpPr>
        <p:spPr>
          <a:xfrm>
            <a:off x="13920953" y="570792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 dirty="0"/>
              <a:t>Product Group Colors</a:t>
            </a:r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BE581AD0-9147-1A09-D961-13B6F6FD1F27}"/>
              </a:ext>
            </a:extLst>
          </p:cNvPr>
          <p:cNvCxnSpPr>
            <a:cxnSpLocks/>
          </p:cNvCxnSpPr>
          <p:nvPr userDrawn="1"/>
        </p:nvCxnSpPr>
        <p:spPr>
          <a:xfrm>
            <a:off x="13920953" y="5583284"/>
            <a:ext cx="3109779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D5B5CD0C-2785-9A7C-E645-5508CAB23A5B}"/>
              </a:ext>
            </a:extLst>
          </p:cNvPr>
          <p:cNvCxnSpPr>
            <a:cxnSpLocks/>
          </p:cNvCxnSpPr>
          <p:nvPr userDrawn="1"/>
        </p:nvCxnSpPr>
        <p:spPr>
          <a:xfrm>
            <a:off x="13920953" y="0"/>
            <a:ext cx="907751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9F479EDC-6752-77F9-AD0D-6E89A8D680D7}"/>
              </a:ext>
            </a:extLst>
          </p:cNvPr>
          <p:cNvCxnSpPr>
            <a:cxnSpLocks/>
          </p:cNvCxnSpPr>
          <p:nvPr userDrawn="1"/>
        </p:nvCxnSpPr>
        <p:spPr>
          <a:xfrm>
            <a:off x="15040681" y="0"/>
            <a:ext cx="1963661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Rectangle 104">
            <a:extLst>
              <a:ext uri="{FF2B5EF4-FFF2-40B4-BE49-F238E27FC236}">
                <a16:creationId xmlns:a16="http://schemas.microsoft.com/office/drawing/2014/main" id="{F428FA40-C331-64BA-9A6E-51E85C871B43}"/>
              </a:ext>
            </a:extLst>
          </p:cNvPr>
          <p:cNvSpPr/>
          <p:nvPr userDrawn="1"/>
        </p:nvSpPr>
        <p:spPr>
          <a:xfrm>
            <a:off x="14716831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 dirty="0">
                <a:solidFill>
                  <a:schemeClr val="tx1"/>
                </a:solidFill>
                <a:latin typeface="+mn-lt"/>
              </a:rPr>
              <a:t>BIG-IP Next</a:t>
            </a:r>
          </a:p>
        </p:txBody>
      </p:sp>
      <p:sp>
        <p:nvSpPr>
          <p:cNvPr id="106" name="Oval 105">
            <a:extLst>
              <a:ext uri="{FF2B5EF4-FFF2-40B4-BE49-F238E27FC236}">
                <a16:creationId xmlns:a16="http://schemas.microsoft.com/office/drawing/2014/main" id="{D180F793-8213-45CF-85B3-9EE7A5521F07}"/>
              </a:ext>
            </a:extLst>
          </p:cNvPr>
          <p:cNvSpPr/>
          <p:nvPr userDrawn="1"/>
        </p:nvSpPr>
        <p:spPr>
          <a:xfrm>
            <a:off x="14804987" y="6024739"/>
            <a:ext cx="338462" cy="338462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5B0C3A18-0237-6446-8BCA-6229133DA02B}"/>
              </a:ext>
            </a:extLst>
          </p:cNvPr>
          <p:cNvSpPr/>
          <p:nvPr userDrawn="1"/>
        </p:nvSpPr>
        <p:spPr>
          <a:xfrm>
            <a:off x="13843869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 dirty="0">
                <a:solidFill>
                  <a:schemeClr val="tx1"/>
                </a:solidFill>
                <a:latin typeface="+mn-lt"/>
              </a:rPr>
              <a:t>Distributed Cloud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6C1C3AFF-03FD-5513-B0D1-59CC11E1D041}"/>
              </a:ext>
            </a:extLst>
          </p:cNvPr>
          <p:cNvSpPr/>
          <p:nvPr userDrawn="1"/>
        </p:nvSpPr>
        <p:spPr>
          <a:xfrm>
            <a:off x="15568415" y="6388493"/>
            <a:ext cx="91440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000" kern="100" dirty="0">
                <a:solidFill>
                  <a:schemeClr val="tx1"/>
                </a:solidFill>
                <a:latin typeface="+mn-lt"/>
              </a:rPr>
              <a:t>BIG-IP</a:t>
            </a:r>
          </a:p>
        </p:txBody>
      </p:sp>
      <p:sp>
        <p:nvSpPr>
          <p:cNvPr id="109" name="Oval 108">
            <a:extLst>
              <a:ext uri="{FF2B5EF4-FFF2-40B4-BE49-F238E27FC236}">
                <a16:creationId xmlns:a16="http://schemas.microsoft.com/office/drawing/2014/main" id="{14C35E35-B467-5F84-5236-793715E6054A}"/>
              </a:ext>
            </a:extLst>
          </p:cNvPr>
          <p:cNvSpPr/>
          <p:nvPr userDrawn="1"/>
        </p:nvSpPr>
        <p:spPr>
          <a:xfrm>
            <a:off x="13916887" y="6024739"/>
            <a:ext cx="338462" cy="33846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110" name="Oval 109">
            <a:extLst>
              <a:ext uri="{FF2B5EF4-FFF2-40B4-BE49-F238E27FC236}">
                <a16:creationId xmlns:a16="http://schemas.microsoft.com/office/drawing/2014/main" id="{806F5014-1336-97C8-2B0E-9C68A674C4FE}"/>
              </a:ext>
            </a:extLst>
          </p:cNvPr>
          <p:cNvSpPr/>
          <p:nvPr userDrawn="1"/>
        </p:nvSpPr>
        <p:spPr>
          <a:xfrm>
            <a:off x="15702617" y="6024739"/>
            <a:ext cx="338462" cy="33846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6CAA4011-5C9A-6716-3DCE-F999EE42B59D}"/>
              </a:ext>
            </a:extLst>
          </p:cNvPr>
          <p:cNvSpPr/>
          <p:nvPr userDrawn="1"/>
        </p:nvSpPr>
        <p:spPr>
          <a:xfrm>
            <a:off x="16491659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 dirty="0">
                <a:solidFill>
                  <a:schemeClr val="tx1"/>
                </a:solidFill>
                <a:latin typeface="+mn-lt"/>
              </a:rPr>
              <a:t>NGINX </a:t>
            </a:r>
          </a:p>
        </p:txBody>
      </p:sp>
      <p:sp>
        <p:nvSpPr>
          <p:cNvPr id="112" name="Oval 111">
            <a:extLst>
              <a:ext uri="{FF2B5EF4-FFF2-40B4-BE49-F238E27FC236}">
                <a16:creationId xmlns:a16="http://schemas.microsoft.com/office/drawing/2014/main" id="{904577A0-F1B2-FAF0-C2E3-98F3D5532C05}"/>
              </a:ext>
            </a:extLst>
          </p:cNvPr>
          <p:cNvSpPr/>
          <p:nvPr userDrawn="1"/>
        </p:nvSpPr>
        <p:spPr>
          <a:xfrm>
            <a:off x="16590717" y="6024739"/>
            <a:ext cx="338462" cy="33846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75180197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 Black: Solid 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706BC-2671-42BA-B78B-426C50D7C0D7}"/>
              </a:ext>
            </a:extLst>
          </p:cNvPr>
          <p:cNvSpPr>
            <a:spLocks noGrp="1"/>
          </p:cNvSpPr>
          <p:nvPr userDrawn="1">
            <p:ph type="title"/>
          </p:nvPr>
        </p:nvSpPr>
        <p:spPr bwMode="black">
          <a:xfrm>
            <a:off x="495952" y="1162051"/>
            <a:ext cx="7415242" cy="2561626"/>
          </a:xfrm>
          <a:prstGeom prst="rect">
            <a:avLst/>
          </a:prstGeom>
        </p:spPr>
        <p:txBody>
          <a:bodyPr anchor="b"/>
          <a:lstStyle>
            <a:lvl1pPr>
              <a:defRPr sz="4800">
                <a:solidFill>
                  <a:srgbClr val="FEFEFE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grpSp>
        <p:nvGrpSpPr>
          <p:cNvPr id="17" name="Group 22">
            <a:extLst>
              <a:ext uri="{FF2B5EF4-FFF2-40B4-BE49-F238E27FC236}">
                <a16:creationId xmlns:a16="http://schemas.microsoft.com/office/drawing/2014/main" id="{E81C2FB5-A4C5-47F5-8604-A8693D6F2F76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11489503" y="6431001"/>
            <a:ext cx="245297" cy="245297"/>
            <a:chOff x="5266" y="0"/>
            <a:chExt cx="733" cy="733"/>
          </a:xfrm>
          <a:solidFill>
            <a:schemeClr val="bg1"/>
          </a:solidFill>
        </p:grpSpPr>
        <p:sp>
          <p:nvSpPr>
            <p:cNvPr id="18" name="Freeform 24">
              <a:extLst>
                <a:ext uri="{FF2B5EF4-FFF2-40B4-BE49-F238E27FC236}">
                  <a16:creationId xmlns:a16="http://schemas.microsoft.com/office/drawing/2014/main" id="{B62E0890-58BF-4B2C-856B-D6D2E94F696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360" y="611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73737"/>
                </a:solidFill>
                <a:effectLst/>
                <a:uLnTx/>
                <a:uFillTx/>
                <a:latin typeface="Arial Narrow"/>
                <a:ea typeface="+mn-ea"/>
                <a:cs typeface="+mn-cs"/>
              </a:endParaRPr>
            </a:p>
          </p:txBody>
        </p:sp>
        <p:sp>
          <p:nvSpPr>
            <p:cNvPr id="19" name="Freeform 25">
              <a:extLst>
                <a:ext uri="{FF2B5EF4-FFF2-40B4-BE49-F238E27FC236}">
                  <a16:creationId xmlns:a16="http://schemas.microsoft.com/office/drawing/2014/main" id="{5F0ECFCF-334C-4E4C-A25A-7E52C759FC3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5911" y="645"/>
              <a:ext cx="55" cy="55"/>
            </a:xfrm>
            <a:custGeom>
              <a:avLst/>
              <a:gdLst>
                <a:gd name="T0" fmla="*/ 277 w 345"/>
                <a:gd name="T1" fmla="*/ 68 h 345"/>
                <a:gd name="T2" fmla="*/ 320 w 345"/>
                <a:gd name="T3" fmla="*/ 172 h 345"/>
                <a:gd name="T4" fmla="*/ 277 w 345"/>
                <a:gd name="T5" fmla="*/ 278 h 345"/>
                <a:gd name="T6" fmla="*/ 172 w 345"/>
                <a:gd name="T7" fmla="*/ 322 h 345"/>
                <a:gd name="T8" fmla="*/ 67 w 345"/>
                <a:gd name="T9" fmla="*/ 278 h 345"/>
                <a:gd name="T10" fmla="*/ 24 w 345"/>
                <a:gd name="T11" fmla="*/ 172 h 345"/>
                <a:gd name="T12" fmla="*/ 67 w 345"/>
                <a:gd name="T13" fmla="*/ 68 h 345"/>
                <a:gd name="T14" fmla="*/ 172 w 345"/>
                <a:gd name="T15" fmla="*/ 23 h 345"/>
                <a:gd name="T16" fmla="*/ 277 w 345"/>
                <a:gd name="T17" fmla="*/ 68 h 345"/>
                <a:gd name="T18" fmla="*/ 295 w 345"/>
                <a:gd name="T19" fmla="*/ 50 h 345"/>
                <a:gd name="T20" fmla="*/ 172 w 345"/>
                <a:gd name="T21" fmla="*/ 0 h 345"/>
                <a:gd name="T22" fmla="*/ 51 w 345"/>
                <a:gd name="T23" fmla="*/ 50 h 345"/>
                <a:gd name="T24" fmla="*/ 0 w 345"/>
                <a:gd name="T25" fmla="*/ 172 h 345"/>
                <a:gd name="T26" fmla="*/ 50 w 345"/>
                <a:gd name="T27" fmla="*/ 295 h 345"/>
                <a:gd name="T28" fmla="*/ 172 w 345"/>
                <a:gd name="T29" fmla="*/ 345 h 345"/>
                <a:gd name="T30" fmla="*/ 295 w 345"/>
                <a:gd name="T31" fmla="*/ 295 h 345"/>
                <a:gd name="T32" fmla="*/ 345 w 345"/>
                <a:gd name="T33" fmla="*/ 172 h 345"/>
                <a:gd name="T34" fmla="*/ 295 w 345"/>
                <a:gd name="T35" fmla="*/ 50 h 345"/>
                <a:gd name="T36" fmla="*/ 198 w 345"/>
                <a:gd name="T37" fmla="*/ 164 h 345"/>
                <a:gd name="T38" fmla="*/ 166 w 345"/>
                <a:gd name="T39" fmla="*/ 168 h 345"/>
                <a:gd name="T40" fmla="*/ 136 w 345"/>
                <a:gd name="T41" fmla="*/ 168 h 345"/>
                <a:gd name="T42" fmla="*/ 136 w 345"/>
                <a:gd name="T43" fmla="*/ 100 h 345"/>
                <a:gd name="T44" fmla="*/ 164 w 345"/>
                <a:gd name="T45" fmla="*/ 100 h 345"/>
                <a:gd name="T46" fmla="*/ 205 w 345"/>
                <a:gd name="T47" fmla="*/ 107 h 345"/>
                <a:gd name="T48" fmla="*/ 217 w 345"/>
                <a:gd name="T49" fmla="*/ 134 h 345"/>
                <a:gd name="T50" fmla="*/ 198 w 345"/>
                <a:gd name="T51" fmla="*/ 164 h 345"/>
                <a:gd name="T52" fmla="*/ 103 w 345"/>
                <a:gd name="T53" fmla="*/ 266 h 345"/>
                <a:gd name="T54" fmla="*/ 136 w 345"/>
                <a:gd name="T55" fmla="*/ 266 h 345"/>
                <a:gd name="T56" fmla="*/ 136 w 345"/>
                <a:gd name="T57" fmla="*/ 192 h 345"/>
                <a:gd name="T58" fmla="*/ 162 w 345"/>
                <a:gd name="T59" fmla="*/ 192 h 345"/>
                <a:gd name="T60" fmla="*/ 200 w 345"/>
                <a:gd name="T61" fmla="*/ 198 h 345"/>
                <a:gd name="T62" fmla="*/ 217 w 345"/>
                <a:gd name="T63" fmla="*/ 241 h 345"/>
                <a:gd name="T64" fmla="*/ 217 w 345"/>
                <a:gd name="T65" fmla="*/ 256 h 345"/>
                <a:gd name="T66" fmla="*/ 218 w 345"/>
                <a:gd name="T67" fmla="*/ 262 h 345"/>
                <a:gd name="T68" fmla="*/ 218 w 345"/>
                <a:gd name="T69" fmla="*/ 265 h 345"/>
                <a:gd name="T70" fmla="*/ 219 w 345"/>
                <a:gd name="T71" fmla="*/ 266 h 345"/>
                <a:gd name="T72" fmla="*/ 250 w 345"/>
                <a:gd name="T73" fmla="*/ 266 h 345"/>
                <a:gd name="T74" fmla="*/ 249 w 345"/>
                <a:gd name="T75" fmla="*/ 264 h 345"/>
                <a:gd name="T76" fmla="*/ 247 w 345"/>
                <a:gd name="T77" fmla="*/ 254 h 345"/>
                <a:gd name="T78" fmla="*/ 247 w 345"/>
                <a:gd name="T79" fmla="*/ 240 h 345"/>
                <a:gd name="T80" fmla="*/ 247 w 345"/>
                <a:gd name="T81" fmla="*/ 226 h 345"/>
                <a:gd name="T82" fmla="*/ 237 w 345"/>
                <a:gd name="T83" fmla="*/ 197 h 345"/>
                <a:gd name="T84" fmla="*/ 204 w 345"/>
                <a:gd name="T85" fmla="*/ 178 h 345"/>
                <a:gd name="T86" fmla="*/ 231 w 345"/>
                <a:gd name="T87" fmla="*/ 169 h 345"/>
                <a:gd name="T88" fmla="*/ 250 w 345"/>
                <a:gd name="T89" fmla="*/ 132 h 345"/>
                <a:gd name="T90" fmla="*/ 220 w 345"/>
                <a:gd name="T91" fmla="*/ 84 h 345"/>
                <a:gd name="T92" fmla="*/ 169 w 345"/>
                <a:gd name="T93" fmla="*/ 77 h 345"/>
                <a:gd name="T94" fmla="*/ 103 w 345"/>
                <a:gd name="T95" fmla="*/ 77 h 345"/>
                <a:gd name="T96" fmla="*/ 103 w 345"/>
                <a:gd name="T97" fmla="*/ 266 h 3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345" h="345">
                  <a:moveTo>
                    <a:pt x="277" y="68"/>
                  </a:moveTo>
                  <a:cubicBezTo>
                    <a:pt x="306" y="96"/>
                    <a:pt x="320" y="131"/>
                    <a:pt x="320" y="172"/>
                  </a:cubicBezTo>
                  <a:cubicBezTo>
                    <a:pt x="320" y="213"/>
                    <a:pt x="306" y="249"/>
                    <a:pt x="277" y="278"/>
                  </a:cubicBezTo>
                  <a:cubicBezTo>
                    <a:pt x="248" y="307"/>
                    <a:pt x="213" y="322"/>
                    <a:pt x="172" y="322"/>
                  </a:cubicBezTo>
                  <a:cubicBezTo>
                    <a:pt x="131" y="322"/>
                    <a:pt x="96" y="307"/>
                    <a:pt x="67" y="278"/>
                  </a:cubicBezTo>
                  <a:cubicBezTo>
                    <a:pt x="38" y="249"/>
                    <a:pt x="24" y="213"/>
                    <a:pt x="24" y="172"/>
                  </a:cubicBezTo>
                  <a:cubicBezTo>
                    <a:pt x="24" y="131"/>
                    <a:pt x="38" y="96"/>
                    <a:pt x="67" y="68"/>
                  </a:cubicBezTo>
                  <a:cubicBezTo>
                    <a:pt x="96" y="38"/>
                    <a:pt x="131" y="23"/>
                    <a:pt x="172" y="23"/>
                  </a:cubicBezTo>
                  <a:cubicBezTo>
                    <a:pt x="213" y="23"/>
                    <a:pt x="248" y="38"/>
                    <a:pt x="277" y="68"/>
                  </a:cubicBezTo>
                  <a:close/>
                  <a:moveTo>
                    <a:pt x="295" y="50"/>
                  </a:moveTo>
                  <a:cubicBezTo>
                    <a:pt x="261" y="17"/>
                    <a:pt x="220" y="0"/>
                    <a:pt x="172" y="0"/>
                  </a:cubicBezTo>
                  <a:cubicBezTo>
                    <a:pt x="125" y="0"/>
                    <a:pt x="84" y="17"/>
                    <a:pt x="51" y="50"/>
                  </a:cubicBezTo>
                  <a:cubicBezTo>
                    <a:pt x="17" y="84"/>
                    <a:pt x="0" y="125"/>
                    <a:pt x="0" y="172"/>
                  </a:cubicBezTo>
                  <a:cubicBezTo>
                    <a:pt x="0" y="220"/>
                    <a:pt x="17" y="261"/>
                    <a:pt x="50" y="295"/>
                  </a:cubicBezTo>
                  <a:cubicBezTo>
                    <a:pt x="83" y="329"/>
                    <a:pt x="124" y="345"/>
                    <a:pt x="172" y="345"/>
                  </a:cubicBezTo>
                  <a:cubicBezTo>
                    <a:pt x="220" y="345"/>
                    <a:pt x="261" y="329"/>
                    <a:pt x="295" y="295"/>
                  </a:cubicBezTo>
                  <a:cubicBezTo>
                    <a:pt x="328" y="261"/>
                    <a:pt x="345" y="220"/>
                    <a:pt x="345" y="172"/>
                  </a:cubicBezTo>
                  <a:cubicBezTo>
                    <a:pt x="345" y="124"/>
                    <a:pt x="328" y="84"/>
                    <a:pt x="295" y="50"/>
                  </a:cubicBezTo>
                  <a:close/>
                  <a:moveTo>
                    <a:pt x="198" y="164"/>
                  </a:moveTo>
                  <a:cubicBezTo>
                    <a:pt x="191" y="167"/>
                    <a:pt x="180" y="168"/>
                    <a:pt x="166" y="168"/>
                  </a:cubicBezTo>
                  <a:cubicBezTo>
                    <a:pt x="136" y="168"/>
                    <a:pt x="136" y="168"/>
                    <a:pt x="136" y="168"/>
                  </a:cubicBezTo>
                  <a:cubicBezTo>
                    <a:pt x="136" y="100"/>
                    <a:pt x="136" y="100"/>
                    <a:pt x="136" y="100"/>
                  </a:cubicBezTo>
                  <a:cubicBezTo>
                    <a:pt x="164" y="100"/>
                    <a:pt x="164" y="100"/>
                    <a:pt x="164" y="100"/>
                  </a:cubicBezTo>
                  <a:cubicBezTo>
                    <a:pt x="183" y="100"/>
                    <a:pt x="196" y="102"/>
                    <a:pt x="205" y="107"/>
                  </a:cubicBezTo>
                  <a:cubicBezTo>
                    <a:pt x="213" y="112"/>
                    <a:pt x="217" y="121"/>
                    <a:pt x="217" y="134"/>
                  </a:cubicBezTo>
                  <a:cubicBezTo>
                    <a:pt x="217" y="149"/>
                    <a:pt x="211" y="159"/>
                    <a:pt x="198" y="164"/>
                  </a:cubicBezTo>
                  <a:close/>
                  <a:moveTo>
                    <a:pt x="103" y="266"/>
                  </a:moveTo>
                  <a:cubicBezTo>
                    <a:pt x="136" y="266"/>
                    <a:pt x="136" y="266"/>
                    <a:pt x="136" y="266"/>
                  </a:cubicBezTo>
                  <a:cubicBezTo>
                    <a:pt x="136" y="192"/>
                    <a:pt x="136" y="192"/>
                    <a:pt x="136" y="192"/>
                  </a:cubicBezTo>
                  <a:cubicBezTo>
                    <a:pt x="162" y="192"/>
                    <a:pt x="162" y="192"/>
                    <a:pt x="162" y="192"/>
                  </a:cubicBezTo>
                  <a:cubicBezTo>
                    <a:pt x="180" y="192"/>
                    <a:pt x="192" y="193"/>
                    <a:pt x="200" y="198"/>
                  </a:cubicBezTo>
                  <a:cubicBezTo>
                    <a:pt x="211" y="205"/>
                    <a:pt x="217" y="219"/>
                    <a:pt x="217" y="241"/>
                  </a:cubicBezTo>
                  <a:cubicBezTo>
                    <a:pt x="217" y="256"/>
                    <a:pt x="217" y="256"/>
                    <a:pt x="217" y="256"/>
                  </a:cubicBezTo>
                  <a:cubicBezTo>
                    <a:pt x="218" y="262"/>
                    <a:pt x="218" y="262"/>
                    <a:pt x="218" y="262"/>
                  </a:cubicBezTo>
                  <a:cubicBezTo>
                    <a:pt x="218" y="263"/>
                    <a:pt x="218" y="264"/>
                    <a:pt x="218" y="265"/>
                  </a:cubicBezTo>
                  <a:cubicBezTo>
                    <a:pt x="219" y="265"/>
                    <a:pt x="219" y="266"/>
                    <a:pt x="219" y="266"/>
                  </a:cubicBezTo>
                  <a:cubicBezTo>
                    <a:pt x="250" y="266"/>
                    <a:pt x="250" y="266"/>
                    <a:pt x="250" y="266"/>
                  </a:cubicBezTo>
                  <a:cubicBezTo>
                    <a:pt x="249" y="264"/>
                    <a:pt x="249" y="264"/>
                    <a:pt x="249" y="264"/>
                  </a:cubicBezTo>
                  <a:cubicBezTo>
                    <a:pt x="248" y="263"/>
                    <a:pt x="248" y="259"/>
                    <a:pt x="247" y="254"/>
                  </a:cubicBezTo>
                  <a:cubicBezTo>
                    <a:pt x="247" y="249"/>
                    <a:pt x="247" y="244"/>
                    <a:pt x="247" y="240"/>
                  </a:cubicBezTo>
                  <a:cubicBezTo>
                    <a:pt x="247" y="226"/>
                    <a:pt x="247" y="226"/>
                    <a:pt x="247" y="226"/>
                  </a:cubicBezTo>
                  <a:cubicBezTo>
                    <a:pt x="247" y="217"/>
                    <a:pt x="244" y="207"/>
                    <a:pt x="237" y="197"/>
                  </a:cubicBezTo>
                  <a:cubicBezTo>
                    <a:pt x="230" y="187"/>
                    <a:pt x="219" y="181"/>
                    <a:pt x="204" y="178"/>
                  </a:cubicBezTo>
                  <a:cubicBezTo>
                    <a:pt x="216" y="176"/>
                    <a:pt x="225" y="173"/>
                    <a:pt x="231" y="169"/>
                  </a:cubicBezTo>
                  <a:cubicBezTo>
                    <a:pt x="244" y="161"/>
                    <a:pt x="250" y="148"/>
                    <a:pt x="250" y="132"/>
                  </a:cubicBezTo>
                  <a:cubicBezTo>
                    <a:pt x="250" y="108"/>
                    <a:pt x="240" y="92"/>
                    <a:pt x="220" y="84"/>
                  </a:cubicBezTo>
                  <a:cubicBezTo>
                    <a:pt x="210" y="79"/>
                    <a:pt x="192" y="77"/>
                    <a:pt x="169" y="77"/>
                  </a:cubicBezTo>
                  <a:cubicBezTo>
                    <a:pt x="103" y="77"/>
                    <a:pt x="103" y="77"/>
                    <a:pt x="103" y="77"/>
                  </a:cubicBezTo>
                  <a:lnTo>
                    <a:pt x="103" y="2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73737"/>
                </a:solidFill>
                <a:effectLst/>
                <a:uLnTx/>
                <a:uFillTx/>
                <a:latin typeface="Arial Narrow"/>
                <a:ea typeface="+mn-ea"/>
                <a:cs typeface="+mn-cs"/>
              </a:endParaRPr>
            </a:p>
          </p:txBody>
        </p:sp>
        <p:sp>
          <p:nvSpPr>
            <p:cNvPr id="20" name="Freeform 26">
              <a:extLst>
                <a:ext uri="{FF2B5EF4-FFF2-40B4-BE49-F238E27FC236}">
                  <a16:creationId xmlns:a16="http://schemas.microsoft.com/office/drawing/2014/main" id="{E82DE2C4-EC6C-4CC8-A8E0-096130653314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266" y="0"/>
              <a:ext cx="733" cy="733"/>
            </a:xfrm>
            <a:custGeom>
              <a:avLst/>
              <a:gdLst>
                <a:gd name="T0" fmla="*/ 4176 w 4576"/>
                <a:gd name="T1" fmla="*/ 996 h 4576"/>
                <a:gd name="T2" fmla="*/ 4106 w 4576"/>
                <a:gd name="T3" fmla="*/ 1355 h 4576"/>
                <a:gd name="T4" fmla="*/ 2907 w 4576"/>
                <a:gd name="T5" fmla="*/ 1262 h 4576"/>
                <a:gd name="T6" fmla="*/ 2797 w 4576"/>
                <a:gd name="T7" fmla="*/ 1612 h 4576"/>
                <a:gd name="T8" fmla="*/ 4141 w 4576"/>
                <a:gd name="T9" fmla="*/ 2094 h 4576"/>
                <a:gd name="T10" fmla="*/ 4386 w 4576"/>
                <a:gd name="T11" fmla="*/ 2839 h 4576"/>
                <a:gd name="T12" fmla="*/ 3944 w 4576"/>
                <a:gd name="T13" fmla="*/ 3672 h 4576"/>
                <a:gd name="T14" fmla="*/ 3173 w 4576"/>
                <a:gd name="T15" fmla="*/ 3966 h 4576"/>
                <a:gd name="T16" fmla="*/ 2263 w 4576"/>
                <a:gd name="T17" fmla="*/ 3848 h 4576"/>
                <a:gd name="T18" fmla="*/ 2082 w 4576"/>
                <a:gd name="T19" fmla="*/ 3429 h 4576"/>
                <a:gd name="T20" fmla="*/ 2101 w 4576"/>
                <a:gd name="T21" fmla="*/ 3327 h 4576"/>
                <a:gd name="T22" fmla="*/ 2301 w 4576"/>
                <a:gd name="T23" fmla="*/ 3133 h 4576"/>
                <a:gd name="T24" fmla="*/ 2390 w 4576"/>
                <a:gd name="T25" fmla="*/ 3119 h 4576"/>
                <a:gd name="T26" fmla="*/ 2659 w 4576"/>
                <a:gd name="T27" fmla="*/ 3526 h 4576"/>
                <a:gd name="T28" fmla="*/ 3240 w 4576"/>
                <a:gd name="T29" fmla="*/ 3784 h 4576"/>
                <a:gd name="T30" fmla="*/ 3753 w 4576"/>
                <a:gd name="T31" fmla="*/ 3318 h 4576"/>
                <a:gd name="T32" fmla="*/ 2217 w 4576"/>
                <a:gd name="T33" fmla="*/ 2488 h 4576"/>
                <a:gd name="T34" fmla="*/ 2812 w 4576"/>
                <a:gd name="T35" fmla="*/ 701 h 4576"/>
                <a:gd name="T36" fmla="*/ 3564 w 4576"/>
                <a:gd name="T37" fmla="*/ 766 h 4576"/>
                <a:gd name="T38" fmla="*/ 4065 w 4576"/>
                <a:gd name="T39" fmla="*/ 848 h 4576"/>
                <a:gd name="T40" fmla="*/ 2288 w 4576"/>
                <a:gd name="T41" fmla="*/ 0 h 4576"/>
                <a:gd name="T42" fmla="*/ 0 w 4576"/>
                <a:gd name="T43" fmla="*/ 2288 h 4576"/>
                <a:gd name="T44" fmla="*/ 445 w 4576"/>
                <a:gd name="T45" fmla="*/ 3644 h 4576"/>
                <a:gd name="T46" fmla="*/ 616 w 4576"/>
                <a:gd name="T47" fmla="*/ 3581 h 4576"/>
                <a:gd name="T48" fmla="*/ 610 w 4576"/>
                <a:gd name="T49" fmla="*/ 3402 h 4576"/>
                <a:gd name="T50" fmla="*/ 565 w 4576"/>
                <a:gd name="T51" fmla="*/ 1982 h 4576"/>
                <a:gd name="T52" fmla="*/ 245 w 4576"/>
                <a:gd name="T53" fmla="*/ 1998 h 4576"/>
                <a:gd name="T54" fmla="*/ 261 w 4576"/>
                <a:gd name="T55" fmla="*/ 1735 h 4576"/>
                <a:gd name="T56" fmla="*/ 579 w 4576"/>
                <a:gd name="T57" fmla="*/ 1707 h 4576"/>
                <a:gd name="T58" fmla="*/ 596 w 4576"/>
                <a:gd name="T59" fmla="*/ 1479 h 4576"/>
                <a:gd name="T60" fmla="*/ 1542 w 4576"/>
                <a:gd name="T61" fmla="*/ 623 h 4576"/>
                <a:gd name="T62" fmla="*/ 1920 w 4576"/>
                <a:gd name="T63" fmla="*/ 561 h 4576"/>
                <a:gd name="T64" fmla="*/ 2018 w 4576"/>
                <a:gd name="T65" fmla="*/ 558 h 4576"/>
                <a:gd name="T66" fmla="*/ 2242 w 4576"/>
                <a:gd name="T67" fmla="*/ 603 h 4576"/>
                <a:gd name="T68" fmla="*/ 2508 w 4576"/>
                <a:gd name="T69" fmla="*/ 807 h 4576"/>
                <a:gd name="T70" fmla="*/ 2505 w 4576"/>
                <a:gd name="T71" fmla="*/ 873 h 4576"/>
                <a:gd name="T72" fmla="*/ 2379 w 4576"/>
                <a:gd name="T73" fmla="*/ 1020 h 4576"/>
                <a:gd name="T74" fmla="*/ 2278 w 4576"/>
                <a:gd name="T75" fmla="*/ 1033 h 4576"/>
                <a:gd name="T76" fmla="*/ 2065 w 4576"/>
                <a:gd name="T77" fmla="*/ 927 h 4576"/>
                <a:gd name="T78" fmla="*/ 1657 w 4576"/>
                <a:gd name="T79" fmla="*/ 818 h 4576"/>
                <a:gd name="T80" fmla="*/ 1466 w 4576"/>
                <a:gd name="T81" fmla="*/ 1048 h 4576"/>
                <a:gd name="T82" fmla="*/ 1438 w 4576"/>
                <a:gd name="T83" fmla="*/ 1664 h 4576"/>
                <a:gd name="T84" fmla="*/ 2218 w 4576"/>
                <a:gd name="T85" fmla="*/ 1651 h 4576"/>
                <a:gd name="T86" fmla="*/ 2218 w 4576"/>
                <a:gd name="T87" fmla="*/ 1831 h 4576"/>
                <a:gd name="T88" fmla="*/ 1959 w 4576"/>
                <a:gd name="T89" fmla="*/ 1950 h 4576"/>
                <a:gd name="T90" fmla="*/ 1431 w 4576"/>
                <a:gd name="T91" fmla="*/ 1957 h 4576"/>
                <a:gd name="T92" fmla="*/ 1454 w 4576"/>
                <a:gd name="T93" fmla="*/ 3469 h 4576"/>
                <a:gd name="T94" fmla="*/ 1482 w 4576"/>
                <a:gd name="T95" fmla="*/ 3663 h 4576"/>
                <a:gd name="T96" fmla="*/ 1961 w 4576"/>
                <a:gd name="T97" fmla="*/ 3789 h 4576"/>
                <a:gd name="T98" fmla="*/ 1965 w 4576"/>
                <a:gd name="T99" fmla="*/ 3947 h 4576"/>
                <a:gd name="T100" fmla="*/ 583 w 4576"/>
                <a:gd name="T101" fmla="*/ 3814 h 4576"/>
                <a:gd name="T102" fmla="*/ 2288 w 4576"/>
                <a:gd name="T103" fmla="*/ 4576 h 4576"/>
                <a:gd name="T104" fmla="*/ 4576 w 4576"/>
                <a:gd name="T105" fmla="*/ 2288 h 4576"/>
                <a:gd name="T106" fmla="*/ 4176 w 4576"/>
                <a:gd name="T107" fmla="*/ 996 h 457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4576" h="4576">
                  <a:moveTo>
                    <a:pt x="4176" y="996"/>
                  </a:moveTo>
                  <a:cubicBezTo>
                    <a:pt x="4148" y="1112"/>
                    <a:pt x="4134" y="1232"/>
                    <a:pt x="4106" y="1355"/>
                  </a:cubicBezTo>
                  <a:cubicBezTo>
                    <a:pt x="3763" y="1310"/>
                    <a:pt x="3360" y="1278"/>
                    <a:pt x="2907" y="1262"/>
                  </a:cubicBezTo>
                  <a:cubicBezTo>
                    <a:pt x="2871" y="1377"/>
                    <a:pt x="2836" y="1489"/>
                    <a:pt x="2797" y="1612"/>
                  </a:cubicBezTo>
                  <a:cubicBezTo>
                    <a:pt x="3555" y="1659"/>
                    <a:pt x="3923" y="1858"/>
                    <a:pt x="4141" y="2094"/>
                  </a:cubicBezTo>
                  <a:cubicBezTo>
                    <a:pt x="4354" y="2332"/>
                    <a:pt x="4399" y="2594"/>
                    <a:pt x="4386" y="2839"/>
                  </a:cubicBezTo>
                  <a:cubicBezTo>
                    <a:pt x="4359" y="3235"/>
                    <a:pt x="4184" y="3486"/>
                    <a:pt x="3944" y="3672"/>
                  </a:cubicBezTo>
                  <a:cubicBezTo>
                    <a:pt x="3702" y="3855"/>
                    <a:pt x="3408" y="3946"/>
                    <a:pt x="3173" y="3966"/>
                  </a:cubicBezTo>
                  <a:cubicBezTo>
                    <a:pt x="2826" y="3991"/>
                    <a:pt x="2362" y="3909"/>
                    <a:pt x="2263" y="3848"/>
                  </a:cubicBezTo>
                  <a:cubicBezTo>
                    <a:pt x="2204" y="3713"/>
                    <a:pt x="2145" y="3577"/>
                    <a:pt x="2082" y="3429"/>
                  </a:cubicBezTo>
                  <a:cubicBezTo>
                    <a:pt x="2067" y="3397"/>
                    <a:pt x="2057" y="3365"/>
                    <a:pt x="2101" y="3327"/>
                  </a:cubicBezTo>
                  <a:cubicBezTo>
                    <a:pt x="2168" y="3262"/>
                    <a:pt x="2233" y="3200"/>
                    <a:pt x="2301" y="3133"/>
                  </a:cubicBezTo>
                  <a:cubicBezTo>
                    <a:pt x="2332" y="3104"/>
                    <a:pt x="2365" y="3076"/>
                    <a:pt x="2390" y="3119"/>
                  </a:cubicBezTo>
                  <a:cubicBezTo>
                    <a:pt x="2484" y="3262"/>
                    <a:pt x="2571" y="3394"/>
                    <a:pt x="2659" y="3526"/>
                  </a:cubicBezTo>
                  <a:cubicBezTo>
                    <a:pt x="2758" y="3673"/>
                    <a:pt x="2910" y="3806"/>
                    <a:pt x="3240" y="3784"/>
                  </a:cubicBezTo>
                  <a:cubicBezTo>
                    <a:pt x="3519" y="3759"/>
                    <a:pt x="3730" y="3549"/>
                    <a:pt x="3753" y="3318"/>
                  </a:cubicBezTo>
                  <a:cubicBezTo>
                    <a:pt x="3777" y="2889"/>
                    <a:pt x="3344" y="2585"/>
                    <a:pt x="2217" y="2488"/>
                  </a:cubicBezTo>
                  <a:cubicBezTo>
                    <a:pt x="2433" y="1835"/>
                    <a:pt x="2644" y="1203"/>
                    <a:pt x="2812" y="701"/>
                  </a:cubicBezTo>
                  <a:cubicBezTo>
                    <a:pt x="3080" y="713"/>
                    <a:pt x="3328" y="735"/>
                    <a:pt x="3564" y="766"/>
                  </a:cubicBezTo>
                  <a:cubicBezTo>
                    <a:pt x="3740" y="788"/>
                    <a:pt x="3902" y="829"/>
                    <a:pt x="4065" y="848"/>
                  </a:cubicBezTo>
                  <a:cubicBezTo>
                    <a:pt x="3646" y="330"/>
                    <a:pt x="3006" y="0"/>
                    <a:pt x="2288" y="0"/>
                  </a:cubicBezTo>
                  <a:cubicBezTo>
                    <a:pt x="1024" y="0"/>
                    <a:pt x="0" y="1024"/>
                    <a:pt x="0" y="2288"/>
                  </a:cubicBezTo>
                  <a:cubicBezTo>
                    <a:pt x="0" y="2796"/>
                    <a:pt x="165" y="3264"/>
                    <a:pt x="445" y="3644"/>
                  </a:cubicBezTo>
                  <a:cubicBezTo>
                    <a:pt x="542" y="3645"/>
                    <a:pt x="609" y="3623"/>
                    <a:pt x="616" y="3581"/>
                  </a:cubicBezTo>
                  <a:cubicBezTo>
                    <a:pt x="625" y="3538"/>
                    <a:pt x="618" y="3470"/>
                    <a:pt x="610" y="3402"/>
                  </a:cubicBezTo>
                  <a:cubicBezTo>
                    <a:pt x="564" y="2953"/>
                    <a:pt x="548" y="2468"/>
                    <a:pt x="565" y="1982"/>
                  </a:cubicBezTo>
                  <a:cubicBezTo>
                    <a:pt x="449" y="1987"/>
                    <a:pt x="345" y="1992"/>
                    <a:pt x="245" y="1998"/>
                  </a:cubicBezTo>
                  <a:cubicBezTo>
                    <a:pt x="249" y="1908"/>
                    <a:pt x="254" y="1823"/>
                    <a:pt x="261" y="1735"/>
                  </a:cubicBezTo>
                  <a:cubicBezTo>
                    <a:pt x="360" y="1725"/>
                    <a:pt x="465" y="1717"/>
                    <a:pt x="579" y="1707"/>
                  </a:cubicBezTo>
                  <a:cubicBezTo>
                    <a:pt x="584" y="1630"/>
                    <a:pt x="590" y="1555"/>
                    <a:pt x="596" y="1479"/>
                  </a:cubicBezTo>
                  <a:cubicBezTo>
                    <a:pt x="648" y="1016"/>
                    <a:pt x="1136" y="732"/>
                    <a:pt x="1542" y="623"/>
                  </a:cubicBezTo>
                  <a:cubicBezTo>
                    <a:pt x="1723" y="579"/>
                    <a:pt x="1833" y="565"/>
                    <a:pt x="1920" y="561"/>
                  </a:cubicBezTo>
                  <a:cubicBezTo>
                    <a:pt x="1951" y="560"/>
                    <a:pt x="1985" y="558"/>
                    <a:pt x="2018" y="558"/>
                  </a:cubicBezTo>
                  <a:cubicBezTo>
                    <a:pt x="2102" y="558"/>
                    <a:pt x="2188" y="566"/>
                    <a:pt x="2242" y="603"/>
                  </a:cubicBezTo>
                  <a:cubicBezTo>
                    <a:pt x="2330" y="669"/>
                    <a:pt x="2416" y="734"/>
                    <a:pt x="2508" y="807"/>
                  </a:cubicBezTo>
                  <a:cubicBezTo>
                    <a:pt x="2518" y="819"/>
                    <a:pt x="2528" y="839"/>
                    <a:pt x="2505" y="873"/>
                  </a:cubicBezTo>
                  <a:cubicBezTo>
                    <a:pt x="2463" y="922"/>
                    <a:pt x="2422" y="969"/>
                    <a:pt x="2379" y="1020"/>
                  </a:cubicBezTo>
                  <a:cubicBezTo>
                    <a:pt x="2354" y="1050"/>
                    <a:pt x="2313" y="1042"/>
                    <a:pt x="2278" y="1033"/>
                  </a:cubicBezTo>
                  <a:cubicBezTo>
                    <a:pt x="2206" y="996"/>
                    <a:pt x="2136" y="962"/>
                    <a:pt x="2065" y="927"/>
                  </a:cubicBezTo>
                  <a:cubicBezTo>
                    <a:pt x="1937" y="870"/>
                    <a:pt x="1804" y="812"/>
                    <a:pt x="1657" y="818"/>
                  </a:cubicBezTo>
                  <a:cubicBezTo>
                    <a:pt x="1565" y="825"/>
                    <a:pt x="1475" y="919"/>
                    <a:pt x="1466" y="1048"/>
                  </a:cubicBezTo>
                  <a:cubicBezTo>
                    <a:pt x="1453" y="1244"/>
                    <a:pt x="1445" y="1446"/>
                    <a:pt x="1438" y="1664"/>
                  </a:cubicBezTo>
                  <a:cubicBezTo>
                    <a:pt x="1694" y="1656"/>
                    <a:pt x="1949" y="1652"/>
                    <a:pt x="2218" y="1651"/>
                  </a:cubicBezTo>
                  <a:cubicBezTo>
                    <a:pt x="2218" y="1712"/>
                    <a:pt x="2218" y="1768"/>
                    <a:pt x="2218" y="1831"/>
                  </a:cubicBezTo>
                  <a:cubicBezTo>
                    <a:pt x="2130" y="1870"/>
                    <a:pt x="2047" y="1910"/>
                    <a:pt x="1959" y="1950"/>
                  </a:cubicBezTo>
                  <a:cubicBezTo>
                    <a:pt x="1778" y="1952"/>
                    <a:pt x="1605" y="1954"/>
                    <a:pt x="1431" y="1957"/>
                  </a:cubicBezTo>
                  <a:cubicBezTo>
                    <a:pt x="1423" y="2475"/>
                    <a:pt x="1430" y="2992"/>
                    <a:pt x="1454" y="3469"/>
                  </a:cubicBezTo>
                  <a:cubicBezTo>
                    <a:pt x="1458" y="3541"/>
                    <a:pt x="1462" y="3614"/>
                    <a:pt x="1482" y="3663"/>
                  </a:cubicBezTo>
                  <a:cubicBezTo>
                    <a:pt x="1507" y="3725"/>
                    <a:pt x="1650" y="3772"/>
                    <a:pt x="1961" y="3789"/>
                  </a:cubicBezTo>
                  <a:cubicBezTo>
                    <a:pt x="1962" y="3844"/>
                    <a:pt x="1964" y="3895"/>
                    <a:pt x="1965" y="3947"/>
                  </a:cubicBezTo>
                  <a:cubicBezTo>
                    <a:pt x="1459" y="3932"/>
                    <a:pt x="973" y="3884"/>
                    <a:pt x="583" y="3814"/>
                  </a:cubicBezTo>
                  <a:cubicBezTo>
                    <a:pt x="1002" y="4282"/>
                    <a:pt x="1611" y="4576"/>
                    <a:pt x="2288" y="4576"/>
                  </a:cubicBezTo>
                  <a:cubicBezTo>
                    <a:pt x="3552" y="4576"/>
                    <a:pt x="4576" y="3552"/>
                    <a:pt x="4576" y="2288"/>
                  </a:cubicBezTo>
                  <a:cubicBezTo>
                    <a:pt x="4576" y="1809"/>
                    <a:pt x="4428" y="1364"/>
                    <a:pt x="4176" y="99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73737"/>
                </a:solidFill>
                <a:effectLst/>
                <a:uLnTx/>
                <a:uFillTx/>
                <a:latin typeface="Arial Narrow"/>
                <a:ea typeface="+mn-ea"/>
                <a:cs typeface="+mn-cs"/>
              </a:endParaRPr>
            </a:p>
          </p:txBody>
        </p:sp>
        <p:sp>
          <p:nvSpPr>
            <p:cNvPr id="21" name="Freeform 27">
              <a:extLst>
                <a:ext uri="{FF2B5EF4-FFF2-40B4-BE49-F238E27FC236}">
                  <a16:creationId xmlns:a16="http://schemas.microsoft.com/office/drawing/2014/main" id="{A66506BB-0716-4E34-AB30-0A9F59D625FE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360" y="611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73737"/>
                </a:solidFill>
                <a:effectLst/>
                <a:uLnTx/>
                <a:uFillTx/>
                <a:latin typeface="Arial Narrow"/>
                <a:ea typeface="+mn-ea"/>
                <a:cs typeface="+mn-cs"/>
              </a:endParaRPr>
            </a:p>
          </p:txBody>
        </p:sp>
      </p:grp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67E08A2D-0DB6-4F18-9655-DEE6026EA71B}"/>
              </a:ext>
            </a:extLst>
          </p:cNvPr>
          <p:cNvSpPr>
            <a:spLocks noGrp="1"/>
          </p:cNvSpPr>
          <p:nvPr userDrawn="1">
            <p:ph type="body" idx="1"/>
          </p:nvPr>
        </p:nvSpPr>
        <p:spPr bwMode="black">
          <a:xfrm>
            <a:off x="495952" y="3762096"/>
            <a:ext cx="7453993" cy="256162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00" spc="0" baseline="0">
                <a:solidFill>
                  <a:srgbClr val="FEFEFE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0744B608-3F50-EB2E-2E1E-C8747CB7085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94488"/>
          </a:xfrm>
          <a:prstGeom prst="rect">
            <a:avLst/>
          </a:prstGeom>
        </p:spPr>
      </p:pic>
      <p:sp>
        <p:nvSpPr>
          <p:cNvPr id="8" name="Footer Placeholder 10">
            <a:extLst>
              <a:ext uri="{FF2B5EF4-FFF2-40B4-BE49-F238E27FC236}">
                <a16:creationId xmlns:a16="http://schemas.microsoft.com/office/drawing/2014/main" id="{03C0E75F-8F82-DD77-FDD5-FDB5A49BB03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>
                <a:solidFill>
                  <a:schemeClr val="bg1"/>
                </a:solidFill>
              </a:defRPr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AB8C410-276A-CE2C-1089-A5E54F16E449}"/>
              </a:ext>
            </a:extLst>
          </p:cNvPr>
          <p:cNvSpPr txBox="1"/>
          <p:nvPr userDrawn="1"/>
        </p:nvSpPr>
        <p:spPr>
          <a:xfrm>
            <a:off x="13920953" y="10706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 dirty="0"/>
              <a:t>Primary palette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71DAB762-46D3-B3C0-5003-18A6CB71B314}"/>
              </a:ext>
            </a:extLst>
          </p:cNvPr>
          <p:cNvSpPr/>
          <p:nvPr userDrawn="1"/>
        </p:nvSpPr>
        <p:spPr>
          <a:xfrm>
            <a:off x="13959929" y="377353"/>
            <a:ext cx="618392" cy="618392"/>
          </a:xfrm>
          <a:prstGeom prst="ellipse">
            <a:avLst/>
          </a:prstGeom>
          <a:solidFill>
            <a:srgbClr val="E400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085CFAC6-0062-2DDE-D6F1-84C60D4169D0}"/>
              </a:ext>
            </a:extLst>
          </p:cNvPr>
          <p:cNvSpPr/>
          <p:nvPr userDrawn="1"/>
        </p:nvSpPr>
        <p:spPr>
          <a:xfrm>
            <a:off x="15084675" y="517318"/>
            <a:ext cx="338462" cy="338462"/>
          </a:xfrm>
          <a:prstGeom prst="ellipse">
            <a:avLst/>
          </a:prstGeom>
          <a:solidFill>
            <a:srgbClr val="F7B2B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5039DF1-C388-A94C-451B-60C65F41899A}"/>
              </a:ext>
            </a:extLst>
          </p:cNvPr>
          <p:cNvSpPr/>
          <p:nvPr userDrawn="1"/>
        </p:nvSpPr>
        <p:spPr>
          <a:xfrm>
            <a:off x="15584292" y="517318"/>
            <a:ext cx="338462" cy="338462"/>
          </a:xfrm>
          <a:prstGeom prst="ellipse">
            <a:avLst/>
          </a:prstGeom>
          <a:solidFill>
            <a:srgbClr val="F066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D72DF44A-0A80-BA0E-3BC1-AE32E2F0C5F0}"/>
              </a:ext>
            </a:extLst>
          </p:cNvPr>
          <p:cNvSpPr/>
          <p:nvPr userDrawn="1"/>
        </p:nvSpPr>
        <p:spPr>
          <a:xfrm>
            <a:off x="16083909" y="517318"/>
            <a:ext cx="338462" cy="338462"/>
          </a:xfrm>
          <a:prstGeom prst="ellipse">
            <a:avLst/>
          </a:prstGeom>
          <a:solidFill>
            <a:srgbClr val="A7002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9BCE72F9-5A07-0DD4-CCD5-E3A6596CB8DF}"/>
              </a:ext>
            </a:extLst>
          </p:cNvPr>
          <p:cNvSpPr/>
          <p:nvPr userDrawn="1"/>
        </p:nvSpPr>
        <p:spPr>
          <a:xfrm>
            <a:off x="16583525" y="517318"/>
            <a:ext cx="338462" cy="338462"/>
          </a:xfrm>
          <a:prstGeom prst="ellipse">
            <a:avLst/>
          </a:prstGeom>
          <a:solidFill>
            <a:srgbClr val="72001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F6616E2-9520-38A7-79F2-28418ADC1CD8}"/>
              </a:ext>
            </a:extLst>
          </p:cNvPr>
          <p:cNvSpPr txBox="1"/>
          <p:nvPr userDrawn="1"/>
        </p:nvSpPr>
        <p:spPr>
          <a:xfrm>
            <a:off x="15053447" y="10706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 dirty="0"/>
              <a:t>Secondary palette</a:t>
            </a:r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EEC4E56E-8434-AD10-3607-88D74A724C8A}"/>
              </a:ext>
            </a:extLst>
          </p:cNvPr>
          <p:cNvSpPr/>
          <p:nvPr userDrawn="1"/>
        </p:nvSpPr>
        <p:spPr>
          <a:xfrm>
            <a:off x="13959929" y="1097294"/>
            <a:ext cx="618392" cy="618392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1F3EE6D0-CE02-321E-721B-2373341FF5CA}"/>
              </a:ext>
            </a:extLst>
          </p:cNvPr>
          <p:cNvSpPr/>
          <p:nvPr userDrawn="1"/>
        </p:nvSpPr>
        <p:spPr>
          <a:xfrm>
            <a:off x="15084675" y="1237259"/>
            <a:ext cx="338462" cy="338462"/>
          </a:xfrm>
          <a:prstGeom prst="ellipse">
            <a:avLst/>
          </a:prstGeom>
          <a:solidFill>
            <a:srgbClr val="FBE1C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D4E4C2B3-9124-D50F-44F0-F9AEE0706918}"/>
              </a:ext>
            </a:extLst>
          </p:cNvPr>
          <p:cNvSpPr/>
          <p:nvPr userDrawn="1"/>
        </p:nvSpPr>
        <p:spPr>
          <a:xfrm>
            <a:off x="15584292" y="1237259"/>
            <a:ext cx="338462" cy="338462"/>
          </a:xfrm>
          <a:prstGeom prst="ellipse">
            <a:avLst/>
          </a:prstGeom>
          <a:solidFill>
            <a:srgbClr val="F7C2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6C6EE4A8-6BD4-A75A-43EC-BCAEC4B75095}"/>
              </a:ext>
            </a:extLst>
          </p:cNvPr>
          <p:cNvSpPr/>
          <p:nvPr userDrawn="1"/>
        </p:nvSpPr>
        <p:spPr>
          <a:xfrm>
            <a:off x="16083909" y="1237259"/>
            <a:ext cx="338462" cy="338462"/>
          </a:xfrm>
          <a:prstGeom prst="ellipse">
            <a:avLst/>
          </a:prstGeom>
          <a:solidFill>
            <a:srgbClr val="B2742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1C52F4A9-2575-4758-B62A-D5E57AFD10A9}"/>
              </a:ext>
            </a:extLst>
          </p:cNvPr>
          <p:cNvSpPr/>
          <p:nvPr userDrawn="1"/>
        </p:nvSpPr>
        <p:spPr>
          <a:xfrm>
            <a:off x="16583525" y="1237259"/>
            <a:ext cx="338462" cy="338462"/>
          </a:xfrm>
          <a:prstGeom prst="ellipse">
            <a:avLst/>
          </a:prstGeom>
          <a:solidFill>
            <a:srgbClr val="794D1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2CBAE2EC-5BA4-E505-7BC9-8C77BBEBCC04}"/>
              </a:ext>
            </a:extLst>
          </p:cNvPr>
          <p:cNvSpPr/>
          <p:nvPr userDrawn="1"/>
        </p:nvSpPr>
        <p:spPr>
          <a:xfrm>
            <a:off x="13959929" y="1817235"/>
            <a:ext cx="618392" cy="6183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E4081EF5-E1D8-D227-7984-7DA2CB32E34A}"/>
              </a:ext>
            </a:extLst>
          </p:cNvPr>
          <p:cNvSpPr/>
          <p:nvPr userDrawn="1"/>
        </p:nvSpPr>
        <p:spPr>
          <a:xfrm>
            <a:off x="15084675" y="1957200"/>
            <a:ext cx="338462" cy="338462"/>
          </a:xfrm>
          <a:prstGeom prst="ellipse">
            <a:avLst/>
          </a:prstGeom>
          <a:solidFill>
            <a:srgbClr val="B7C6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9193EF98-2BBC-EBD1-4615-EBD69B3FAC39}"/>
              </a:ext>
            </a:extLst>
          </p:cNvPr>
          <p:cNvSpPr/>
          <p:nvPr userDrawn="1"/>
        </p:nvSpPr>
        <p:spPr>
          <a:xfrm>
            <a:off x="15584292" y="1957200"/>
            <a:ext cx="338462" cy="338462"/>
          </a:xfrm>
          <a:prstGeom prst="ellipse">
            <a:avLst/>
          </a:prstGeom>
          <a:solidFill>
            <a:srgbClr val="6E8D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DAF754BB-EFFE-6521-CEC6-EA2956268B3B}"/>
              </a:ext>
            </a:extLst>
          </p:cNvPr>
          <p:cNvSpPr/>
          <p:nvPr userDrawn="1"/>
        </p:nvSpPr>
        <p:spPr>
          <a:xfrm>
            <a:off x="16083909" y="1957200"/>
            <a:ext cx="338462" cy="338462"/>
          </a:xfrm>
          <a:prstGeom prst="ellipse">
            <a:avLst/>
          </a:prstGeom>
          <a:solidFill>
            <a:srgbClr val="0B31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1FB9083E-E6E8-79DB-E5EC-2A943F7C3A1D}"/>
              </a:ext>
            </a:extLst>
          </p:cNvPr>
          <p:cNvSpPr/>
          <p:nvPr userDrawn="1"/>
        </p:nvSpPr>
        <p:spPr>
          <a:xfrm>
            <a:off x="16583525" y="1957200"/>
            <a:ext cx="338462" cy="338462"/>
          </a:xfrm>
          <a:prstGeom prst="ellipse">
            <a:avLst/>
          </a:prstGeom>
          <a:solidFill>
            <a:srgbClr val="07215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12332DD1-B5C7-1A8B-A162-AC9DB544EEC9}"/>
              </a:ext>
            </a:extLst>
          </p:cNvPr>
          <p:cNvSpPr/>
          <p:nvPr userDrawn="1"/>
        </p:nvSpPr>
        <p:spPr>
          <a:xfrm>
            <a:off x="13959929" y="2537176"/>
            <a:ext cx="618392" cy="618392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50F05CED-64CD-3FCB-36F1-9C3622A60795}"/>
              </a:ext>
            </a:extLst>
          </p:cNvPr>
          <p:cNvSpPr/>
          <p:nvPr userDrawn="1"/>
        </p:nvSpPr>
        <p:spPr>
          <a:xfrm>
            <a:off x="15084675" y="2677141"/>
            <a:ext cx="338462" cy="338462"/>
          </a:xfrm>
          <a:prstGeom prst="ellipse">
            <a:avLst/>
          </a:prstGeom>
          <a:solidFill>
            <a:srgbClr val="E6BE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AAEAD7DC-D4CF-01CB-D1B4-9794B2AB70E0}"/>
              </a:ext>
            </a:extLst>
          </p:cNvPr>
          <p:cNvSpPr/>
          <p:nvPr userDrawn="1"/>
        </p:nvSpPr>
        <p:spPr>
          <a:xfrm>
            <a:off x="15584292" y="2677141"/>
            <a:ext cx="338462" cy="338462"/>
          </a:xfrm>
          <a:prstGeom prst="ellipse">
            <a:avLst/>
          </a:prstGeom>
          <a:solidFill>
            <a:srgbClr val="CD7DB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1D8DFA6D-7195-F27F-B48B-0B22E367FFBE}"/>
              </a:ext>
            </a:extLst>
          </p:cNvPr>
          <p:cNvSpPr/>
          <p:nvPr userDrawn="1"/>
        </p:nvSpPr>
        <p:spPr>
          <a:xfrm>
            <a:off x="16083909" y="2677141"/>
            <a:ext cx="338462" cy="338462"/>
          </a:xfrm>
          <a:prstGeom prst="ellipse">
            <a:avLst/>
          </a:prstGeom>
          <a:solidFill>
            <a:srgbClr val="801D6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7EC3852A-8220-DF76-1E69-38FD19685F8A}"/>
              </a:ext>
            </a:extLst>
          </p:cNvPr>
          <p:cNvSpPr/>
          <p:nvPr userDrawn="1"/>
        </p:nvSpPr>
        <p:spPr>
          <a:xfrm>
            <a:off x="16583525" y="2677141"/>
            <a:ext cx="338462" cy="338462"/>
          </a:xfrm>
          <a:prstGeom prst="ellipse">
            <a:avLst/>
          </a:prstGeom>
          <a:solidFill>
            <a:srgbClr val="5614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FB4B4B52-6E80-7D76-E157-623A2254EFC5}"/>
              </a:ext>
            </a:extLst>
          </p:cNvPr>
          <p:cNvSpPr/>
          <p:nvPr userDrawn="1"/>
        </p:nvSpPr>
        <p:spPr>
          <a:xfrm>
            <a:off x="13959929" y="3257117"/>
            <a:ext cx="618392" cy="61839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85" name="Oval 84">
            <a:extLst>
              <a:ext uri="{FF2B5EF4-FFF2-40B4-BE49-F238E27FC236}">
                <a16:creationId xmlns:a16="http://schemas.microsoft.com/office/drawing/2014/main" id="{E4D0C7B9-BA15-5172-9B3C-FC4844183619}"/>
              </a:ext>
            </a:extLst>
          </p:cNvPr>
          <p:cNvSpPr/>
          <p:nvPr userDrawn="1"/>
        </p:nvSpPr>
        <p:spPr>
          <a:xfrm>
            <a:off x="15084675" y="3397082"/>
            <a:ext cx="338462" cy="338462"/>
          </a:xfrm>
          <a:prstGeom prst="ellipse">
            <a:avLst/>
          </a:prstGeom>
          <a:solidFill>
            <a:srgbClr val="B2DFC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FB2CAFBD-C80C-AF06-1B6F-06EFF37E667D}"/>
              </a:ext>
            </a:extLst>
          </p:cNvPr>
          <p:cNvSpPr/>
          <p:nvPr userDrawn="1"/>
        </p:nvSpPr>
        <p:spPr>
          <a:xfrm>
            <a:off x="15584292" y="3397082"/>
            <a:ext cx="338462" cy="338462"/>
          </a:xfrm>
          <a:prstGeom prst="ellipse">
            <a:avLst/>
          </a:prstGeom>
          <a:solidFill>
            <a:srgbClr val="66C0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5C81C30E-ADF6-9199-3186-3B21C65AFDBB}"/>
              </a:ext>
            </a:extLst>
          </p:cNvPr>
          <p:cNvSpPr/>
          <p:nvPr userDrawn="1"/>
        </p:nvSpPr>
        <p:spPr>
          <a:xfrm>
            <a:off x="16083909" y="3397082"/>
            <a:ext cx="338462" cy="338462"/>
          </a:xfrm>
          <a:prstGeom prst="ellipse">
            <a:avLst/>
          </a:prstGeom>
          <a:solidFill>
            <a:srgbClr val="0071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04FC2C5C-6C5A-17ED-05FE-B35D3885C946}"/>
              </a:ext>
            </a:extLst>
          </p:cNvPr>
          <p:cNvSpPr/>
          <p:nvPr userDrawn="1"/>
        </p:nvSpPr>
        <p:spPr>
          <a:xfrm>
            <a:off x="16583525" y="3397082"/>
            <a:ext cx="338462" cy="338462"/>
          </a:xfrm>
          <a:prstGeom prst="ellipse">
            <a:avLst/>
          </a:prstGeom>
          <a:solidFill>
            <a:srgbClr val="004B1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64B719B1-8AF1-78D9-4E7D-6974BFF9D3BD}"/>
              </a:ext>
            </a:extLst>
          </p:cNvPr>
          <p:cNvSpPr/>
          <p:nvPr userDrawn="1"/>
        </p:nvSpPr>
        <p:spPr>
          <a:xfrm>
            <a:off x="13959929" y="3977058"/>
            <a:ext cx="618392" cy="6183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6DBA5D1E-8214-8829-A7ED-EDAD4DC12CF0}"/>
              </a:ext>
            </a:extLst>
          </p:cNvPr>
          <p:cNvSpPr/>
          <p:nvPr userDrawn="1"/>
        </p:nvSpPr>
        <p:spPr>
          <a:xfrm>
            <a:off x="15084675" y="4117023"/>
            <a:ext cx="338462" cy="338462"/>
          </a:xfrm>
          <a:prstGeom prst="ellipse">
            <a:avLst/>
          </a:prstGeom>
          <a:solidFill>
            <a:srgbClr val="D0BC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8414C0DE-A95F-2C60-91C6-0321E096246C}"/>
              </a:ext>
            </a:extLst>
          </p:cNvPr>
          <p:cNvSpPr/>
          <p:nvPr userDrawn="1"/>
        </p:nvSpPr>
        <p:spPr>
          <a:xfrm>
            <a:off x="15584292" y="4117023"/>
            <a:ext cx="338462" cy="338462"/>
          </a:xfrm>
          <a:prstGeom prst="ellipse">
            <a:avLst/>
          </a:prstGeom>
          <a:solidFill>
            <a:srgbClr val="A17AB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B31DFFC2-C4C7-ECCB-03AF-F82D615E81D3}"/>
              </a:ext>
            </a:extLst>
          </p:cNvPr>
          <p:cNvSpPr/>
          <p:nvPr userDrawn="1"/>
        </p:nvSpPr>
        <p:spPr>
          <a:xfrm>
            <a:off x="16083909" y="4117023"/>
            <a:ext cx="338462" cy="338462"/>
          </a:xfrm>
          <a:prstGeom prst="ellipse">
            <a:avLst/>
          </a:prstGeom>
          <a:solidFill>
            <a:srgbClr val="3813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5CA85C80-FFBC-E439-0090-B63A09EC8633}"/>
              </a:ext>
            </a:extLst>
          </p:cNvPr>
          <p:cNvSpPr/>
          <p:nvPr userDrawn="1"/>
        </p:nvSpPr>
        <p:spPr>
          <a:xfrm>
            <a:off x="16583525" y="4117023"/>
            <a:ext cx="338462" cy="338462"/>
          </a:xfrm>
          <a:prstGeom prst="ellipse">
            <a:avLst/>
          </a:prstGeom>
          <a:solidFill>
            <a:srgbClr val="250D3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5FE8F3A7-5BFB-3F79-7975-C046F39B1DE5}"/>
              </a:ext>
            </a:extLst>
          </p:cNvPr>
          <p:cNvSpPr/>
          <p:nvPr userDrawn="1"/>
        </p:nvSpPr>
        <p:spPr>
          <a:xfrm>
            <a:off x="13959929" y="4652930"/>
            <a:ext cx="618392" cy="618392"/>
          </a:xfrm>
          <a:prstGeom prst="ellipse">
            <a:avLst/>
          </a:prstGeom>
          <a:solidFill>
            <a:srgbClr val="007B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5F435F35-5B13-1B9C-305A-EE5509F9831B}"/>
              </a:ext>
            </a:extLst>
          </p:cNvPr>
          <p:cNvSpPr/>
          <p:nvPr userDrawn="1"/>
        </p:nvSpPr>
        <p:spPr>
          <a:xfrm>
            <a:off x="15084675" y="4836963"/>
            <a:ext cx="338462" cy="338462"/>
          </a:xfrm>
          <a:prstGeom prst="ellipse">
            <a:avLst/>
          </a:prstGeom>
          <a:solidFill>
            <a:srgbClr val="B2D7E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96" name="Oval 95">
            <a:extLst>
              <a:ext uri="{FF2B5EF4-FFF2-40B4-BE49-F238E27FC236}">
                <a16:creationId xmlns:a16="http://schemas.microsoft.com/office/drawing/2014/main" id="{05021316-C812-1E87-EF06-17E8ECC5D135}"/>
              </a:ext>
            </a:extLst>
          </p:cNvPr>
          <p:cNvSpPr/>
          <p:nvPr userDrawn="1"/>
        </p:nvSpPr>
        <p:spPr>
          <a:xfrm>
            <a:off x="15584292" y="4836963"/>
            <a:ext cx="338462" cy="338462"/>
          </a:xfrm>
          <a:prstGeom prst="ellipse">
            <a:avLst/>
          </a:prstGeom>
          <a:solidFill>
            <a:srgbClr val="66AF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C482390A-F448-4247-127A-14FCF518CC99}"/>
              </a:ext>
            </a:extLst>
          </p:cNvPr>
          <p:cNvSpPr/>
          <p:nvPr userDrawn="1"/>
        </p:nvSpPr>
        <p:spPr>
          <a:xfrm>
            <a:off x="16083909" y="4836963"/>
            <a:ext cx="338462" cy="338462"/>
          </a:xfrm>
          <a:prstGeom prst="ellipse">
            <a:avLst/>
          </a:prstGeom>
          <a:solidFill>
            <a:srgbClr val="005C8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98" name="Oval 97">
            <a:extLst>
              <a:ext uri="{FF2B5EF4-FFF2-40B4-BE49-F238E27FC236}">
                <a16:creationId xmlns:a16="http://schemas.microsoft.com/office/drawing/2014/main" id="{F3D8394E-BE57-FB76-5FA4-F3D39900B259}"/>
              </a:ext>
            </a:extLst>
          </p:cNvPr>
          <p:cNvSpPr/>
          <p:nvPr userDrawn="1"/>
        </p:nvSpPr>
        <p:spPr>
          <a:xfrm>
            <a:off x="16583525" y="4836963"/>
            <a:ext cx="338462" cy="338462"/>
          </a:xfrm>
          <a:prstGeom prst="ellipse">
            <a:avLst/>
          </a:prstGeom>
          <a:solidFill>
            <a:srgbClr val="003D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F689780D-FE46-2879-C85F-3935084EBA99}"/>
              </a:ext>
            </a:extLst>
          </p:cNvPr>
          <p:cNvSpPr txBox="1"/>
          <p:nvPr userDrawn="1"/>
        </p:nvSpPr>
        <p:spPr>
          <a:xfrm>
            <a:off x="13920953" y="570792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 dirty="0"/>
              <a:t>Product Group Colors</a:t>
            </a:r>
          </a:p>
        </p:txBody>
      </p: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7F1E1188-6B00-4E47-9B14-6C3CF953047C}"/>
              </a:ext>
            </a:extLst>
          </p:cNvPr>
          <p:cNvCxnSpPr>
            <a:cxnSpLocks/>
          </p:cNvCxnSpPr>
          <p:nvPr userDrawn="1"/>
        </p:nvCxnSpPr>
        <p:spPr>
          <a:xfrm>
            <a:off x="13920953" y="5583284"/>
            <a:ext cx="3109779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5308BC58-EA9A-C8A1-B95D-5C9AF5AC3D67}"/>
              </a:ext>
            </a:extLst>
          </p:cNvPr>
          <p:cNvCxnSpPr>
            <a:cxnSpLocks/>
          </p:cNvCxnSpPr>
          <p:nvPr userDrawn="1"/>
        </p:nvCxnSpPr>
        <p:spPr>
          <a:xfrm>
            <a:off x="13920953" y="0"/>
            <a:ext cx="907751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E22C7F57-A0FB-9ECE-5B4E-9732FB0FABF7}"/>
              </a:ext>
            </a:extLst>
          </p:cNvPr>
          <p:cNvCxnSpPr>
            <a:cxnSpLocks/>
          </p:cNvCxnSpPr>
          <p:nvPr userDrawn="1"/>
        </p:nvCxnSpPr>
        <p:spPr>
          <a:xfrm>
            <a:off x="15040681" y="0"/>
            <a:ext cx="1963661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Rectangle 102">
            <a:extLst>
              <a:ext uri="{FF2B5EF4-FFF2-40B4-BE49-F238E27FC236}">
                <a16:creationId xmlns:a16="http://schemas.microsoft.com/office/drawing/2014/main" id="{0FF66EE9-181E-1659-15B7-95661A9E3CE3}"/>
              </a:ext>
            </a:extLst>
          </p:cNvPr>
          <p:cNvSpPr/>
          <p:nvPr userDrawn="1"/>
        </p:nvSpPr>
        <p:spPr>
          <a:xfrm>
            <a:off x="14716831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 dirty="0">
                <a:solidFill>
                  <a:schemeClr val="tx1"/>
                </a:solidFill>
                <a:latin typeface="+mn-lt"/>
              </a:rPr>
              <a:t>BIG-IP Next</a:t>
            </a:r>
          </a:p>
        </p:txBody>
      </p:sp>
      <p:sp>
        <p:nvSpPr>
          <p:cNvPr id="104" name="Oval 103">
            <a:extLst>
              <a:ext uri="{FF2B5EF4-FFF2-40B4-BE49-F238E27FC236}">
                <a16:creationId xmlns:a16="http://schemas.microsoft.com/office/drawing/2014/main" id="{6E212DF7-78E7-904B-7F39-A2126138B962}"/>
              </a:ext>
            </a:extLst>
          </p:cNvPr>
          <p:cNvSpPr/>
          <p:nvPr userDrawn="1"/>
        </p:nvSpPr>
        <p:spPr>
          <a:xfrm>
            <a:off x="14804987" y="6024739"/>
            <a:ext cx="338462" cy="338462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42FE19F8-B576-6F2D-8090-39AED3E0077A}"/>
              </a:ext>
            </a:extLst>
          </p:cNvPr>
          <p:cNvSpPr/>
          <p:nvPr userDrawn="1"/>
        </p:nvSpPr>
        <p:spPr>
          <a:xfrm>
            <a:off x="13843869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 dirty="0">
                <a:solidFill>
                  <a:schemeClr val="tx1"/>
                </a:solidFill>
                <a:latin typeface="+mn-lt"/>
              </a:rPr>
              <a:t>Distributed Cloud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CE4094E4-83D1-5F67-F9CF-CC783106D348}"/>
              </a:ext>
            </a:extLst>
          </p:cNvPr>
          <p:cNvSpPr/>
          <p:nvPr userDrawn="1"/>
        </p:nvSpPr>
        <p:spPr>
          <a:xfrm>
            <a:off x="15568415" y="6388493"/>
            <a:ext cx="91440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000" kern="100" dirty="0">
                <a:solidFill>
                  <a:schemeClr val="tx1"/>
                </a:solidFill>
                <a:latin typeface="+mn-lt"/>
              </a:rPr>
              <a:t>BIG-IP</a:t>
            </a:r>
          </a:p>
        </p:txBody>
      </p:sp>
      <p:sp>
        <p:nvSpPr>
          <p:cNvPr id="107" name="Oval 106">
            <a:extLst>
              <a:ext uri="{FF2B5EF4-FFF2-40B4-BE49-F238E27FC236}">
                <a16:creationId xmlns:a16="http://schemas.microsoft.com/office/drawing/2014/main" id="{377B4F7C-9733-460C-E279-5F0808F90F20}"/>
              </a:ext>
            </a:extLst>
          </p:cNvPr>
          <p:cNvSpPr/>
          <p:nvPr userDrawn="1"/>
        </p:nvSpPr>
        <p:spPr>
          <a:xfrm>
            <a:off x="13916887" y="6024739"/>
            <a:ext cx="338462" cy="33846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108" name="Oval 107">
            <a:extLst>
              <a:ext uri="{FF2B5EF4-FFF2-40B4-BE49-F238E27FC236}">
                <a16:creationId xmlns:a16="http://schemas.microsoft.com/office/drawing/2014/main" id="{AD927477-CE6D-7CE4-B7F4-DA0851E5C34A}"/>
              </a:ext>
            </a:extLst>
          </p:cNvPr>
          <p:cNvSpPr/>
          <p:nvPr userDrawn="1"/>
        </p:nvSpPr>
        <p:spPr>
          <a:xfrm>
            <a:off x="15702617" y="6024739"/>
            <a:ext cx="338462" cy="33846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80D1CAC1-D419-9813-24F6-0FBA211A96D2}"/>
              </a:ext>
            </a:extLst>
          </p:cNvPr>
          <p:cNvSpPr/>
          <p:nvPr userDrawn="1"/>
        </p:nvSpPr>
        <p:spPr>
          <a:xfrm>
            <a:off x="16491659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 dirty="0">
                <a:solidFill>
                  <a:schemeClr val="tx1"/>
                </a:solidFill>
                <a:latin typeface="+mn-lt"/>
              </a:rPr>
              <a:t>NGINX </a:t>
            </a:r>
          </a:p>
        </p:txBody>
      </p:sp>
      <p:sp>
        <p:nvSpPr>
          <p:cNvPr id="110" name="Oval 109">
            <a:extLst>
              <a:ext uri="{FF2B5EF4-FFF2-40B4-BE49-F238E27FC236}">
                <a16:creationId xmlns:a16="http://schemas.microsoft.com/office/drawing/2014/main" id="{D4ADEACB-873F-7CC7-4438-95C99974F8A5}"/>
              </a:ext>
            </a:extLst>
          </p:cNvPr>
          <p:cNvSpPr/>
          <p:nvPr userDrawn="1"/>
        </p:nvSpPr>
        <p:spPr>
          <a:xfrm>
            <a:off x="16590717" y="6024739"/>
            <a:ext cx="338462" cy="33846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D76090D-D036-9706-26BF-26C54E07E829}"/>
              </a:ext>
            </a:extLst>
          </p:cNvPr>
          <p:cNvSpPr txBox="1"/>
          <p:nvPr userDrawn="1"/>
        </p:nvSpPr>
        <p:spPr>
          <a:xfrm>
            <a:off x="681343" y="6501327"/>
            <a:ext cx="730016" cy="9810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r>
              <a:rPr lang="en-US" sz="750" kern="100" cap="all" spc="100" baseline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</a:t>
            </a:r>
            <a:r>
              <a:rPr lang="en-US" sz="750" kern="100" cap="all" spc="20" baseline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2025 F5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21C148E-C50E-469A-B854-37A87CA6D9A6}"/>
              </a:ext>
            </a:extLst>
          </p:cNvPr>
          <p:cNvSpPr txBox="1"/>
          <p:nvPr userDrawn="1"/>
        </p:nvSpPr>
        <p:spPr>
          <a:xfrm>
            <a:off x="6805" y="6501327"/>
            <a:ext cx="567398" cy="9810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 algn="r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  <a:buFont typeface="Arial" panose="020B0604020202020204" pitchFamily="34" charset="0"/>
              <a:buChar char="​"/>
            </a:pPr>
            <a:fld id="{CB0320B6-2A61-43CE-9396-B5C4FB4B7D43}" type="slidenum">
              <a:rPr lang="en-US" sz="750" b="1" kern="100" cap="all" spc="5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marL="0" lvl="4" algn="r">
                <a:lnSpc>
                  <a:spcPct val="85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5"/>
                </a:buClr>
                <a:buFont typeface="Arial" panose="020B0604020202020204" pitchFamily="34" charset="0"/>
                <a:buChar char="​"/>
              </a:pPr>
              <a:t>‹#›</a:t>
            </a:fld>
            <a:endParaRPr lang="en-US" sz="750" b="1" kern="100" cap="all" spc="5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473663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White: Sol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706BC-2671-42BA-B78B-426C50D7C0D7}"/>
              </a:ext>
            </a:extLst>
          </p:cNvPr>
          <p:cNvSpPr>
            <a:spLocks noGrp="1"/>
          </p:cNvSpPr>
          <p:nvPr userDrawn="1">
            <p:ph type="title"/>
          </p:nvPr>
        </p:nvSpPr>
        <p:spPr bwMode="black">
          <a:xfrm>
            <a:off x="495952" y="1162051"/>
            <a:ext cx="7415242" cy="2561626"/>
          </a:xfrm>
          <a:prstGeom prst="rect">
            <a:avLst/>
          </a:prstGeom>
        </p:spPr>
        <p:txBody>
          <a:bodyPr anchor="b"/>
          <a:lstStyle>
            <a:lvl1pPr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67E08A2D-0DB6-4F18-9655-DEE6026EA71B}"/>
              </a:ext>
            </a:extLst>
          </p:cNvPr>
          <p:cNvSpPr>
            <a:spLocks noGrp="1"/>
          </p:cNvSpPr>
          <p:nvPr userDrawn="1">
            <p:ph type="body" idx="1"/>
          </p:nvPr>
        </p:nvSpPr>
        <p:spPr bwMode="black">
          <a:xfrm>
            <a:off x="495952" y="3762096"/>
            <a:ext cx="7453993" cy="256162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00" spc="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66630456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tement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4AA43A5-A90B-3D9A-F983-00C60EDD704A}"/>
              </a:ext>
            </a:extLst>
          </p:cNvPr>
          <p:cNvSpPr/>
          <p:nvPr userDrawn="1"/>
        </p:nvSpPr>
        <p:spPr>
          <a:xfrm>
            <a:off x="1626123" y="96982"/>
            <a:ext cx="8939754" cy="6761018"/>
          </a:xfrm>
          <a:custGeom>
            <a:avLst/>
            <a:gdLst>
              <a:gd name="connsiteX0" fmla="*/ 1503815 w 8939754"/>
              <a:gd name="connsiteY0" fmla="*/ 0 h 6766560"/>
              <a:gd name="connsiteX1" fmla="*/ 7435940 w 8939754"/>
              <a:gd name="connsiteY1" fmla="*/ 0 h 6766560"/>
              <a:gd name="connsiteX2" fmla="*/ 7630557 w 8939754"/>
              <a:gd name="connsiteY2" fmla="*/ 176881 h 6766560"/>
              <a:gd name="connsiteX3" fmla="*/ 8939754 w 8939754"/>
              <a:gd name="connsiteY3" fmla="*/ 3337560 h 6766560"/>
              <a:gd name="connsiteX4" fmla="*/ 7475321 w 8939754"/>
              <a:gd name="connsiteY4" fmla="*/ 6646243 h 6766560"/>
              <a:gd name="connsiteX5" fmla="*/ 7336423 w 8939754"/>
              <a:gd name="connsiteY5" fmla="*/ 6766560 h 6766560"/>
              <a:gd name="connsiteX6" fmla="*/ 1603331 w 8939754"/>
              <a:gd name="connsiteY6" fmla="*/ 6766560 h 6766560"/>
              <a:gd name="connsiteX7" fmla="*/ 1464433 w 8939754"/>
              <a:gd name="connsiteY7" fmla="*/ 6646243 h 6766560"/>
              <a:gd name="connsiteX8" fmla="*/ 0 w 8939754"/>
              <a:gd name="connsiteY8" fmla="*/ 3337560 h 6766560"/>
              <a:gd name="connsiteX9" fmla="*/ 1309197 w 8939754"/>
              <a:gd name="connsiteY9" fmla="*/ 176881 h 67665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939754" h="6766560">
                <a:moveTo>
                  <a:pt x="1503815" y="0"/>
                </a:moveTo>
                <a:lnTo>
                  <a:pt x="7435940" y="0"/>
                </a:lnTo>
                <a:lnTo>
                  <a:pt x="7630557" y="176881"/>
                </a:lnTo>
                <a:cubicBezTo>
                  <a:pt x="8439446" y="985769"/>
                  <a:pt x="8939754" y="2103238"/>
                  <a:pt x="8939754" y="3337560"/>
                </a:cubicBezTo>
                <a:cubicBezTo>
                  <a:pt x="8939754" y="4649027"/>
                  <a:pt x="8374953" y="5828578"/>
                  <a:pt x="7475321" y="6646243"/>
                </a:cubicBezTo>
                <a:lnTo>
                  <a:pt x="7336423" y="6766560"/>
                </a:lnTo>
                <a:lnTo>
                  <a:pt x="1603331" y="6766560"/>
                </a:lnTo>
                <a:lnTo>
                  <a:pt x="1464433" y="6646243"/>
                </a:lnTo>
                <a:cubicBezTo>
                  <a:pt x="564801" y="5828578"/>
                  <a:pt x="0" y="4649027"/>
                  <a:pt x="0" y="3337560"/>
                </a:cubicBezTo>
                <a:cubicBezTo>
                  <a:pt x="0" y="2103238"/>
                  <a:pt x="500308" y="985769"/>
                  <a:pt x="1309197" y="176881"/>
                </a:cubicBez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US" kern="10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F1543B27-30F5-49F3-A344-80EEF4BE7A1D}"/>
              </a:ext>
            </a:extLst>
          </p:cNvPr>
          <p:cNvSpPr>
            <a:spLocks noGrp="1"/>
          </p:cNvSpPr>
          <p:nvPr>
            <p:ph idx="1"/>
          </p:nvPr>
        </p:nvSpPr>
        <p:spPr bwMode="black">
          <a:xfrm>
            <a:off x="457199" y="457200"/>
            <a:ext cx="11273866" cy="5788152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lang="en-US" sz="4000" b="1" kern="100" spc="-100" baseline="0" dirty="0">
                <a:solidFill>
                  <a:schemeClr val="bg1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0" indent="0" algn="ctr">
              <a:lnSpc>
                <a:spcPct val="85000"/>
              </a:lnSpc>
              <a:spcBef>
                <a:spcPts val="1200"/>
              </a:spcBef>
              <a:buFont typeface="Arial" panose="020B0604020202020204" pitchFamily="34" charset="0"/>
              <a:buNone/>
              <a:defRPr lang="en-US" sz="1800" b="1" kern="100" cap="none" spc="-20" baseline="0" dirty="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000" b="0" cap="none" baseline="0">
                <a:solidFill>
                  <a:schemeClr val="bg1"/>
                </a:solidFill>
                <a:latin typeface="+mj-lt"/>
              </a:defRPr>
            </a:lvl3pPr>
            <a:lvl4pPr marL="342900" indent="-34290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000" b="0" cap="none" baseline="0">
                <a:solidFill>
                  <a:schemeClr val="bg1"/>
                </a:solidFill>
                <a:latin typeface="+mj-lt"/>
              </a:defRPr>
            </a:lvl4pPr>
            <a:lvl5pPr marL="342900" indent="-34290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000" b="0" cap="none" baseline="0">
                <a:solidFill>
                  <a:schemeClr val="bg1"/>
                </a:solidFill>
                <a:latin typeface="+mj-lt"/>
              </a:defRPr>
            </a:lvl5pPr>
            <a:lvl6pPr marL="285750" indent="-28575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200" b="0" cap="none" baseline="0">
                <a:solidFill>
                  <a:schemeClr val="bg1"/>
                </a:solidFill>
                <a:latin typeface="+mj-lt"/>
              </a:defRPr>
            </a:lvl6pPr>
            <a:lvl7pPr marL="285750" indent="-28575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200" b="0" cap="none" baseline="0">
                <a:solidFill>
                  <a:schemeClr val="bg1"/>
                </a:solidFill>
                <a:latin typeface="+mj-lt"/>
              </a:defRPr>
            </a:lvl7pPr>
            <a:lvl8pPr marL="285750" indent="-28575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200" b="0" cap="none" baseline="0">
                <a:solidFill>
                  <a:schemeClr val="bg1"/>
                </a:solidFill>
                <a:latin typeface="+mj-lt"/>
              </a:defRPr>
            </a:lvl8pPr>
            <a:lvl9pPr marL="285750" indent="-28575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200" b="0" cap="none" baseline="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grpSp>
        <p:nvGrpSpPr>
          <p:cNvPr id="4" name="Group 22">
            <a:extLst>
              <a:ext uri="{FF2B5EF4-FFF2-40B4-BE49-F238E27FC236}">
                <a16:creationId xmlns:a16="http://schemas.microsoft.com/office/drawing/2014/main" id="{3B4CCB71-68AD-0718-8A33-03A11E377DED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11489503" y="6431001"/>
            <a:ext cx="245297" cy="245297"/>
            <a:chOff x="5266" y="0"/>
            <a:chExt cx="733" cy="733"/>
          </a:xfrm>
          <a:solidFill>
            <a:schemeClr val="bg1"/>
          </a:solidFill>
        </p:grpSpPr>
        <p:sp>
          <p:nvSpPr>
            <p:cNvPr id="5" name="Freeform 24">
              <a:extLst>
                <a:ext uri="{FF2B5EF4-FFF2-40B4-BE49-F238E27FC236}">
                  <a16:creationId xmlns:a16="http://schemas.microsoft.com/office/drawing/2014/main" id="{E840A1B5-5401-1215-BC5C-7C2671F7091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360" y="611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73737"/>
                </a:solidFill>
                <a:effectLst/>
                <a:uLnTx/>
                <a:uFillTx/>
                <a:latin typeface="Arial Narrow"/>
                <a:ea typeface="+mn-ea"/>
                <a:cs typeface="+mn-cs"/>
              </a:endParaRPr>
            </a:p>
          </p:txBody>
        </p:sp>
        <p:sp>
          <p:nvSpPr>
            <p:cNvPr id="6" name="Freeform 25">
              <a:extLst>
                <a:ext uri="{FF2B5EF4-FFF2-40B4-BE49-F238E27FC236}">
                  <a16:creationId xmlns:a16="http://schemas.microsoft.com/office/drawing/2014/main" id="{0C70F11B-7B2B-112B-7C06-EF7BB69848B5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5911" y="645"/>
              <a:ext cx="55" cy="55"/>
            </a:xfrm>
            <a:custGeom>
              <a:avLst/>
              <a:gdLst>
                <a:gd name="T0" fmla="*/ 277 w 345"/>
                <a:gd name="T1" fmla="*/ 68 h 345"/>
                <a:gd name="T2" fmla="*/ 320 w 345"/>
                <a:gd name="T3" fmla="*/ 172 h 345"/>
                <a:gd name="T4" fmla="*/ 277 w 345"/>
                <a:gd name="T5" fmla="*/ 278 h 345"/>
                <a:gd name="T6" fmla="*/ 172 w 345"/>
                <a:gd name="T7" fmla="*/ 322 h 345"/>
                <a:gd name="T8" fmla="*/ 67 w 345"/>
                <a:gd name="T9" fmla="*/ 278 h 345"/>
                <a:gd name="T10" fmla="*/ 24 w 345"/>
                <a:gd name="T11" fmla="*/ 172 h 345"/>
                <a:gd name="T12" fmla="*/ 67 w 345"/>
                <a:gd name="T13" fmla="*/ 68 h 345"/>
                <a:gd name="T14" fmla="*/ 172 w 345"/>
                <a:gd name="T15" fmla="*/ 23 h 345"/>
                <a:gd name="T16" fmla="*/ 277 w 345"/>
                <a:gd name="T17" fmla="*/ 68 h 345"/>
                <a:gd name="T18" fmla="*/ 295 w 345"/>
                <a:gd name="T19" fmla="*/ 50 h 345"/>
                <a:gd name="T20" fmla="*/ 172 w 345"/>
                <a:gd name="T21" fmla="*/ 0 h 345"/>
                <a:gd name="T22" fmla="*/ 51 w 345"/>
                <a:gd name="T23" fmla="*/ 50 h 345"/>
                <a:gd name="T24" fmla="*/ 0 w 345"/>
                <a:gd name="T25" fmla="*/ 172 h 345"/>
                <a:gd name="T26" fmla="*/ 50 w 345"/>
                <a:gd name="T27" fmla="*/ 295 h 345"/>
                <a:gd name="T28" fmla="*/ 172 w 345"/>
                <a:gd name="T29" fmla="*/ 345 h 345"/>
                <a:gd name="T30" fmla="*/ 295 w 345"/>
                <a:gd name="T31" fmla="*/ 295 h 345"/>
                <a:gd name="T32" fmla="*/ 345 w 345"/>
                <a:gd name="T33" fmla="*/ 172 h 345"/>
                <a:gd name="T34" fmla="*/ 295 w 345"/>
                <a:gd name="T35" fmla="*/ 50 h 345"/>
                <a:gd name="T36" fmla="*/ 198 w 345"/>
                <a:gd name="T37" fmla="*/ 164 h 345"/>
                <a:gd name="T38" fmla="*/ 166 w 345"/>
                <a:gd name="T39" fmla="*/ 168 h 345"/>
                <a:gd name="T40" fmla="*/ 136 w 345"/>
                <a:gd name="T41" fmla="*/ 168 h 345"/>
                <a:gd name="T42" fmla="*/ 136 w 345"/>
                <a:gd name="T43" fmla="*/ 100 h 345"/>
                <a:gd name="T44" fmla="*/ 164 w 345"/>
                <a:gd name="T45" fmla="*/ 100 h 345"/>
                <a:gd name="T46" fmla="*/ 205 w 345"/>
                <a:gd name="T47" fmla="*/ 107 h 345"/>
                <a:gd name="T48" fmla="*/ 217 w 345"/>
                <a:gd name="T49" fmla="*/ 134 h 345"/>
                <a:gd name="T50" fmla="*/ 198 w 345"/>
                <a:gd name="T51" fmla="*/ 164 h 345"/>
                <a:gd name="T52" fmla="*/ 103 w 345"/>
                <a:gd name="T53" fmla="*/ 266 h 345"/>
                <a:gd name="T54" fmla="*/ 136 w 345"/>
                <a:gd name="T55" fmla="*/ 266 h 345"/>
                <a:gd name="T56" fmla="*/ 136 w 345"/>
                <a:gd name="T57" fmla="*/ 192 h 345"/>
                <a:gd name="T58" fmla="*/ 162 w 345"/>
                <a:gd name="T59" fmla="*/ 192 h 345"/>
                <a:gd name="T60" fmla="*/ 200 w 345"/>
                <a:gd name="T61" fmla="*/ 198 h 345"/>
                <a:gd name="T62" fmla="*/ 217 w 345"/>
                <a:gd name="T63" fmla="*/ 241 h 345"/>
                <a:gd name="T64" fmla="*/ 217 w 345"/>
                <a:gd name="T65" fmla="*/ 256 h 345"/>
                <a:gd name="T66" fmla="*/ 218 w 345"/>
                <a:gd name="T67" fmla="*/ 262 h 345"/>
                <a:gd name="T68" fmla="*/ 218 w 345"/>
                <a:gd name="T69" fmla="*/ 265 h 345"/>
                <a:gd name="T70" fmla="*/ 219 w 345"/>
                <a:gd name="T71" fmla="*/ 266 h 345"/>
                <a:gd name="T72" fmla="*/ 250 w 345"/>
                <a:gd name="T73" fmla="*/ 266 h 345"/>
                <a:gd name="T74" fmla="*/ 249 w 345"/>
                <a:gd name="T75" fmla="*/ 264 h 345"/>
                <a:gd name="T76" fmla="*/ 247 w 345"/>
                <a:gd name="T77" fmla="*/ 254 h 345"/>
                <a:gd name="T78" fmla="*/ 247 w 345"/>
                <a:gd name="T79" fmla="*/ 240 h 345"/>
                <a:gd name="T80" fmla="*/ 247 w 345"/>
                <a:gd name="T81" fmla="*/ 226 h 345"/>
                <a:gd name="T82" fmla="*/ 237 w 345"/>
                <a:gd name="T83" fmla="*/ 197 h 345"/>
                <a:gd name="T84" fmla="*/ 204 w 345"/>
                <a:gd name="T85" fmla="*/ 178 h 345"/>
                <a:gd name="T86" fmla="*/ 231 w 345"/>
                <a:gd name="T87" fmla="*/ 169 h 345"/>
                <a:gd name="T88" fmla="*/ 250 w 345"/>
                <a:gd name="T89" fmla="*/ 132 h 345"/>
                <a:gd name="T90" fmla="*/ 220 w 345"/>
                <a:gd name="T91" fmla="*/ 84 h 345"/>
                <a:gd name="T92" fmla="*/ 169 w 345"/>
                <a:gd name="T93" fmla="*/ 77 h 345"/>
                <a:gd name="T94" fmla="*/ 103 w 345"/>
                <a:gd name="T95" fmla="*/ 77 h 345"/>
                <a:gd name="T96" fmla="*/ 103 w 345"/>
                <a:gd name="T97" fmla="*/ 266 h 3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345" h="345">
                  <a:moveTo>
                    <a:pt x="277" y="68"/>
                  </a:moveTo>
                  <a:cubicBezTo>
                    <a:pt x="306" y="96"/>
                    <a:pt x="320" y="131"/>
                    <a:pt x="320" y="172"/>
                  </a:cubicBezTo>
                  <a:cubicBezTo>
                    <a:pt x="320" y="213"/>
                    <a:pt x="306" y="249"/>
                    <a:pt x="277" y="278"/>
                  </a:cubicBezTo>
                  <a:cubicBezTo>
                    <a:pt x="248" y="307"/>
                    <a:pt x="213" y="322"/>
                    <a:pt x="172" y="322"/>
                  </a:cubicBezTo>
                  <a:cubicBezTo>
                    <a:pt x="131" y="322"/>
                    <a:pt x="96" y="307"/>
                    <a:pt x="67" y="278"/>
                  </a:cubicBezTo>
                  <a:cubicBezTo>
                    <a:pt x="38" y="249"/>
                    <a:pt x="24" y="213"/>
                    <a:pt x="24" y="172"/>
                  </a:cubicBezTo>
                  <a:cubicBezTo>
                    <a:pt x="24" y="131"/>
                    <a:pt x="38" y="96"/>
                    <a:pt x="67" y="68"/>
                  </a:cubicBezTo>
                  <a:cubicBezTo>
                    <a:pt x="96" y="38"/>
                    <a:pt x="131" y="23"/>
                    <a:pt x="172" y="23"/>
                  </a:cubicBezTo>
                  <a:cubicBezTo>
                    <a:pt x="213" y="23"/>
                    <a:pt x="248" y="38"/>
                    <a:pt x="277" y="68"/>
                  </a:cubicBezTo>
                  <a:close/>
                  <a:moveTo>
                    <a:pt x="295" y="50"/>
                  </a:moveTo>
                  <a:cubicBezTo>
                    <a:pt x="261" y="17"/>
                    <a:pt x="220" y="0"/>
                    <a:pt x="172" y="0"/>
                  </a:cubicBezTo>
                  <a:cubicBezTo>
                    <a:pt x="125" y="0"/>
                    <a:pt x="84" y="17"/>
                    <a:pt x="51" y="50"/>
                  </a:cubicBezTo>
                  <a:cubicBezTo>
                    <a:pt x="17" y="84"/>
                    <a:pt x="0" y="125"/>
                    <a:pt x="0" y="172"/>
                  </a:cubicBezTo>
                  <a:cubicBezTo>
                    <a:pt x="0" y="220"/>
                    <a:pt x="17" y="261"/>
                    <a:pt x="50" y="295"/>
                  </a:cubicBezTo>
                  <a:cubicBezTo>
                    <a:pt x="83" y="329"/>
                    <a:pt x="124" y="345"/>
                    <a:pt x="172" y="345"/>
                  </a:cubicBezTo>
                  <a:cubicBezTo>
                    <a:pt x="220" y="345"/>
                    <a:pt x="261" y="329"/>
                    <a:pt x="295" y="295"/>
                  </a:cubicBezTo>
                  <a:cubicBezTo>
                    <a:pt x="328" y="261"/>
                    <a:pt x="345" y="220"/>
                    <a:pt x="345" y="172"/>
                  </a:cubicBezTo>
                  <a:cubicBezTo>
                    <a:pt x="345" y="124"/>
                    <a:pt x="328" y="84"/>
                    <a:pt x="295" y="50"/>
                  </a:cubicBezTo>
                  <a:close/>
                  <a:moveTo>
                    <a:pt x="198" y="164"/>
                  </a:moveTo>
                  <a:cubicBezTo>
                    <a:pt x="191" y="167"/>
                    <a:pt x="180" y="168"/>
                    <a:pt x="166" y="168"/>
                  </a:cubicBezTo>
                  <a:cubicBezTo>
                    <a:pt x="136" y="168"/>
                    <a:pt x="136" y="168"/>
                    <a:pt x="136" y="168"/>
                  </a:cubicBezTo>
                  <a:cubicBezTo>
                    <a:pt x="136" y="100"/>
                    <a:pt x="136" y="100"/>
                    <a:pt x="136" y="100"/>
                  </a:cubicBezTo>
                  <a:cubicBezTo>
                    <a:pt x="164" y="100"/>
                    <a:pt x="164" y="100"/>
                    <a:pt x="164" y="100"/>
                  </a:cubicBezTo>
                  <a:cubicBezTo>
                    <a:pt x="183" y="100"/>
                    <a:pt x="196" y="102"/>
                    <a:pt x="205" y="107"/>
                  </a:cubicBezTo>
                  <a:cubicBezTo>
                    <a:pt x="213" y="112"/>
                    <a:pt x="217" y="121"/>
                    <a:pt x="217" y="134"/>
                  </a:cubicBezTo>
                  <a:cubicBezTo>
                    <a:pt x="217" y="149"/>
                    <a:pt x="211" y="159"/>
                    <a:pt x="198" y="164"/>
                  </a:cubicBezTo>
                  <a:close/>
                  <a:moveTo>
                    <a:pt x="103" y="266"/>
                  </a:moveTo>
                  <a:cubicBezTo>
                    <a:pt x="136" y="266"/>
                    <a:pt x="136" y="266"/>
                    <a:pt x="136" y="266"/>
                  </a:cubicBezTo>
                  <a:cubicBezTo>
                    <a:pt x="136" y="192"/>
                    <a:pt x="136" y="192"/>
                    <a:pt x="136" y="192"/>
                  </a:cubicBezTo>
                  <a:cubicBezTo>
                    <a:pt x="162" y="192"/>
                    <a:pt x="162" y="192"/>
                    <a:pt x="162" y="192"/>
                  </a:cubicBezTo>
                  <a:cubicBezTo>
                    <a:pt x="180" y="192"/>
                    <a:pt x="192" y="193"/>
                    <a:pt x="200" y="198"/>
                  </a:cubicBezTo>
                  <a:cubicBezTo>
                    <a:pt x="211" y="205"/>
                    <a:pt x="217" y="219"/>
                    <a:pt x="217" y="241"/>
                  </a:cubicBezTo>
                  <a:cubicBezTo>
                    <a:pt x="217" y="256"/>
                    <a:pt x="217" y="256"/>
                    <a:pt x="217" y="256"/>
                  </a:cubicBezTo>
                  <a:cubicBezTo>
                    <a:pt x="218" y="262"/>
                    <a:pt x="218" y="262"/>
                    <a:pt x="218" y="262"/>
                  </a:cubicBezTo>
                  <a:cubicBezTo>
                    <a:pt x="218" y="263"/>
                    <a:pt x="218" y="264"/>
                    <a:pt x="218" y="265"/>
                  </a:cubicBezTo>
                  <a:cubicBezTo>
                    <a:pt x="219" y="265"/>
                    <a:pt x="219" y="266"/>
                    <a:pt x="219" y="266"/>
                  </a:cubicBezTo>
                  <a:cubicBezTo>
                    <a:pt x="250" y="266"/>
                    <a:pt x="250" y="266"/>
                    <a:pt x="250" y="266"/>
                  </a:cubicBezTo>
                  <a:cubicBezTo>
                    <a:pt x="249" y="264"/>
                    <a:pt x="249" y="264"/>
                    <a:pt x="249" y="264"/>
                  </a:cubicBezTo>
                  <a:cubicBezTo>
                    <a:pt x="248" y="263"/>
                    <a:pt x="248" y="259"/>
                    <a:pt x="247" y="254"/>
                  </a:cubicBezTo>
                  <a:cubicBezTo>
                    <a:pt x="247" y="249"/>
                    <a:pt x="247" y="244"/>
                    <a:pt x="247" y="240"/>
                  </a:cubicBezTo>
                  <a:cubicBezTo>
                    <a:pt x="247" y="226"/>
                    <a:pt x="247" y="226"/>
                    <a:pt x="247" y="226"/>
                  </a:cubicBezTo>
                  <a:cubicBezTo>
                    <a:pt x="247" y="217"/>
                    <a:pt x="244" y="207"/>
                    <a:pt x="237" y="197"/>
                  </a:cubicBezTo>
                  <a:cubicBezTo>
                    <a:pt x="230" y="187"/>
                    <a:pt x="219" y="181"/>
                    <a:pt x="204" y="178"/>
                  </a:cubicBezTo>
                  <a:cubicBezTo>
                    <a:pt x="216" y="176"/>
                    <a:pt x="225" y="173"/>
                    <a:pt x="231" y="169"/>
                  </a:cubicBezTo>
                  <a:cubicBezTo>
                    <a:pt x="244" y="161"/>
                    <a:pt x="250" y="148"/>
                    <a:pt x="250" y="132"/>
                  </a:cubicBezTo>
                  <a:cubicBezTo>
                    <a:pt x="250" y="108"/>
                    <a:pt x="240" y="92"/>
                    <a:pt x="220" y="84"/>
                  </a:cubicBezTo>
                  <a:cubicBezTo>
                    <a:pt x="210" y="79"/>
                    <a:pt x="192" y="77"/>
                    <a:pt x="169" y="77"/>
                  </a:cubicBezTo>
                  <a:cubicBezTo>
                    <a:pt x="103" y="77"/>
                    <a:pt x="103" y="77"/>
                    <a:pt x="103" y="77"/>
                  </a:cubicBezTo>
                  <a:lnTo>
                    <a:pt x="103" y="2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73737"/>
                </a:solidFill>
                <a:effectLst/>
                <a:uLnTx/>
                <a:uFillTx/>
                <a:latin typeface="Arial Narrow"/>
                <a:ea typeface="+mn-ea"/>
                <a:cs typeface="+mn-cs"/>
              </a:endParaRPr>
            </a:p>
          </p:txBody>
        </p:sp>
        <p:sp>
          <p:nvSpPr>
            <p:cNvPr id="7" name="Freeform 26">
              <a:extLst>
                <a:ext uri="{FF2B5EF4-FFF2-40B4-BE49-F238E27FC236}">
                  <a16:creationId xmlns:a16="http://schemas.microsoft.com/office/drawing/2014/main" id="{4E7B86E9-9679-755C-07E3-5DF9FD22DD31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266" y="0"/>
              <a:ext cx="733" cy="733"/>
            </a:xfrm>
            <a:custGeom>
              <a:avLst/>
              <a:gdLst>
                <a:gd name="T0" fmla="*/ 4176 w 4576"/>
                <a:gd name="T1" fmla="*/ 996 h 4576"/>
                <a:gd name="T2" fmla="*/ 4106 w 4576"/>
                <a:gd name="T3" fmla="*/ 1355 h 4576"/>
                <a:gd name="T4" fmla="*/ 2907 w 4576"/>
                <a:gd name="T5" fmla="*/ 1262 h 4576"/>
                <a:gd name="T6" fmla="*/ 2797 w 4576"/>
                <a:gd name="T7" fmla="*/ 1612 h 4576"/>
                <a:gd name="T8" fmla="*/ 4141 w 4576"/>
                <a:gd name="T9" fmla="*/ 2094 h 4576"/>
                <a:gd name="T10" fmla="*/ 4386 w 4576"/>
                <a:gd name="T11" fmla="*/ 2839 h 4576"/>
                <a:gd name="T12" fmla="*/ 3944 w 4576"/>
                <a:gd name="T13" fmla="*/ 3672 h 4576"/>
                <a:gd name="T14" fmla="*/ 3173 w 4576"/>
                <a:gd name="T15" fmla="*/ 3966 h 4576"/>
                <a:gd name="T16" fmla="*/ 2263 w 4576"/>
                <a:gd name="T17" fmla="*/ 3848 h 4576"/>
                <a:gd name="T18" fmla="*/ 2082 w 4576"/>
                <a:gd name="T19" fmla="*/ 3429 h 4576"/>
                <a:gd name="T20" fmla="*/ 2101 w 4576"/>
                <a:gd name="T21" fmla="*/ 3327 h 4576"/>
                <a:gd name="T22" fmla="*/ 2301 w 4576"/>
                <a:gd name="T23" fmla="*/ 3133 h 4576"/>
                <a:gd name="T24" fmla="*/ 2390 w 4576"/>
                <a:gd name="T25" fmla="*/ 3119 h 4576"/>
                <a:gd name="T26" fmla="*/ 2659 w 4576"/>
                <a:gd name="T27" fmla="*/ 3526 h 4576"/>
                <a:gd name="T28" fmla="*/ 3240 w 4576"/>
                <a:gd name="T29" fmla="*/ 3784 h 4576"/>
                <a:gd name="T30" fmla="*/ 3753 w 4576"/>
                <a:gd name="T31" fmla="*/ 3318 h 4576"/>
                <a:gd name="T32" fmla="*/ 2217 w 4576"/>
                <a:gd name="T33" fmla="*/ 2488 h 4576"/>
                <a:gd name="T34" fmla="*/ 2812 w 4576"/>
                <a:gd name="T35" fmla="*/ 701 h 4576"/>
                <a:gd name="T36" fmla="*/ 3564 w 4576"/>
                <a:gd name="T37" fmla="*/ 766 h 4576"/>
                <a:gd name="T38" fmla="*/ 4065 w 4576"/>
                <a:gd name="T39" fmla="*/ 848 h 4576"/>
                <a:gd name="T40" fmla="*/ 2288 w 4576"/>
                <a:gd name="T41" fmla="*/ 0 h 4576"/>
                <a:gd name="T42" fmla="*/ 0 w 4576"/>
                <a:gd name="T43" fmla="*/ 2288 h 4576"/>
                <a:gd name="T44" fmla="*/ 445 w 4576"/>
                <a:gd name="T45" fmla="*/ 3644 h 4576"/>
                <a:gd name="T46" fmla="*/ 616 w 4576"/>
                <a:gd name="T47" fmla="*/ 3581 h 4576"/>
                <a:gd name="T48" fmla="*/ 610 w 4576"/>
                <a:gd name="T49" fmla="*/ 3402 h 4576"/>
                <a:gd name="T50" fmla="*/ 565 w 4576"/>
                <a:gd name="T51" fmla="*/ 1982 h 4576"/>
                <a:gd name="T52" fmla="*/ 245 w 4576"/>
                <a:gd name="T53" fmla="*/ 1998 h 4576"/>
                <a:gd name="T54" fmla="*/ 261 w 4576"/>
                <a:gd name="T55" fmla="*/ 1735 h 4576"/>
                <a:gd name="T56" fmla="*/ 579 w 4576"/>
                <a:gd name="T57" fmla="*/ 1707 h 4576"/>
                <a:gd name="T58" fmla="*/ 596 w 4576"/>
                <a:gd name="T59" fmla="*/ 1479 h 4576"/>
                <a:gd name="T60" fmla="*/ 1542 w 4576"/>
                <a:gd name="T61" fmla="*/ 623 h 4576"/>
                <a:gd name="T62" fmla="*/ 1920 w 4576"/>
                <a:gd name="T63" fmla="*/ 561 h 4576"/>
                <a:gd name="T64" fmla="*/ 2018 w 4576"/>
                <a:gd name="T65" fmla="*/ 558 h 4576"/>
                <a:gd name="T66" fmla="*/ 2242 w 4576"/>
                <a:gd name="T67" fmla="*/ 603 h 4576"/>
                <a:gd name="T68" fmla="*/ 2508 w 4576"/>
                <a:gd name="T69" fmla="*/ 807 h 4576"/>
                <a:gd name="T70" fmla="*/ 2505 w 4576"/>
                <a:gd name="T71" fmla="*/ 873 h 4576"/>
                <a:gd name="T72" fmla="*/ 2379 w 4576"/>
                <a:gd name="T73" fmla="*/ 1020 h 4576"/>
                <a:gd name="T74" fmla="*/ 2278 w 4576"/>
                <a:gd name="T75" fmla="*/ 1033 h 4576"/>
                <a:gd name="T76" fmla="*/ 2065 w 4576"/>
                <a:gd name="T77" fmla="*/ 927 h 4576"/>
                <a:gd name="T78" fmla="*/ 1657 w 4576"/>
                <a:gd name="T79" fmla="*/ 818 h 4576"/>
                <a:gd name="T80" fmla="*/ 1466 w 4576"/>
                <a:gd name="T81" fmla="*/ 1048 h 4576"/>
                <a:gd name="T82" fmla="*/ 1438 w 4576"/>
                <a:gd name="T83" fmla="*/ 1664 h 4576"/>
                <a:gd name="T84" fmla="*/ 2218 w 4576"/>
                <a:gd name="T85" fmla="*/ 1651 h 4576"/>
                <a:gd name="T86" fmla="*/ 2218 w 4576"/>
                <a:gd name="T87" fmla="*/ 1831 h 4576"/>
                <a:gd name="T88" fmla="*/ 1959 w 4576"/>
                <a:gd name="T89" fmla="*/ 1950 h 4576"/>
                <a:gd name="T90" fmla="*/ 1431 w 4576"/>
                <a:gd name="T91" fmla="*/ 1957 h 4576"/>
                <a:gd name="T92" fmla="*/ 1454 w 4576"/>
                <a:gd name="T93" fmla="*/ 3469 h 4576"/>
                <a:gd name="T94" fmla="*/ 1482 w 4576"/>
                <a:gd name="T95" fmla="*/ 3663 h 4576"/>
                <a:gd name="T96" fmla="*/ 1961 w 4576"/>
                <a:gd name="T97" fmla="*/ 3789 h 4576"/>
                <a:gd name="T98" fmla="*/ 1965 w 4576"/>
                <a:gd name="T99" fmla="*/ 3947 h 4576"/>
                <a:gd name="T100" fmla="*/ 583 w 4576"/>
                <a:gd name="T101" fmla="*/ 3814 h 4576"/>
                <a:gd name="T102" fmla="*/ 2288 w 4576"/>
                <a:gd name="T103" fmla="*/ 4576 h 4576"/>
                <a:gd name="T104" fmla="*/ 4576 w 4576"/>
                <a:gd name="T105" fmla="*/ 2288 h 4576"/>
                <a:gd name="T106" fmla="*/ 4176 w 4576"/>
                <a:gd name="T107" fmla="*/ 996 h 457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4576" h="4576">
                  <a:moveTo>
                    <a:pt x="4176" y="996"/>
                  </a:moveTo>
                  <a:cubicBezTo>
                    <a:pt x="4148" y="1112"/>
                    <a:pt x="4134" y="1232"/>
                    <a:pt x="4106" y="1355"/>
                  </a:cubicBezTo>
                  <a:cubicBezTo>
                    <a:pt x="3763" y="1310"/>
                    <a:pt x="3360" y="1278"/>
                    <a:pt x="2907" y="1262"/>
                  </a:cubicBezTo>
                  <a:cubicBezTo>
                    <a:pt x="2871" y="1377"/>
                    <a:pt x="2836" y="1489"/>
                    <a:pt x="2797" y="1612"/>
                  </a:cubicBezTo>
                  <a:cubicBezTo>
                    <a:pt x="3555" y="1659"/>
                    <a:pt x="3923" y="1858"/>
                    <a:pt x="4141" y="2094"/>
                  </a:cubicBezTo>
                  <a:cubicBezTo>
                    <a:pt x="4354" y="2332"/>
                    <a:pt x="4399" y="2594"/>
                    <a:pt x="4386" y="2839"/>
                  </a:cubicBezTo>
                  <a:cubicBezTo>
                    <a:pt x="4359" y="3235"/>
                    <a:pt x="4184" y="3486"/>
                    <a:pt x="3944" y="3672"/>
                  </a:cubicBezTo>
                  <a:cubicBezTo>
                    <a:pt x="3702" y="3855"/>
                    <a:pt x="3408" y="3946"/>
                    <a:pt x="3173" y="3966"/>
                  </a:cubicBezTo>
                  <a:cubicBezTo>
                    <a:pt x="2826" y="3991"/>
                    <a:pt x="2362" y="3909"/>
                    <a:pt x="2263" y="3848"/>
                  </a:cubicBezTo>
                  <a:cubicBezTo>
                    <a:pt x="2204" y="3713"/>
                    <a:pt x="2145" y="3577"/>
                    <a:pt x="2082" y="3429"/>
                  </a:cubicBezTo>
                  <a:cubicBezTo>
                    <a:pt x="2067" y="3397"/>
                    <a:pt x="2057" y="3365"/>
                    <a:pt x="2101" y="3327"/>
                  </a:cubicBezTo>
                  <a:cubicBezTo>
                    <a:pt x="2168" y="3262"/>
                    <a:pt x="2233" y="3200"/>
                    <a:pt x="2301" y="3133"/>
                  </a:cubicBezTo>
                  <a:cubicBezTo>
                    <a:pt x="2332" y="3104"/>
                    <a:pt x="2365" y="3076"/>
                    <a:pt x="2390" y="3119"/>
                  </a:cubicBezTo>
                  <a:cubicBezTo>
                    <a:pt x="2484" y="3262"/>
                    <a:pt x="2571" y="3394"/>
                    <a:pt x="2659" y="3526"/>
                  </a:cubicBezTo>
                  <a:cubicBezTo>
                    <a:pt x="2758" y="3673"/>
                    <a:pt x="2910" y="3806"/>
                    <a:pt x="3240" y="3784"/>
                  </a:cubicBezTo>
                  <a:cubicBezTo>
                    <a:pt x="3519" y="3759"/>
                    <a:pt x="3730" y="3549"/>
                    <a:pt x="3753" y="3318"/>
                  </a:cubicBezTo>
                  <a:cubicBezTo>
                    <a:pt x="3777" y="2889"/>
                    <a:pt x="3344" y="2585"/>
                    <a:pt x="2217" y="2488"/>
                  </a:cubicBezTo>
                  <a:cubicBezTo>
                    <a:pt x="2433" y="1835"/>
                    <a:pt x="2644" y="1203"/>
                    <a:pt x="2812" y="701"/>
                  </a:cubicBezTo>
                  <a:cubicBezTo>
                    <a:pt x="3080" y="713"/>
                    <a:pt x="3328" y="735"/>
                    <a:pt x="3564" y="766"/>
                  </a:cubicBezTo>
                  <a:cubicBezTo>
                    <a:pt x="3740" y="788"/>
                    <a:pt x="3902" y="829"/>
                    <a:pt x="4065" y="848"/>
                  </a:cubicBezTo>
                  <a:cubicBezTo>
                    <a:pt x="3646" y="330"/>
                    <a:pt x="3006" y="0"/>
                    <a:pt x="2288" y="0"/>
                  </a:cubicBezTo>
                  <a:cubicBezTo>
                    <a:pt x="1024" y="0"/>
                    <a:pt x="0" y="1024"/>
                    <a:pt x="0" y="2288"/>
                  </a:cubicBezTo>
                  <a:cubicBezTo>
                    <a:pt x="0" y="2796"/>
                    <a:pt x="165" y="3264"/>
                    <a:pt x="445" y="3644"/>
                  </a:cubicBezTo>
                  <a:cubicBezTo>
                    <a:pt x="542" y="3645"/>
                    <a:pt x="609" y="3623"/>
                    <a:pt x="616" y="3581"/>
                  </a:cubicBezTo>
                  <a:cubicBezTo>
                    <a:pt x="625" y="3538"/>
                    <a:pt x="618" y="3470"/>
                    <a:pt x="610" y="3402"/>
                  </a:cubicBezTo>
                  <a:cubicBezTo>
                    <a:pt x="564" y="2953"/>
                    <a:pt x="548" y="2468"/>
                    <a:pt x="565" y="1982"/>
                  </a:cubicBezTo>
                  <a:cubicBezTo>
                    <a:pt x="449" y="1987"/>
                    <a:pt x="345" y="1992"/>
                    <a:pt x="245" y="1998"/>
                  </a:cubicBezTo>
                  <a:cubicBezTo>
                    <a:pt x="249" y="1908"/>
                    <a:pt x="254" y="1823"/>
                    <a:pt x="261" y="1735"/>
                  </a:cubicBezTo>
                  <a:cubicBezTo>
                    <a:pt x="360" y="1725"/>
                    <a:pt x="465" y="1717"/>
                    <a:pt x="579" y="1707"/>
                  </a:cubicBezTo>
                  <a:cubicBezTo>
                    <a:pt x="584" y="1630"/>
                    <a:pt x="590" y="1555"/>
                    <a:pt x="596" y="1479"/>
                  </a:cubicBezTo>
                  <a:cubicBezTo>
                    <a:pt x="648" y="1016"/>
                    <a:pt x="1136" y="732"/>
                    <a:pt x="1542" y="623"/>
                  </a:cubicBezTo>
                  <a:cubicBezTo>
                    <a:pt x="1723" y="579"/>
                    <a:pt x="1833" y="565"/>
                    <a:pt x="1920" y="561"/>
                  </a:cubicBezTo>
                  <a:cubicBezTo>
                    <a:pt x="1951" y="560"/>
                    <a:pt x="1985" y="558"/>
                    <a:pt x="2018" y="558"/>
                  </a:cubicBezTo>
                  <a:cubicBezTo>
                    <a:pt x="2102" y="558"/>
                    <a:pt x="2188" y="566"/>
                    <a:pt x="2242" y="603"/>
                  </a:cubicBezTo>
                  <a:cubicBezTo>
                    <a:pt x="2330" y="669"/>
                    <a:pt x="2416" y="734"/>
                    <a:pt x="2508" y="807"/>
                  </a:cubicBezTo>
                  <a:cubicBezTo>
                    <a:pt x="2518" y="819"/>
                    <a:pt x="2528" y="839"/>
                    <a:pt x="2505" y="873"/>
                  </a:cubicBezTo>
                  <a:cubicBezTo>
                    <a:pt x="2463" y="922"/>
                    <a:pt x="2422" y="969"/>
                    <a:pt x="2379" y="1020"/>
                  </a:cubicBezTo>
                  <a:cubicBezTo>
                    <a:pt x="2354" y="1050"/>
                    <a:pt x="2313" y="1042"/>
                    <a:pt x="2278" y="1033"/>
                  </a:cubicBezTo>
                  <a:cubicBezTo>
                    <a:pt x="2206" y="996"/>
                    <a:pt x="2136" y="962"/>
                    <a:pt x="2065" y="927"/>
                  </a:cubicBezTo>
                  <a:cubicBezTo>
                    <a:pt x="1937" y="870"/>
                    <a:pt x="1804" y="812"/>
                    <a:pt x="1657" y="818"/>
                  </a:cubicBezTo>
                  <a:cubicBezTo>
                    <a:pt x="1565" y="825"/>
                    <a:pt x="1475" y="919"/>
                    <a:pt x="1466" y="1048"/>
                  </a:cubicBezTo>
                  <a:cubicBezTo>
                    <a:pt x="1453" y="1244"/>
                    <a:pt x="1445" y="1446"/>
                    <a:pt x="1438" y="1664"/>
                  </a:cubicBezTo>
                  <a:cubicBezTo>
                    <a:pt x="1694" y="1656"/>
                    <a:pt x="1949" y="1652"/>
                    <a:pt x="2218" y="1651"/>
                  </a:cubicBezTo>
                  <a:cubicBezTo>
                    <a:pt x="2218" y="1712"/>
                    <a:pt x="2218" y="1768"/>
                    <a:pt x="2218" y="1831"/>
                  </a:cubicBezTo>
                  <a:cubicBezTo>
                    <a:pt x="2130" y="1870"/>
                    <a:pt x="2047" y="1910"/>
                    <a:pt x="1959" y="1950"/>
                  </a:cubicBezTo>
                  <a:cubicBezTo>
                    <a:pt x="1778" y="1952"/>
                    <a:pt x="1605" y="1954"/>
                    <a:pt x="1431" y="1957"/>
                  </a:cubicBezTo>
                  <a:cubicBezTo>
                    <a:pt x="1423" y="2475"/>
                    <a:pt x="1430" y="2992"/>
                    <a:pt x="1454" y="3469"/>
                  </a:cubicBezTo>
                  <a:cubicBezTo>
                    <a:pt x="1458" y="3541"/>
                    <a:pt x="1462" y="3614"/>
                    <a:pt x="1482" y="3663"/>
                  </a:cubicBezTo>
                  <a:cubicBezTo>
                    <a:pt x="1507" y="3725"/>
                    <a:pt x="1650" y="3772"/>
                    <a:pt x="1961" y="3789"/>
                  </a:cubicBezTo>
                  <a:cubicBezTo>
                    <a:pt x="1962" y="3844"/>
                    <a:pt x="1964" y="3895"/>
                    <a:pt x="1965" y="3947"/>
                  </a:cubicBezTo>
                  <a:cubicBezTo>
                    <a:pt x="1459" y="3932"/>
                    <a:pt x="973" y="3884"/>
                    <a:pt x="583" y="3814"/>
                  </a:cubicBezTo>
                  <a:cubicBezTo>
                    <a:pt x="1002" y="4282"/>
                    <a:pt x="1611" y="4576"/>
                    <a:pt x="2288" y="4576"/>
                  </a:cubicBezTo>
                  <a:cubicBezTo>
                    <a:pt x="3552" y="4576"/>
                    <a:pt x="4576" y="3552"/>
                    <a:pt x="4576" y="2288"/>
                  </a:cubicBezTo>
                  <a:cubicBezTo>
                    <a:pt x="4576" y="1809"/>
                    <a:pt x="4428" y="1364"/>
                    <a:pt x="4176" y="99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73737"/>
                </a:solidFill>
                <a:effectLst/>
                <a:uLnTx/>
                <a:uFillTx/>
                <a:latin typeface="Arial Narrow"/>
                <a:ea typeface="+mn-ea"/>
                <a:cs typeface="+mn-cs"/>
              </a:endParaRPr>
            </a:p>
          </p:txBody>
        </p:sp>
        <p:sp>
          <p:nvSpPr>
            <p:cNvPr id="8" name="Freeform 27">
              <a:extLst>
                <a:ext uri="{FF2B5EF4-FFF2-40B4-BE49-F238E27FC236}">
                  <a16:creationId xmlns:a16="http://schemas.microsoft.com/office/drawing/2014/main" id="{2F5FA204-C763-8E9E-E846-A6082DCD86A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360" y="611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73737"/>
                </a:solidFill>
                <a:effectLst/>
                <a:uLnTx/>
                <a:uFillTx/>
                <a:latin typeface="Arial Narrow"/>
                <a:ea typeface="+mn-ea"/>
                <a:cs typeface="+mn-cs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BF065B72-C11B-5021-9FBB-D6CCE4FC36DC}"/>
              </a:ext>
            </a:extLst>
          </p:cNvPr>
          <p:cNvSpPr txBox="1"/>
          <p:nvPr userDrawn="1"/>
        </p:nvSpPr>
        <p:spPr>
          <a:xfrm>
            <a:off x="681343" y="6501327"/>
            <a:ext cx="730016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r>
              <a:rPr lang="en-US" sz="750" kern="100" cap="all" spc="100" baseline="0" dirty="0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©</a:t>
            </a:r>
            <a:r>
              <a:rPr lang="en-US" sz="750" kern="100" cap="all" spc="20" baseline="0" dirty="0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2025 F5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7C1433F-0BB2-48AE-9AEC-317565C60E58}"/>
              </a:ext>
            </a:extLst>
          </p:cNvPr>
          <p:cNvSpPr txBox="1"/>
          <p:nvPr userDrawn="1"/>
        </p:nvSpPr>
        <p:spPr>
          <a:xfrm>
            <a:off x="6805" y="6501327"/>
            <a:ext cx="567398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 algn="r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  <a:buFont typeface="Arial" panose="020B0604020202020204" pitchFamily="34" charset="0"/>
              <a:buChar char="​"/>
            </a:pPr>
            <a:fld id="{CB0320B6-2A61-43CE-9396-B5C4FB4B7D43}" type="slidenum">
              <a:rPr lang="en-US" sz="750" b="0" kern="100" cap="all" spc="50" smtClean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pPr marL="0" lvl="4" algn="r">
                <a:lnSpc>
                  <a:spcPct val="85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5"/>
                </a:buClr>
                <a:buFont typeface="Arial" panose="020B0604020202020204" pitchFamily="34" charset="0"/>
                <a:buChar char="​"/>
              </a:pPr>
              <a:t>‹#›</a:t>
            </a:fld>
            <a:endParaRPr lang="en-US" sz="750" b="0" kern="100" cap="all" spc="50">
              <a:solidFill>
                <a:schemeClr val="bg1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13" name="Footer Placeholder 10">
            <a:extLst>
              <a:ext uri="{FF2B5EF4-FFF2-40B4-BE49-F238E27FC236}">
                <a16:creationId xmlns:a16="http://schemas.microsoft.com/office/drawing/2014/main" id="{06FBB67B-C225-476F-A711-BEFAFEE96C6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>
                <a:solidFill>
                  <a:schemeClr val="bg1"/>
                </a:solidFill>
              </a:defRPr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97E22CE-43CD-FA1C-31B6-3962ABFFC97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9448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914BDB0-D240-F701-70DD-46646F26A8F8}"/>
              </a:ext>
            </a:extLst>
          </p:cNvPr>
          <p:cNvSpPr txBox="1"/>
          <p:nvPr userDrawn="1"/>
        </p:nvSpPr>
        <p:spPr>
          <a:xfrm>
            <a:off x="13920953" y="10706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 dirty="0"/>
              <a:t>Primary palette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24A4D898-9689-039E-7AFE-A812D331122E}"/>
              </a:ext>
            </a:extLst>
          </p:cNvPr>
          <p:cNvSpPr/>
          <p:nvPr userDrawn="1"/>
        </p:nvSpPr>
        <p:spPr>
          <a:xfrm>
            <a:off x="13959929" y="377353"/>
            <a:ext cx="618392" cy="618392"/>
          </a:xfrm>
          <a:prstGeom prst="ellipse">
            <a:avLst/>
          </a:prstGeom>
          <a:solidFill>
            <a:srgbClr val="E400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4C5A1E5C-1516-653B-5BE7-49C3B0274292}"/>
              </a:ext>
            </a:extLst>
          </p:cNvPr>
          <p:cNvSpPr/>
          <p:nvPr userDrawn="1"/>
        </p:nvSpPr>
        <p:spPr>
          <a:xfrm>
            <a:off x="15084675" y="517318"/>
            <a:ext cx="338462" cy="338462"/>
          </a:xfrm>
          <a:prstGeom prst="ellipse">
            <a:avLst/>
          </a:prstGeom>
          <a:solidFill>
            <a:srgbClr val="F7B2B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C28301E2-98AA-DFAC-9193-3E7C320E98E6}"/>
              </a:ext>
            </a:extLst>
          </p:cNvPr>
          <p:cNvSpPr/>
          <p:nvPr userDrawn="1"/>
        </p:nvSpPr>
        <p:spPr>
          <a:xfrm>
            <a:off x="15584292" y="517318"/>
            <a:ext cx="338462" cy="338462"/>
          </a:xfrm>
          <a:prstGeom prst="ellipse">
            <a:avLst/>
          </a:prstGeom>
          <a:solidFill>
            <a:srgbClr val="F066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186FCB77-2F45-D3A9-4BD3-593000150B48}"/>
              </a:ext>
            </a:extLst>
          </p:cNvPr>
          <p:cNvSpPr/>
          <p:nvPr userDrawn="1"/>
        </p:nvSpPr>
        <p:spPr>
          <a:xfrm>
            <a:off x="16083909" y="517318"/>
            <a:ext cx="338462" cy="338462"/>
          </a:xfrm>
          <a:prstGeom prst="ellipse">
            <a:avLst/>
          </a:prstGeom>
          <a:solidFill>
            <a:srgbClr val="A7002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A45FD1DF-EE63-06D8-1FD2-0826E80B51DF}"/>
              </a:ext>
            </a:extLst>
          </p:cNvPr>
          <p:cNvSpPr/>
          <p:nvPr userDrawn="1"/>
        </p:nvSpPr>
        <p:spPr>
          <a:xfrm>
            <a:off x="16583525" y="517318"/>
            <a:ext cx="338462" cy="338462"/>
          </a:xfrm>
          <a:prstGeom prst="ellipse">
            <a:avLst/>
          </a:prstGeom>
          <a:solidFill>
            <a:srgbClr val="72001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856EEC0-0D51-C721-1418-4CCB31975EA2}"/>
              </a:ext>
            </a:extLst>
          </p:cNvPr>
          <p:cNvSpPr txBox="1"/>
          <p:nvPr userDrawn="1"/>
        </p:nvSpPr>
        <p:spPr>
          <a:xfrm>
            <a:off x="15053447" y="10706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 dirty="0"/>
              <a:t>Secondary palette</a:t>
            </a:r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1603D567-3BF7-446C-225B-24D2FEBA6747}"/>
              </a:ext>
            </a:extLst>
          </p:cNvPr>
          <p:cNvSpPr/>
          <p:nvPr userDrawn="1"/>
        </p:nvSpPr>
        <p:spPr>
          <a:xfrm>
            <a:off x="13959929" y="1097294"/>
            <a:ext cx="618392" cy="618392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5A207A79-E112-39B3-CBBB-990FCD85B906}"/>
              </a:ext>
            </a:extLst>
          </p:cNvPr>
          <p:cNvSpPr/>
          <p:nvPr userDrawn="1"/>
        </p:nvSpPr>
        <p:spPr>
          <a:xfrm>
            <a:off x="15084675" y="1237259"/>
            <a:ext cx="338462" cy="338462"/>
          </a:xfrm>
          <a:prstGeom prst="ellipse">
            <a:avLst/>
          </a:prstGeom>
          <a:solidFill>
            <a:srgbClr val="FBE1C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B6A8F32F-5D29-BC58-5A64-E41314EF5227}"/>
              </a:ext>
            </a:extLst>
          </p:cNvPr>
          <p:cNvSpPr/>
          <p:nvPr userDrawn="1"/>
        </p:nvSpPr>
        <p:spPr>
          <a:xfrm>
            <a:off x="15584292" y="1237259"/>
            <a:ext cx="338462" cy="338462"/>
          </a:xfrm>
          <a:prstGeom prst="ellipse">
            <a:avLst/>
          </a:prstGeom>
          <a:solidFill>
            <a:srgbClr val="F7C2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B58FA35B-DF47-FAF0-1ED8-93FE7901F0F2}"/>
              </a:ext>
            </a:extLst>
          </p:cNvPr>
          <p:cNvSpPr/>
          <p:nvPr userDrawn="1"/>
        </p:nvSpPr>
        <p:spPr>
          <a:xfrm>
            <a:off x="16083909" y="1237259"/>
            <a:ext cx="338462" cy="338462"/>
          </a:xfrm>
          <a:prstGeom prst="ellipse">
            <a:avLst/>
          </a:prstGeom>
          <a:solidFill>
            <a:srgbClr val="B2742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48C7EA3D-2C3E-D9FD-ED2C-D748DBCAA9A9}"/>
              </a:ext>
            </a:extLst>
          </p:cNvPr>
          <p:cNvSpPr/>
          <p:nvPr userDrawn="1"/>
        </p:nvSpPr>
        <p:spPr>
          <a:xfrm>
            <a:off x="16583525" y="1237259"/>
            <a:ext cx="338462" cy="338462"/>
          </a:xfrm>
          <a:prstGeom prst="ellipse">
            <a:avLst/>
          </a:prstGeom>
          <a:solidFill>
            <a:srgbClr val="794D1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7D849448-E850-7FB9-A025-2DC8E31FDD50}"/>
              </a:ext>
            </a:extLst>
          </p:cNvPr>
          <p:cNvSpPr/>
          <p:nvPr userDrawn="1"/>
        </p:nvSpPr>
        <p:spPr>
          <a:xfrm>
            <a:off x="13959929" y="1817235"/>
            <a:ext cx="618392" cy="6183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550D6F5F-EB08-0000-786F-F72881ABBB09}"/>
              </a:ext>
            </a:extLst>
          </p:cNvPr>
          <p:cNvSpPr/>
          <p:nvPr userDrawn="1"/>
        </p:nvSpPr>
        <p:spPr>
          <a:xfrm>
            <a:off x="15084675" y="1957200"/>
            <a:ext cx="338462" cy="338462"/>
          </a:xfrm>
          <a:prstGeom prst="ellipse">
            <a:avLst/>
          </a:prstGeom>
          <a:solidFill>
            <a:srgbClr val="B7C6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45E65B7E-8317-F72A-94CA-BCBE45DC8966}"/>
              </a:ext>
            </a:extLst>
          </p:cNvPr>
          <p:cNvSpPr/>
          <p:nvPr userDrawn="1"/>
        </p:nvSpPr>
        <p:spPr>
          <a:xfrm>
            <a:off x="15584292" y="1957200"/>
            <a:ext cx="338462" cy="338462"/>
          </a:xfrm>
          <a:prstGeom prst="ellipse">
            <a:avLst/>
          </a:prstGeom>
          <a:solidFill>
            <a:srgbClr val="6E8D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6B409922-8A08-83A1-5EF5-B09833D96980}"/>
              </a:ext>
            </a:extLst>
          </p:cNvPr>
          <p:cNvSpPr/>
          <p:nvPr userDrawn="1"/>
        </p:nvSpPr>
        <p:spPr>
          <a:xfrm>
            <a:off x="16083909" y="1957200"/>
            <a:ext cx="338462" cy="338462"/>
          </a:xfrm>
          <a:prstGeom prst="ellipse">
            <a:avLst/>
          </a:prstGeom>
          <a:solidFill>
            <a:srgbClr val="0B31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31CE7AE3-A0C8-1F16-CF00-C28EACBDCDFA}"/>
              </a:ext>
            </a:extLst>
          </p:cNvPr>
          <p:cNvSpPr/>
          <p:nvPr userDrawn="1"/>
        </p:nvSpPr>
        <p:spPr>
          <a:xfrm>
            <a:off x="16583525" y="1957200"/>
            <a:ext cx="338462" cy="338462"/>
          </a:xfrm>
          <a:prstGeom prst="ellipse">
            <a:avLst/>
          </a:prstGeom>
          <a:solidFill>
            <a:srgbClr val="07215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5C6E1D76-2EC5-139E-50CD-AEC19DCF11ED}"/>
              </a:ext>
            </a:extLst>
          </p:cNvPr>
          <p:cNvSpPr/>
          <p:nvPr userDrawn="1"/>
        </p:nvSpPr>
        <p:spPr>
          <a:xfrm>
            <a:off x="13959929" y="2537176"/>
            <a:ext cx="618392" cy="618392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96C44E37-220F-497E-CD8C-9FD2ABCEDA5D}"/>
              </a:ext>
            </a:extLst>
          </p:cNvPr>
          <p:cNvSpPr/>
          <p:nvPr userDrawn="1"/>
        </p:nvSpPr>
        <p:spPr>
          <a:xfrm>
            <a:off x="15084675" y="2677141"/>
            <a:ext cx="338462" cy="338462"/>
          </a:xfrm>
          <a:prstGeom prst="ellipse">
            <a:avLst/>
          </a:prstGeom>
          <a:solidFill>
            <a:srgbClr val="E6BE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6292873B-CCBA-3489-FFBD-9A6E09349575}"/>
              </a:ext>
            </a:extLst>
          </p:cNvPr>
          <p:cNvSpPr/>
          <p:nvPr userDrawn="1"/>
        </p:nvSpPr>
        <p:spPr>
          <a:xfrm>
            <a:off x="15584292" y="2677141"/>
            <a:ext cx="338462" cy="338462"/>
          </a:xfrm>
          <a:prstGeom prst="ellipse">
            <a:avLst/>
          </a:prstGeom>
          <a:solidFill>
            <a:srgbClr val="CD7DB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2E89B407-FB13-B2E6-7708-359E19AADEAD}"/>
              </a:ext>
            </a:extLst>
          </p:cNvPr>
          <p:cNvSpPr/>
          <p:nvPr userDrawn="1"/>
        </p:nvSpPr>
        <p:spPr>
          <a:xfrm>
            <a:off x="16083909" y="2677141"/>
            <a:ext cx="338462" cy="338462"/>
          </a:xfrm>
          <a:prstGeom prst="ellipse">
            <a:avLst/>
          </a:prstGeom>
          <a:solidFill>
            <a:srgbClr val="801D6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12DB3466-E3BA-A4C4-2AE0-DED59AD95466}"/>
              </a:ext>
            </a:extLst>
          </p:cNvPr>
          <p:cNvSpPr/>
          <p:nvPr userDrawn="1"/>
        </p:nvSpPr>
        <p:spPr>
          <a:xfrm>
            <a:off x="16583525" y="2677141"/>
            <a:ext cx="338462" cy="338462"/>
          </a:xfrm>
          <a:prstGeom prst="ellipse">
            <a:avLst/>
          </a:prstGeom>
          <a:solidFill>
            <a:srgbClr val="5614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12D6C8F4-1CDB-CE5C-6EBF-5F30618F6B2F}"/>
              </a:ext>
            </a:extLst>
          </p:cNvPr>
          <p:cNvSpPr/>
          <p:nvPr userDrawn="1"/>
        </p:nvSpPr>
        <p:spPr>
          <a:xfrm>
            <a:off x="13959929" y="3257117"/>
            <a:ext cx="618392" cy="61839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85" name="Oval 84">
            <a:extLst>
              <a:ext uri="{FF2B5EF4-FFF2-40B4-BE49-F238E27FC236}">
                <a16:creationId xmlns:a16="http://schemas.microsoft.com/office/drawing/2014/main" id="{ACF4BD81-128F-1875-5689-DAB1D5FA53B4}"/>
              </a:ext>
            </a:extLst>
          </p:cNvPr>
          <p:cNvSpPr/>
          <p:nvPr userDrawn="1"/>
        </p:nvSpPr>
        <p:spPr>
          <a:xfrm>
            <a:off x="15084675" y="3397082"/>
            <a:ext cx="338462" cy="338462"/>
          </a:xfrm>
          <a:prstGeom prst="ellipse">
            <a:avLst/>
          </a:prstGeom>
          <a:solidFill>
            <a:srgbClr val="B2DFC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EDEAA2DD-4B40-782D-8EB5-B5E229AE42B5}"/>
              </a:ext>
            </a:extLst>
          </p:cNvPr>
          <p:cNvSpPr/>
          <p:nvPr userDrawn="1"/>
        </p:nvSpPr>
        <p:spPr>
          <a:xfrm>
            <a:off x="15584292" y="3397082"/>
            <a:ext cx="338462" cy="338462"/>
          </a:xfrm>
          <a:prstGeom prst="ellipse">
            <a:avLst/>
          </a:prstGeom>
          <a:solidFill>
            <a:srgbClr val="66C0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08DB4D9D-9DE4-2582-1C96-791031A68666}"/>
              </a:ext>
            </a:extLst>
          </p:cNvPr>
          <p:cNvSpPr/>
          <p:nvPr userDrawn="1"/>
        </p:nvSpPr>
        <p:spPr>
          <a:xfrm>
            <a:off x="16083909" y="3397082"/>
            <a:ext cx="338462" cy="338462"/>
          </a:xfrm>
          <a:prstGeom prst="ellipse">
            <a:avLst/>
          </a:prstGeom>
          <a:solidFill>
            <a:srgbClr val="0071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B4C7236A-0757-BA6E-2831-9AF844ED4746}"/>
              </a:ext>
            </a:extLst>
          </p:cNvPr>
          <p:cNvSpPr/>
          <p:nvPr userDrawn="1"/>
        </p:nvSpPr>
        <p:spPr>
          <a:xfrm>
            <a:off x="16583525" y="3397082"/>
            <a:ext cx="338462" cy="338462"/>
          </a:xfrm>
          <a:prstGeom prst="ellipse">
            <a:avLst/>
          </a:prstGeom>
          <a:solidFill>
            <a:srgbClr val="004B1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19A9ADF0-10E0-2DBC-B14A-57BB8B9A0B53}"/>
              </a:ext>
            </a:extLst>
          </p:cNvPr>
          <p:cNvSpPr/>
          <p:nvPr userDrawn="1"/>
        </p:nvSpPr>
        <p:spPr>
          <a:xfrm>
            <a:off x="13959929" y="3977058"/>
            <a:ext cx="618392" cy="6183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17BD0677-BF0B-DB9A-5FF8-D71EFB4FBE28}"/>
              </a:ext>
            </a:extLst>
          </p:cNvPr>
          <p:cNvSpPr/>
          <p:nvPr userDrawn="1"/>
        </p:nvSpPr>
        <p:spPr>
          <a:xfrm>
            <a:off x="15084675" y="4117023"/>
            <a:ext cx="338462" cy="338462"/>
          </a:xfrm>
          <a:prstGeom prst="ellipse">
            <a:avLst/>
          </a:prstGeom>
          <a:solidFill>
            <a:srgbClr val="D0BC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A2DC30E1-4206-DE1B-04B5-A89E5D18A29C}"/>
              </a:ext>
            </a:extLst>
          </p:cNvPr>
          <p:cNvSpPr/>
          <p:nvPr userDrawn="1"/>
        </p:nvSpPr>
        <p:spPr>
          <a:xfrm>
            <a:off x="15584292" y="4117023"/>
            <a:ext cx="338462" cy="338462"/>
          </a:xfrm>
          <a:prstGeom prst="ellipse">
            <a:avLst/>
          </a:prstGeom>
          <a:solidFill>
            <a:srgbClr val="A17AB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64F32370-3350-CE25-6CCC-4E4D7E6A83A9}"/>
              </a:ext>
            </a:extLst>
          </p:cNvPr>
          <p:cNvSpPr/>
          <p:nvPr userDrawn="1"/>
        </p:nvSpPr>
        <p:spPr>
          <a:xfrm>
            <a:off x="16083909" y="4117023"/>
            <a:ext cx="338462" cy="338462"/>
          </a:xfrm>
          <a:prstGeom prst="ellipse">
            <a:avLst/>
          </a:prstGeom>
          <a:solidFill>
            <a:srgbClr val="3813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F3BCFE56-471F-CB15-237E-95A72FE1101D}"/>
              </a:ext>
            </a:extLst>
          </p:cNvPr>
          <p:cNvSpPr/>
          <p:nvPr userDrawn="1"/>
        </p:nvSpPr>
        <p:spPr>
          <a:xfrm>
            <a:off x="16583525" y="4117023"/>
            <a:ext cx="338462" cy="338462"/>
          </a:xfrm>
          <a:prstGeom prst="ellipse">
            <a:avLst/>
          </a:prstGeom>
          <a:solidFill>
            <a:srgbClr val="250D3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FE2E28C4-519A-5B7B-4C37-08DE031A8D67}"/>
              </a:ext>
            </a:extLst>
          </p:cNvPr>
          <p:cNvSpPr/>
          <p:nvPr userDrawn="1"/>
        </p:nvSpPr>
        <p:spPr>
          <a:xfrm>
            <a:off x="13959929" y="4652930"/>
            <a:ext cx="618392" cy="618392"/>
          </a:xfrm>
          <a:prstGeom prst="ellipse">
            <a:avLst/>
          </a:prstGeom>
          <a:solidFill>
            <a:srgbClr val="007B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1E7EF62F-7CA9-5EF0-E73F-09CF62920A4F}"/>
              </a:ext>
            </a:extLst>
          </p:cNvPr>
          <p:cNvSpPr/>
          <p:nvPr userDrawn="1"/>
        </p:nvSpPr>
        <p:spPr>
          <a:xfrm>
            <a:off x="15084675" y="4836963"/>
            <a:ext cx="338462" cy="338462"/>
          </a:xfrm>
          <a:prstGeom prst="ellipse">
            <a:avLst/>
          </a:prstGeom>
          <a:solidFill>
            <a:srgbClr val="B2D7E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96" name="Oval 95">
            <a:extLst>
              <a:ext uri="{FF2B5EF4-FFF2-40B4-BE49-F238E27FC236}">
                <a16:creationId xmlns:a16="http://schemas.microsoft.com/office/drawing/2014/main" id="{41F8EC05-F3F8-6A11-7657-D650F8054E10}"/>
              </a:ext>
            </a:extLst>
          </p:cNvPr>
          <p:cNvSpPr/>
          <p:nvPr userDrawn="1"/>
        </p:nvSpPr>
        <p:spPr>
          <a:xfrm>
            <a:off x="15584292" y="4836963"/>
            <a:ext cx="338462" cy="338462"/>
          </a:xfrm>
          <a:prstGeom prst="ellipse">
            <a:avLst/>
          </a:prstGeom>
          <a:solidFill>
            <a:srgbClr val="66AF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84930CD6-798F-D699-D739-7F33B9336CAA}"/>
              </a:ext>
            </a:extLst>
          </p:cNvPr>
          <p:cNvSpPr/>
          <p:nvPr userDrawn="1"/>
        </p:nvSpPr>
        <p:spPr>
          <a:xfrm>
            <a:off x="16083909" y="4836963"/>
            <a:ext cx="338462" cy="338462"/>
          </a:xfrm>
          <a:prstGeom prst="ellipse">
            <a:avLst/>
          </a:prstGeom>
          <a:solidFill>
            <a:srgbClr val="005C8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98" name="Oval 97">
            <a:extLst>
              <a:ext uri="{FF2B5EF4-FFF2-40B4-BE49-F238E27FC236}">
                <a16:creationId xmlns:a16="http://schemas.microsoft.com/office/drawing/2014/main" id="{9FD59C18-03BE-028C-032C-B810749F6CA4}"/>
              </a:ext>
            </a:extLst>
          </p:cNvPr>
          <p:cNvSpPr/>
          <p:nvPr userDrawn="1"/>
        </p:nvSpPr>
        <p:spPr>
          <a:xfrm>
            <a:off x="16583525" y="4836963"/>
            <a:ext cx="338462" cy="338462"/>
          </a:xfrm>
          <a:prstGeom prst="ellipse">
            <a:avLst/>
          </a:prstGeom>
          <a:solidFill>
            <a:srgbClr val="003D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042625C4-8FB7-6627-1837-6D2F51D74CA1}"/>
              </a:ext>
            </a:extLst>
          </p:cNvPr>
          <p:cNvSpPr txBox="1"/>
          <p:nvPr userDrawn="1"/>
        </p:nvSpPr>
        <p:spPr>
          <a:xfrm>
            <a:off x="13920953" y="570792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 dirty="0"/>
              <a:t>Product Group Colors</a:t>
            </a:r>
          </a:p>
        </p:txBody>
      </p: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C5841FB5-1DD5-63D7-C8A2-7F99E4F0BDBF}"/>
              </a:ext>
            </a:extLst>
          </p:cNvPr>
          <p:cNvCxnSpPr>
            <a:cxnSpLocks/>
          </p:cNvCxnSpPr>
          <p:nvPr userDrawn="1"/>
        </p:nvCxnSpPr>
        <p:spPr>
          <a:xfrm>
            <a:off x="13920953" y="5583284"/>
            <a:ext cx="3109779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38FFA635-9DD0-4785-CBE4-B744326CAF8F}"/>
              </a:ext>
            </a:extLst>
          </p:cNvPr>
          <p:cNvCxnSpPr>
            <a:cxnSpLocks/>
          </p:cNvCxnSpPr>
          <p:nvPr userDrawn="1"/>
        </p:nvCxnSpPr>
        <p:spPr>
          <a:xfrm>
            <a:off x="13920953" y="0"/>
            <a:ext cx="907751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3FCA62D5-9028-BC3A-2FEF-5A87C027A6E4}"/>
              </a:ext>
            </a:extLst>
          </p:cNvPr>
          <p:cNvCxnSpPr>
            <a:cxnSpLocks/>
          </p:cNvCxnSpPr>
          <p:nvPr userDrawn="1"/>
        </p:nvCxnSpPr>
        <p:spPr>
          <a:xfrm>
            <a:off x="15040681" y="0"/>
            <a:ext cx="1963661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Rectangle 102">
            <a:extLst>
              <a:ext uri="{FF2B5EF4-FFF2-40B4-BE49-F238E27FC236}">
                <a16:creationId xmlns:a16="http://schemas.microsoft.com/office/drawing/2014/main" id="{168E6D48-340E-2E5A-15F8-FDEE84C70577}"/>
              </a:ext>
            </a:extLst>
          </p:cNvPr>
          <p:cNvSpPr/>
          <p:nvPr userDrawn="1"/>
        </p:nvSpPr>
        <p:spPr>
          <a:xfrm>
            <a:off x="14716831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 dirty="0">
                <a:solidFill>
                  <a:schemeClr val="tx1"/>
                </a:solidFill>
                <a:latin typeface="+mn-lt"/>
              </a:rPr>
              <a:t>BIG-IP Next</a:t>
            </a:r>
          </a:p>
        </p:txBody>
      </p:sp>
      <p:sp>
        <p:nvSpPr>
          <p:cNvPr id="104" name="Oval 103">
            <a:extLst>
              <a:ext uri="{FF2B5EF4-FFF2-40B4-BE49-F238E27FC236}">
                <a16:creationId xmlns:a16="http://schemas.microsoft.com/office/drawing/2014/main" id="{37236FFA-56B8-E8D9-F78E-070711EC4F85}"/>
              </a:ext>
            </a:extLst>
          </p:cNvPr>
          <p:cNvSpPr/>
          <p:nvPr userDrawn="1"/>
        </p:nvSpPr>
        <p:spPr>
          <a:xfrm>
            <a:off x="14804987" y="6024739"/>
            <a:ext cx="338462" cy="338462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17E23800-066E-03FF-1D54-1F290C13A1B8}"/>
              </a:ext>
            </a:extLst>
          </p:cNvPr>
          <p:cNvSpPr/>
          <p:nvPr userDrawn="1"/>
        </p:nvSpPr>
        <p:spPr>
          <a:xfrm>
            <a:off x="13843869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 dirty="0">
                <a:solidFill>
                  <a:schemeClr val="tx1"/>
                </a:solidFill>
                <a:latin typeface="+mn-lt"/>
              </a:rPr>
              <a:t>Distributed Cloud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2CDEA379-0FB4-ACA8-5C40-251B5DB7AD8D}"/>
              </a:ext>
            </a:extLst>
          </p:cNvPr>
          <p:cNvSpPr/>
          <p:nvPr userDrawn="1"/>
        </p:nvSpPr>
        <p:spPr>
          <a:xfrm>
            <a:off x="15568415" y="6388493"/>
            <a:ext cx="91440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000" kern="100" dirty="0">
                <a:solidFill>
                  <a:schemeClr val="tx1"/>
                </a:solidFill>
                <a:latin typeface="+mn-lt"/>
              </a:rPr>
              <a:t>BIG-IP</a:t>
            </a:r>
          </a:p>
        </p:txBody>
      </p:sp>
      <p:sp>
        <p:nvSpPr>
          <p:cNvPr id="107" name="Oval 106">
            <a:extLst>
              <a:ext uri="{FF2B5EF4-FFF2-40B4-BE49-F238E27FC236}">
                <a16:creationId xmlns:a16="http://schemas.microsoft.com/office/drawing/2014/main" id="{BD6F3062-2DA1-0FA4-95D1-7002B5BE16BC}"/>
              </a:ext>
            </a:extLst>
          </p:cNvPr>
          <p:cNvSpPr/>
          <p:nvPr userDrawn="1"/>
        </p:nvSpPr>
        <p:spPr>
          <a:xfrm>
            <a:off x="13916887" y="6024739"/>
            <a:ext cx="338462" cy="33846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108" name="Oval 107">
            <a:extLst>
              <a:ext uri="{FF2B5EF4-FFF2-40B4-BE49-F238E27FC236}">
                <a16:creationId xmlns:a16="http://schemas.microsoft.com/office/drawing/2014/main" id="{AF7ABD94-3142-1E5C-59FB-A30B1A24F952}"/>
              </a:ext>
            </a:extLst>
          </p:cNvPr>
          <p:cNvSpPr/>
          <p:nvPr userDrawn="1"/>
        </p:nvSpPr>
        <p:spPr>
          <a:xfrm>
            <a:off x="15702617" y="6024739"/>
            <a:ext cx="338462" cy="33846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73BF0527-FA56-23BB-95DA-4B842BCD98D4}"/>
              </a:ext>
            </a:extLst>
          </p:cNvPr>
          <p:cNvSpPr/>
          <p:nvPr userDrawn="1"/>
        </p:nvSpPr>
        <p:spPr>
          <a:xfrm>
            <a:off x="16491659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 dirty="0">
                <a:solidFill>
                  <a:schemeClr val="tx1"/>
                </a:solidFill>
                <a:latin typeface="+mn-lt"/>
              </a:rPr>
              <a:t>NGINX </a:t>
            </a:r>
          </a:p>
        </p:txBody>
      </p:sp>
      <p:sp>
        <p:nvSpPr>
          <p:cNvPr id="110" name="Oval 109">
            <a:extLst>
              <a:ext uri="{FF2B5EF4-FFF2-40B4-BE49-F238E27FC236}">
                <a16:creationId xmlns:a16="http://schemas.microsoft.com/office/drawing/2014/main" id="{0E2A2E80-DC15-4064-8CA2-F80DAB49450F}"/>
              </a:ext>
            </a:extLst>
          </p:cNvPr>
          <p:cNvSpPr/>
          <p:nvPr userDrawn="1"/>
        </p:nvSpPr>
        <p:spPr>
          <a:xfrm>
            <a:off x="16590717" y="6024739"/>
            <a:ext cx="338462" cy="33846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742775945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: Shape 5">
            <a:extLst>
              <a:ext uri="{FF2B5EF4-FFF2-40B4-BE49-F238E27FC236}">
                <a16:creationId xmlns:a16="http://schemas.microsoft.com/office/drawing/2014/main" id="{CED9A867-C5AA-2B74-C729-7D33289C939C}"/>
              </a:ext>
            </a:extLst>
          </p:cNvPr>
          <p:cNvSpPr/>
          <p:nvPr userDrawn="1"/>
        </p:nvSpPr>
        <p:spPr>
          <a:xfrm>
            <a:off x="1626123" y="96982"/>
            <a:ext cx="8939754" cy="6761018"/>
          </a:xfrm>
          <a:custGeom>
            <a:avLst/>
            <a:gdLst>
              <a:gd name="connsiteX0" fmla="*/ 1503815 w 8939754"/>
              <a:gd name="connsiteY0" fmla="*/ 0 h 6766560"/>
              <a:gd name="connsiteX1" fmla="*/ 7435940 w 8939754"/>
              <a:gd name="connsiteY1" fmla="*/ 0 h 6766560"/>
              <a:gd name="connsiteX2" fmla="*/ 7630557 w 8939754"/>
              <a:gd name="connsiteY2" fmla="*/ 176881 h 6766560"/>
              <a:gd name="connsiteX3" fmla="*/ 8939754 w 8939754"/>
              <a:gd name="connsiteY3" fmla="*/ 3337560 h 6766560"/>
              <a:gd name="connsiteX4" fmla="*/ 7475321 w 8939754"/>
              <a:gd name="connsiteY4" fmla="*/ 6646243 h 6766560"/>
              <a:gd name="connsiteX5" fmla="*/ 7336423 w 8939754"/>
              <a:gd name="connsiteY5" fmla="*/ 6766560 h 6766560"/>
              <a:gd name="connsiteX6" fmla="*/ 1603331 w 8939754"/>
              <a:gd name="connsiteY6" fmla="*/ 6766560 h 6766560"/>
              <a:gd name="connsiteX7" fmla="*/ 1464433 w 8939754"/>
              <a:gd name="connsiteY7" fmla="*/ 6646243 h 6766560"/>
              <a:gd name="connsiteX8" fmla="*/ 0 w 8939754"/>
              <a:gd name="connsiteY8" fmla="*/ 3337560 h 6766560"/>
              <a:gd name="connsiteX9" fmla="*/ 1309197 w 8939754"/>
              <a:gd name="connsiteY9" fmla="*/ 176881 h 67665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939754" h="6766560">
                <a:moveTo>
                  <a:pt x="1503815" y="0"/>
                </a:moveTo>
                <a:lnTo>
                  <a:pt x="7435940" y="0"/>
                </a:lnTo>
                <a:lnTo>
                  <a:pt x="7630557" y="176881"/>
                </a:lnTo>
                <a:cubicBezTo>
                  <a:pt x="8439446" y="985769"/>
                  <a:pt x="8939754" y="2103238"/>
                  <a:pt x="8939754" y="3337560"/>
                </a:cubicBezTo>
                <a:cubicBezTo>
                  <a:pt x="8939754" y="4649027"/>
                  <a:pt x="8374953" y="5828578"/>
                  <a:pt x="7475321" y="6646243"/>
                </a:cubicBezTo>
                <a:lnTo>
                  <a:pt x="7336423" y="6766560"/>
                </a:lnTo>
                <a:lnTo>
                  <a:pt x="1603331" y="6766560"/>
                </a:lnTo>
                <a:lnTo>
                  <a:pt x="1464433" y="6646243"/>
                </a:lnTo>
                <a:cubicBezTo>
                  <a:pt x="564801" y="5828578"/>
                  <a:pt x="0" y="4649027"/>
                  <a:pt x="0" y="3337560"/>
                </a:cubicBezTo>
                <a:cubicBezTo>
                  <a:pt x="0" y="2103238"/>
                  <a:pt x="500308" y="985769"/>
                  <a:pt x="1309197" y="176881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US" kern="10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F1543B27-30F5-49F3-A344-80EEF4BE7A1D}"/>
              </a:ext>
            </a:extLst>
          </p:cNvPr>
          <p:cNvSpPr>
            <a:spLocks noGrp="1"/>
          </p:cNvSpPr>
          <p:nvPr>
            <p:ph idx="1"/>
          </p:nvPr>
        </p:nvSpPr>
        <p:spPr bwMode="black">
          <a:xfrm>
            <a:off x="457199" y="457200"/>
            <a:ext cx="11273866" cy="5788152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lang="en-US" sz="4000" b="1" kern="100" spc="-100" baseline="0" dirty="0">
                <a:solidFill>
                  <a:schemeClr val="tx1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0" indent="0" algn="ctr">
              <a:lnSpc>
                <a:spcPct val="85000"/>
              </a:lnSpc>
              <a:spcBef>
                <a:spcPts val="1200"/>
              </a:spcBef>
              <a:buFont typeface="Arial" panose="020B0604020202020204" pitchFamily="34" charset="0"/>
              <a:buNone/>
              <a:defRPr lang="en-US" sz="1800" b="1" kern="100" cap="none" spc="-20" baseline="0" dirty="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000" b="0" cap="none" baseline="0">
                <a:solidFill>
                  <a:schemeClr val="bg1"/>
                </a:solidFill>
                <a:latin typeface="+mj-lt"/>
              </a:defRPr>
            </a:lvl3pPr>
            <a:lvl4pPr marL="342900" indent="-34290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000" b="0" cap="none" baseline="0">
                <a:solidFill>
                  <a:schemeClr val="bg1"/>
                </a:solidFill>
                <a:latin typeface="+mj-lt"/>
              </a:defRPr>
            </a:lvl4pPr>
            <a:lvl5pPr marL="342900" indent="-34290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000" b="0" cap="none" baseline="0">
                <a:solidFill>
                  <a:schemeClr val="bg1"/>
                </a:solidFill>
                <a:latin typeface="+mj-lt"/>
              </a:defRPr>
            </a:lvl5pPr>
            <a:lvl6pPr marL="285750" indent="-28575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200" b="0" cap="none" baseline="0">
                <a:solidFill>
                  <a:schemeClr val="bg1"/>
                </a:solidFill>
                <a:latin typeface="+mj-lt"/>
              </a:defRPr>
            </a:lvl6pPr>
            <a:lvl7pPr marL="285750" indent="-28575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200" b="0" cap="none" baseline="0">
                <a:solidFill>
                  <a:schemeClr val="bg1"/>
                </a:solidFill>
                <a:latin typeface="+mj-lt"/>
              </a:defRPr>
            </a:lvl7pPr>
            <a:lvl8pPr marL="285750" indent="-28575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200" b="0" cap="none" baseline="0">
                <a:solidFill>
                  <a:schemeClr val="bg1"/>
                </a:solidFill>
                <a:latin typeface="+mj-lt"/>
              </a:defRPr>
            </a:lvl8pPr>
            <a:lvl9pPr marL="285750" indent="-28575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200" b="0" cap="none" baseline="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01379842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Statement Colo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F1543B27-30F5-49F3-A344-80EEF4BE7A1D}"/>
              </a:ext>
            </a:extLst>
          </p:cNvPr>
          <p:cNvSpPr>
            <a:spLocks noGrp="1"/>
          </p:cNvSpPr>
          <p:nvPr>
            <p:ph idx="1"/>
          </p:nvPr>
        </p:nvSpPr>
        <p:spPr bwMode="black">
          <a:xfrm>
            <a:off x="456241" y="457200"/>
            <a:ext cx="11273866" cy="5787813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2400"/>
              </a:spcBef>
              <a:spcAft>
                <a:spcPts val="600"/>
              </a:spcAft>
              <a:buFont typeface="Arial" panose="020B0604020202020204" pitchFamily="34" charset="0"/>
              <a:buChar char="​"/>
              <a:defRPr lang="en-US" sz="4000" b="1" kern="100" spc="-100" baseline="0" dirty="0">
                <a:solidFill>
                  <a:schemeClr val="bg1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0" indent="0" algn="ctr">
              <a:lnSpc>
                <a:spcPct val="85000"/>
              </a:lnSpc>
              <a:spcBef>
                <a:spcPts val="1200"/>
              </a:spcBef>
              <a:buFont typeface="Arial" panose="020B0604020202020204" pitchFamily="34" charset="0"/>
              <a:buNone/>
              <a:defRPr lang="en-US" sz="1800" b="1" kern="100" cap="none" spc="-20" baseline="0" dirty="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000" b="0" cap="none" baseline="0">
                <a:solidFill>
                  <a:schemeClr val="bg1"/>
                </a:solidFill>
                <a:latin typeface="+mj-lt"/>
              </a:defRPr>
            </a:lvl3pPr>
            <a:lvl4pPr marL="342900" indent="-34290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000" b="0" cap="none" baseline="0">
                <a:solidFill>
                  <a:schemeClr val="bg1"/>
                </a:solidFill>
                <a:latin typeface="+mj-lt"/>
              </a:defRPr>
            </a:lvl4pPr>
            <a:lvl5pPr marL="342900" indent="-34290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000" b="0" cap="none" baseline="0">
                <a:solidFill>
                  <a:schemeClr val="bg1"/>
                </a:solidFill>
                <a:latin typeface="+mj-lt"/>
              </a:defRPr>
            </a:lvl5pPr>
            <a:lvl6pPr marL="285750" indent="-28575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200" b="0" cap="none" baseline="0">
                <a:solidFill>
                  <a:schemeClr val="bg1"/>
                </a:solidFill>
                <a:latin typeface="+mj-lt"/>
              </a:defRPr>
            </a:lvl6pPr>
            <a:lvl7pPr marL="285750" indent="-28575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200" b="0" cap="none" baseline="0">
                <a:solidFill>
                  <a:schemeClr val="bg1"/>
                </a:solidFill>
                <a:latin typeface="+mj-lt"/>
              </a:defRPr>
            </a:lvl7pPr>
            <a:lvl8pPr marL="285750" indent="-28575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200" b="0" cap="none" baseline="0">
                <a:solidFill>
                  <a:schemeClr val="bg1"/>
                </a:solidFill>
                <a:latin typeface="+mj-lt"/>
              </a:defRPr>
            </a:lvl8pPr>
            <a:lvl9pPr marL="285750" indent="-28575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200" b="0" cap="none" baseline="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grpSp>
        <p:nvGrpSpPr>
          <p:cNvPr id="11" name="Group 22">
            <a:extLst>
              <a:ext uri="{FF2B5EF4-FFF2-40B4-BE49-F238E27FC236}">
                <a16:creationId xmlns:a16="http://schemas.microsoft.com/office/drawing/2014/main" id="{1878E37C-3C29-44E8-B49D-D2652F4B7D3E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11489503" y="6431001"/>
            <a:ext cx="245297" cy="245297"/>
            <a:chOff x="5266" y="0"/>
            <a:chExt cx="733" cy="733"/>
          </a:xfrm>
          <a:solidFill>
            <a:schemeClr val="bg1"/>
          </a:solidFill>
        </p:grpSpPr>
        <p:sp>
          <p:nvSpPr>
            <p:cNvPr id="12" name="Freeform 24">
              <a:extLst>
                <a:ext uri="{FF2B5EF4-FFF2-40B4-BE49-F238E27FC236}">
                  <a16:creationId xmlns:a16="http://schemas.microsoft.com/office/drawing/2014/main" id="{618EA69F-F932-45A1-AAC9-A354486380BE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360" y="611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73737"/>
                </a:solidFill>
                <a:effectLst/>
                <a:uLnTx/>
                <a:uFillTx/>
                <a:latin typeface="Arial Narrow"/>
                <a:ea typeface="+mn-ea"/>
                <a:cs typeface="+mn-cs"/>
              </a:endParaRPr>
            </a:p>
          </p:txBody>
        </p:sp>
        <p:sp>
          <p:nvSpPr>
            <p:cNvPr id="13" name="Freeform 25">
              <a:extLst>
                <a:ext uri="{FF2B5EF4-FFF2-40B4-BE49-F238E27FC236}">
                  <a16:creationId xmlns:a16="http://schemas.microsoft.com/office/drawing/2014/main" id="{B172FB41-6BDA-443B-9F1F-EBAC0E0C6744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5911" y="645"/>
              <a:ext cx="55" cy="55"/>
            </a:xfrm>
            <a:custGeom>
              <a:avLst/>
              <a:gdLst>
                <a:gd name="T0" fmla="*/ 277 w 345"/>
                <a:gd name="T1" fmla="*/ 68 h 345"/>
                <a:gd name="T2" fmla="*/ 320 w 345"/>
                <a:gd name="T3" fmla="*/ 172 h 345"/>
                <a:gd name="T4" fmla="*/ 277 w 345"/>
                <a:gd name="T5" fmla="*/ 278 h 345"/>
                <a:gd name="T6" fmla="*/ 172 w 345"/>
                <a:gd name="T7" fmla="*/ 322 h 345"/>
                <a:gd name="T8" fmla="*/ 67 w 345"/>
                <a:gd name="T9" fmla="*/ 278 h 345"/>
                <a:gd name="T10" fmla="*/ 24 w 345"/>
                <a:gd name="T11" fmla="*/ 172 h 345"/>
                <a:gd name="T12" fmla="*/ 67 w 345"/>
                <a:gd name="T13" fmla="*/ 68 h 345"/>
                <a:gd name="T14" fmla="*/ 172 w 345"/>
                <a:gd name="T15" fmla="*/ 23 h 345"/>
                <a:gd name="T16" fmla="*/ 277 w 345"/>
                <a:gd name="T17" fmla="*/ 68 h 345"/>
                <a:gd name="T18" fmla="*/ 295 w 345"/>
                <a:gd name="T19" fmla="*/ 50 h 345"/>
                <a:gd name="T20" fmla="*/ 172 w 345"/>
                <a:gd name="T21" fmla="*/ 0 h 345"/>
                <a:gd name="T22" fmla="*/ 51 w 345"/>
                <a:gd name="T23" fmla="*/ 50 h 345"/>
                <a:gd name="T24" fmla="*/ 0 w 345"/>
                <a:gd name="T25" fmla="*/ 172 h 345"/>
                <a:gd name="T26" fmla="*/ 50 w 345"/>
                <a:gd name="T27" fmla="*/ 295 h 345"/>
                <a:gd name="T28" fmla="*/ 172 w 345"/>
                <a:gd name="T29" fmla="*/ 345 h 345"/>
                <a:gd name="T30" fmla="*/ 295 w 345"/>
                <a:gd name="T31" fmla="*/ 295 h 345"/>
                <a:gd name="T32" fmla="*/ 345 w 345"/>
                <a:gd name="T33" fmla="*/ 172 h 345"/>
                <a:gd name="T34" fmla="*/ 295 w 345"/>
                <a:gd name="T35" fmla="*/ 50 h 345"/>
                <a:gd name="T36" fmla="*/ 198 w 345"/>
                <a:gd name="T37" fmla="*/ 164 h 345"/>
                <a:gd name="T38" fmla="*/ 166 w 345"/>
                <a:gd name="T39" fmla="*/ 168 h 345"/>
                <a:gd name="T40" fmla="*/ 136 w 345"/>
                <a:gd name="T41" fmla="*/ 168 h 345"/>
                <a:gd name="T42" fmla="*/ 136 w 345"/>
                <a:gd name="T43" fmla="*/ 100 h 345"/>
                <a:gd name="T44" fmla="*/ 164 w 345"/>
                <a:gd name="T45" fmla="*/ 100 h 345"/>
                <a:gd name="T46" fmla="*/ 205 w 345"/>
                <a:gd name="T47" fmla="*/ 107 h 345"/>
                <a:gd name="T48" fmla="*/ 217 w 345"/>
                <a:gd name="T49" fmla="*/ 134 h 345"/>
                <a:gd name="T50" fmla="*/ 198 w 345"/>
                <a:gd name="T51" fmla="*/ 164 h 345"/>
                <a:gd name="T52" fmla="*/ 103 w 345"/>
                <a:gd name="T53" fmla="*/ 266 h 345"/>
                <a:gd name="T54" fmla="*/ 136 w 345"/>
                <a:gd name="T55" fmla="*/ 266 h 345"/>
                <a:gd name="T56" fmla="*/ 136 w 345"/>
                <a:gd name="T57" fmla="*/ 192 h 345"/>
                <a:gd name="T58" fmla="*/ 162 w 345"/>
                <a:gd name="T59" fmla="*/ 192 h 345"/>
                <a:gd name="T60" fmla="*/ 200 w 345"/>
                <a:gd name="T61" fmla="*/ 198 h 345"/>
                <a:gd name="T62" fmla="*/ 217 w 345"/>
                <a:gd name="T63" fmla="*/ 241 h 345"/>
                <a:gd name="T64" fmla="*/ 217 w 345"/>
                <a:gd name="T65" fmla="*/ 256 h 345"/>
                <a:gd name="T66" fmla="*/ 218 w 345"/>
                <a:gd name="T67" fmla="*/ 262 h 345"/>
                <a:gd name="T68" fmla="*/ 218 w 345"/>
                <a:gd name="T69" fmla="*/ 265 h 345"/>
                <a:gd name="T70" fmla="*/ 219 w 345"/>
                <a:gd name="T71" fmla="*/ 266 h 345"/>
                <a:gd name="T72" fmla="*/ 250 w 345"/>
                <a:gd name="T73" fmla="*/ 266 h 345"/>
                <a:gd name="T74" fmla="*/ 249 w 345"/>
                <a:gd name="T75" fmla="*/ 264 h 345"/>
                <a:gd name="T76" fmla="*/ 247 w 345"/>
                <a:gd name="T77" fmla="*/ 254 h 345"/>
                <a:gd name="T78" fmla="*/ 247 w 345"/>
                <a:gd name="T79" fmla="*/ 240 h 345"/>
                <a:gd name="T80" fmla="*/ 247 w 345"/>
                <a:gd name="T81" fmla="*/ 226 h 345"/>
                <a:gd name="T82" fmla="*/ 237 w 345"/>
                <a:gd name="T83" fmla="*/ 197 h 345"/>
                <a:gd name="T84" fmla="*/ 204 w 345"/>
                <a:gd name="T85" fmla="*/ 178 h 345"/>
                <a:gd name="T86" fmla="*/ 231 w 345"/>
                <a:gd name="T87" fmla="*/ 169 h 345"/>
                <a:gd name="T88" fmla="*/ 250 w 345"/>
                <a:gd name="T89" fmla="*/ 132 h 345"/>
                <a:gd name="T90" fmla="*/ 220 w 345"/>
                <a:gd name="T91" fmla="*/ 84 h 345"/>
                <a:gd name="T92" fmla="*/ 169 w 345"/>
                <a:gd name="T93" fmla="*/ 77 h 345"/>
                <a:gd name="T94" fmla="*/ 103 w 345"/>
                <a:gd name="T95" fmla="*/ 77 h 345"/>
                <a:gd name="T96" fmla="*/ 103 w 345"/>
                <a:gd name="T97" fmla="*/ 266 h 3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345" h="345">
                  <a:moveTo>
                    <a:pt x="277" y="68"/>
                  </a:moveTo>
                  <a:cubicBezTo>
                    <a:pt x="306" y="96"/>
                    <a:pt x="320" y="131"/>
                    <a:pt x="320" y="172"/>
                  </a:cubicBezTo>
                  <a:cubicBezTo>
                    <a:pt x="320" y="213"/>
                    <a:pt x="306" y="249"/>
                    <a:pt x="277" y="278"/>
                  </a:cubicBezTo>
                  <a:cubicBezTo>
                    <a:pt x="248" y="307"/>
                    <a:pt x="213" y="322"/>
                    <a:pt x="172" y="322"/>
                  </a:cubicBezTo>
                  <a:cubicBezTo>
                    <a:pt x="131" y="322"/>
                    <a:pt x="96" y="307"/>
                    <a:pt x="67" y="278"/>
                  </a:cubicBezTo>
                  <a:cubicBezTo>
                    <a:pt x="38" y="249"/>
                    <a:pt x="24" y="213"/>
                    <a:pt x="24" y="172"/>
                  </a:cubicBezTo>
                  <a:cubicBezTo>
                    <a:pt x="24" y="131"/>
                    <a:pt x="38" y="96"/>
                    <a:pt x="67" y="68"/>
                  </a:cubicBezTo>
                  <a:cubicBezTo>
                    <a:pt x="96" y="38"/>
                    <a:pt x="131" y="23"/>
                    <a:pt x="172" y="23"/>
                  </a:cubicBezTo>
                  <a:cubicBezTo>
                    <a:pt x="213" y="23"/>
                    <a:pt x="248" y="38"/>
                    <a:pt x="277" y="68"/>
                  </a:cubicBezTo>
                  <a:close/>
                  <a:moveTo>
                    <a:pt x="295" y="50"/>
                  </a:moveTo>
                  <a:cubicBezTo>
                    <a:pt x="261" y="17"/>
                    <a:pt x="220" y="0"/>
                    <a:pt x="172" y="0"/>
                  </a:cubicBezTo>
                  <a:cubicBezTo>
                    <a:pt x="125" y="0"/>
                    <a:pt x="84" y="17"/>
                    <a:pt x="51" y="50"/>
                  </a:cubicBezTo>
                  <a:cubicBezTo>
                    <a:pt x="17" y="84"/>
                    <a:pt x="0" y="125"/>
                    <a:pt x="0" y="172"/>
                  </a:cubicBezTo>
                  <a:cubicBezTo>
                    <a:pt x="0" y="220"/>
                    <a:pt x="17" y="261"/>
                    <a:pt x="50" y="295"/>
                  </a:cubicBezTo>
                  <a:cubicBezTo>
                    <a:pt x="83" y="329"/>
                    <a:pt x="124" y="345"/>
                    <a:pt x="172" y="345"/>
                  </a:cubicBezTo>
                  <a:cubicBezTo>
                    <a:pt x="220" y="345"/>
                    <a:pt x="261" y="329"/>
                    <a:pt x="295" y="295"/>
                  </a:cubicBezTo>
                  <a:cubicBezTo>
                    <a:pt x="328" y="261"/>
                    <a:pt x="345" y="220"/>
                    <a:pt x="345" y="172"/>
                  </a:cubicBezTo>
                  <a:cubicBezTo>
                    <a:pt x="345" y="124"/>
                    <a:pt x="328" y="84"/>
                    <a:pt x="295" y="50"/>
                  </a:cubicBezTo>
                  <a:close/>
                  <a:moveTo>
                    <a:pt x="198" y="164"/>
                  </a:moveTo>
                  <a:cubicBezTo>
                    <a:pt x="191" y="167"/>
                    <a:pt x="180" y="168"/>
                    <a:pt x="166" y="168"/>
                  </a:cubicBezTo>
                  <a:cubicBezTo>
                    <a:pt x="136" y="168"/>
                    <a:pt x="136" y="168"/>
                    <a:pt x="136" y="168"/>
                  </a:cubicBezTo>
                  <a:cubicBezTo>
                    <a:pt x="136" y="100"/>
                    <a:pt x="136" y="100"/>
                    <a:pt x="136" y="100"/>
                  </a:cubicBezTo>
                  <a:cubicBezTo>
                    <a:pt x="164" y="100"/>
                    <a:pt x="164" y="100"/>
                    <a:pt x="164" y="100"/>
                  </a:cubicBezTo>
                  <a:cubicBezTo>
                    <a:pt x="183" y="100"/>
                    <a:pt x="196" y="102"/>
                    <a:pt x="205" y="107"/>
                  </a:cubicBezTo>
                  <a:cubicBezTo>
                    <a:pt x="213" y="112"/>
                    <a:pt x="217" y="121"/>
                    <a:pt x="217" y="134"/>
                  </a:cubicBezTo>
                  <a:cubicBezTo>
                    <a:pt x="217" y="149"/>
                    <a:pt x="211" y="159"/>
                    <a:pt x="198" y="164"/>
                  </a:cubicBezTo>
                  <a:close/>
                  <a:moveTo>
                    <a:pt x="103" y="266"/>
                  </a:moveTo>
                  <a:cubicBezTo>
                    <a:pt x="136" y="266"/>
                    <a:pt x="136" y="266"/>
                    <a:pt x="136" y="266"/>
                  </a:cubicBezTo>
                  <a:cubicBezTo>
                    <a:pt x="136" y="192"/>
                    <a:pt x="136" y="192"/>
                    <a:pt x="136" y="192"/>
                  </a:cubicBezTo>
                  <a:cubicBezTo>
                    <a:pt x="162" y="192"/>
                    <a:pt x="162" y="192"/>
                    <a:pt x="162" y="192"/>
                  </a:cubicBezTo>
                  <a:cubicBezTo>
                    <a:pt x="180" y="192"/>
                    <a:pt x="192" y="193"/>
                    <a:pt x="200" y="198"/>
                  </a:cubicBezTo>
                  <a:cubicBezTo>
                    <a:pt x="211" y="205"/>
                    <a:pt x="217" y="219"/>
                    <a:pt x="217" y="241"/>
                  </a:cubicBezTo>
                  <a:cubicBezTo>
                    <a:pt x="217" y="256"/>
                    <a:pt x="217" y="256"/>
                    <a:pt x="217" y="256"/>
                  </a:cubicBezTo>
                  <a:cubicBezTo>
                    <a:pt x="218" y="262"/>
                    <a:pt x="218" y="262"/>
                    <a:pt x="218" y="262"/>
                  </a:cubicBezTo>
                  <a:cubicBezTo>
                    <a:pt x="218" y="263"/>
                    <a:pt x="218" y="264"/>
                    <a:pt x="218" y="265"/>
                  </a:cubicBezTo>
                  <a:cubicBezTo>
                    <a:pt x="219" y="265"/>
                    <a:pt x="219" y="266"/>
                    <a:pt x="219" y="266"/>
                  </a:cubicBezTo>
                  <a:cubicBezTo>
                    <a:pt x="250" y="266"/>
                    <a:pt x="250" y="266"/>
                    <a:pt x="250" y="266"/>
                  </a:cubicBezTo>
                  <a:cubicBezTo>
                    <a:pt x="249" y="264"/>
                    <a:pt x="249" y="264"/>
                    <a:pt x="249" y="264"/>
                  </a:cubicBezTo>
                  <a:cubicBezTo>
                    <a:pt x="248" y="263"/>
                    <a:pt x="248" y="259"/>
                    <a:pt x="247" y="254"/>
                  </a:cubicBezTo>
                  <a:cubicBezTo>
                    <a:pt x="247" y="249"/>
                    <a:pt x="247" y="244"/>
                    <a:pt x="247" y="240"/>
                  </a:cubicBezTo>
                  <a:cubicBezTo>
                    <a:pt x="247" y="226"/>
                    <a:pt x="247" y="226"/>
                    <a:pt x="247" y="226"/>
                  </a:cubicBezTo>
                  <a:cubicBezTo>
                    <a:pt x="247" y="217"/>
                    <a:pt x="244" y="207"/>
                    <a:pt x="237" y="197"/>
                  </a:cubicBezTo>
                  <a:cubicBezTo>
                    <a:pt x="230" y="187"/>
                    <a:pt x="219" y="181"/>
                    <a:pt x="204" y="178"/>
                  </a:cubicBezTo>
                  <a:cubicBezTo>
                    <a:pt x="216" y="176"/>
                    <a:pt x="225" y="173"/>
                    <a:pt x="231" y="169"/>
                  </a:cubicBezTo>
                  <a:cubicBezTo>
                    <a:pt x="244" y="161"/>
                    <a:pt x="250" y="148"/>
                    <a:pt x="250" y="132"/>
                  </a:cubicBezTo>
                  <a:cubicBezTo>
                    <a:pt x="250" y="108"/>
                    <a:pt x="240" y="92"/>
                    <a:pt x="220" y="84"/>
                  </a:cubicBezTo>
                  <a:cubicBezTo>
                    <a:pt x="210" y="79"/>
                    <a:pt x="192" y="77"/>
                    <a:pt x="169" y="77"/>
                  </a:cubicBezTo>
                  <a:cubicBezTo>
                    <a:pt x="103" y="77"/>
                    <a:pt x="103" y="77"/>
                    <a:pt x="103" y="77"/>
                  </a:cubicBezTo>
                  <a:lnTo>
                    <a:pt x="103" y="2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73737"/>
                </a:solidFill>
                <a:effectLst/>
                <a:uLnTx/>
                <a:uFillTx/>
                <a:latin typeface="Arial Narrow"/>
                <a:ea typeface="+mn-ea"/>
                <a:cs typeface="+mn-cs"/>
              </a:endParaRPr>
            </a:p>
          </p:txBody>
        </p:sp>
        <p:sp>
          <p:nvSpPr>
            <p:cNvPr id="15" name="Freeform 26">
              <a:extLst>
                <a:ext uri="{FF2B5EF4-FFF2-40B4-BE49-F238E27FC236}">
                  <a16:creationId xmlns:a16="http://schemas.microsoft.com/office/drawing/2014/main" id="{695CFDED-0DF1-47F8-8C6E-7EA22783195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266" y="0"/>
              <a:ext cx="733" cy="733"/>
            </a:xfrm>
            <a:custGeom>
              <a:avLst/>
              <a:gdLst>
                <a:gd name="T0" fmla="*/ 4176 w 4576"/>
                <a:gd name="T1" fmla="*/ 996 h 4576"/>
                <a:gd name="T2" fmla="*/ 4106 w 4576"/>
                <a:gd name="T3" fmla="*/ 1355 h 4576"/>
                <a:gd name="T4" fmla="*/ 2907 w 4576"/>
                <a:gd name="T5" fmla="*/ 1262 h 4576"/>
                <a:gd name="T6" fmla="*/ 2797 w 4576"/>
                <a:gd name="T7" fmla="*/ 1612 h 4576"/>
                <a:gd name="T8" fmla="*/ 4141 w 4576"/>
                <a:gd name="T9" fmla="*/ 2094 h 4576"/>
                <a:gd name="T10" fmla="*/ 4386 w 4576"/>
                <a:gd name="T11" fmla="*/ 2839 h 4576"/>
                <a:gd name="T12" fmla="*/ 3944 w 4576"/>
                <a:gd name="T13" fmla="*/ 3672 h 4576"/>
                <a:gd name="T14" fmla="*/ 3173 w 4576"/>
                <a:gd name="T15" fmla="*/ 3966 h 4576"/>
                <a:gd name="T16" fmla="*/ 2263 w 4576"/>
                <a:gd name="T17" fmla="*/ 3848 h 4576"/>
                <a:gd name="T18" fmla="*/ 2082 w 4576"/>
                <a:gd name="T19" fmla="*/ 3429 h 4576"/>
                <a:gd name="T20" fmla="*/ 2101 w 4576"/>
                <a:gd name="T21" fmla="*/ 3327 h 4576"/>
                <a:gd name="T22" fmla="*/ 2301 w 4576"/>
                <a:gd name="T23" fmla="*/ 3133 h 4576"/>
                <a:gd name="T24" fmla="*/ 2390 w 4576"/>
                <a:gd name="T25" fmla="*/ 3119 h 4576"/>
                <a:gd name="T26" fmla="*/ 2659 w 4576"/>
                <a:gd name="T27" fmla="*/ 3526 h 4576"/>
                <a:gd name="T28" fmla="*/ 3240 w 4576"/>
                <a:gd name="T29" fmla="*/ 3784 h 4576"/>
                <a:gd name="T30" fmla="*/ 3753 w 4576"/>
                <a:gd name="T31" fmla="*/ 3318 h 4576"/>
                <a:gd name="T32" fmla="*/ 2217 w 4576"/>
                <a:gd name="T33" fmla="*/ 2488 h 4576"/>
                <a:gd name="T34" fmla="*/ 2812 w 4576"/>
                <a:gd name="T35" fmla="*/ 701 h 4576"/>
                <a:gd name="T36" fmla="*/ 3564 w 4576"/>
                <a:gd name="T37" fmla="*/ 766 h 4576"/>
                <a:gd name="T38" fmla="*/ 4065 w 4576"/>
                <a:gd name="T39" fmla="*/ 848 h 4576"/>
                <a:gd name="T40" fmla="*/ 2288 w 4576"/>
                <a:gd name="T41" fmla="*/ 0 h 4576"/>
                <a:gd name="T42" fmla="*/ 0 w 4576"/>
                <a:gd name="T43" fmla="*/ 2288 h 4576"/>
                <a:gd name="T44" fmla="*/ 445 w 4576"/>
                <a:gd name="T45" fmla="*/ 3644 h 4576"/>
                <a:gd name="T46" fmla="*/ 616 w 4576"/>
                <a:gd name="T47" fmla="*/ 3581 h 4576"/>
                <a:gd name="T48" fmla="*/ 610 w 4576"/>
                <a:gd name="T49" fmla="*/ 3402 h 4576"/>
                <a:gd name="T50" fmla="*/ 565 w 4576"/>
                <a:gd name="T51" fmla="*/ 1982 h 4576"/>
                <a:gd name="T52" fmla="*/ 245 w 4576"/>
                <a:gd name="T53" fmla="*/ 1998 h 4576"/>
                <a:gd name="T54" fmla="*/ 261 w 4576"/>
                <a:gd name="T55" fmla="*/ 1735 h 4576"/>
                <a:gd name="T56" fmla="*/ 579 w 4576"/>
                <a:gd name="T57" fmla="*/ 1707 h 4576"/>
                <a:gd name="T58" fmla="*/ 596 w 4576"/>
                <a:gd name="T59" fmla="*/ 1479 h 4576"/>
                <a:gd name="T60" fmla="*/ 1542 w 4576"/>
                <a:gd name="T61" fmla="*/ 623 h 4576"/>
                <a:gd name="T62" fmla="*/ 1920 w 4576"/>
                <a:gd name="T63" fmla="*/ 561 h 4576"/>
                <a:gd name="T64" fmla="*/ 2018 w 4576"/>
                <a:gd name="T65" fmla="*/ 558 h 4576"/>
                <a:gd name="T66" fmla="*/ 2242 w 4576"/>
                <a:gd name="T67" fmla="*/ 603 h 4576"/>
                <a:gd name="T68" fmla="*/ 2508 w 4576"/>
                <a:gd name="T69" fmla="*/ 807 h 4576"/>
                <a:gd name="T70" fmla="*/ 2505 w 4576"/>
                <a:gd name="T71" fmla="*/ 873 h 4576"/>
                <a:gd name="T72" fmla="*/ 2379 w 4576"/>
                <a:gd name="T73" fmla="*/ 1020 h 4576"/>
                <a:gd name="T74" fmla="*/ 2278 w 4576"/>
                <a:gd name="T75" fmla="*/ 1033 h 4576"/>
                <a:gd name="T76" fmla="*/ 2065 w 4576"/>
                <a:gd name="T77" fmla="*/ 927 h 4576"/>
                <a:gd name="T78" fmla="*/ 1657 w 4576"/>
                <a:gd name="T79" fmla="*/ 818 h 4576"/>
                <a:gd name="T80" fmla="*/ 1466 w 4576"/>
                <a:gd name="T81" fmla="*/ 1048 h 4576"/>
                <a:gd name="T82" fmla="*/ 1438 w 4576"/>
                <a:gd name="T83" fmla="*/ 1664 h 4576"/>
                <a:gd name="T84" fmla="*/ 2218 w 4576"/>
                <a:gd name="T85" fmla="*/ 1651 h 4576"/>
                <a:gd name="T86" fmla="*/ 2218 w 4576"/>
                <a:gd name="T87" fmla="*/ 1831 h 4576"/>
                <a:gd name="T88" fmla="*/ 1959 w 4576"/>
                <a:gd name="T89" fmla="*/ 1950 h 4576"/>
                <a:gd name="T90" fmla="*/ 1431 w 4576"/>
                <a:gd name="T91" fmla="*/ 1957 h 4576"/>
                <a:gd name="T92" fmla="*/ 1454 w 4576"/>
                <a:gd name="T93" fmla="*/ 3469 h 4576"/>
                <a:gd name="T94" fmla="*/ 1482 w 4576"/>
                <a:gd name="T95" fmla="*/ 3663 h 4576"/>
                <a:gd name="T96" fmla="*/ 1961 w 4576"/>
                <a:gd name="T97" fmla="*/ 3789 h 4576"/>
                <a:gd name="T98" fmla="*/ 1965 w 4576"/>
                <a:gd name="T99" fmla="*/ 3947 h 4576"/>
                <a:gd name="T100" fmla="*/ 583 w 4576"/>
                <a:gd name="T101" fmla="*/ 3814 h 4576"/>
                <a:gd name="T102" fmla="*/ 2288 w 4576"/>
                <a:gd name="T103" fmla="*/ 4576 h 4576"/>
                <a:gd name="T104" fmla="*/ 4576 w 4576"/>
                <a:gd name="T105" fmla="*/ 2288 h 4576"/>
                <a:gd name="T106" fmla="*/ 4176 w 4576"/>
                <a:gd name="T107" fmla="*/ 996 h 457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4576" h="4576">
                  <a:moveTo>
                    <a:pt x="4176" y="996"/>
                  </a:moveTo>
                  <a:cubicBezTo>
                    <a:pt x="4148" y="1112"/>
                    <a:pt x="4134" y="1232"/>
                    <a:pt x="4106" y="1355"/>
                  </a:cubicBezTo>
                  <a:cubicBezTo>
                    <a:pt x="3763" y="1310"/>
                    <a:pt x="3360" y="1278"/>
                    <a:pt x="2907" y="1262"/>
                  </a:cubicBezTo>
                  <a:cubicBezTo>
                    <a:pt x="2871" y="1377"/>
                    <a:pt x="2836" y="1489"/>
                    <a:pt x="2797" y="1612"/>
                  </a:cubicBezTo>
                  <a:cubicBezTo>
                    <a:pt x="3555" y="1659"/>
                    <a:pt x="3923" y="1858"/>
                    <a:pt x="4141" y="2094"/>
                  </a:cubicBezTo>
                  <a:cubicBezTo>
                    <a:pt x="4354" y="2332"/>
                    <a:pt x="4399" y="2594"/>
                    <a:pt x="4386" y="2839"/>
                  </a:cubicBezTo>
                  <a:cubicBezTo>
                    <a:pt x="4359" y="3235"/>
                    <a:pt x="4184" y="3486"/>
                    <a:pt x="3944" y="3672"/>
                  </a:cubicBezTo>
                  <a:cubicBezTo>
                    <a:pt x="3702" y="3855"/>
                    <a:pt x="3408" y="3946"/>
                    <a:pt x="3173" y="3966"/>
                  </a:cubicBezTo>
                  <a:cubicBezTo>
                    <a:pt x="2826" y="3991"/>
                    <a:pt x="2362" y="3909"/>
                    <a:pt x="2263" y="3848"/>
                  </a:cubicBezTo>
                  <a:cubicBezTo>
                    <a:pt x="2204" y="3713"/>
                    <a:pt x="2145" y="3577"/>
                    <a:pt x="2082" y="3429"/>
                  </a:cubicBezTo>
                  <a:cubicBezTo>
                    <a:pt x="2067" y="3397"/>
                    <a:pt x="2057" y="3365"/>
                    <a:pt x="2101" y="3327"/>
                  </a:cubicBezTo>
                  <a:cubicBezTo>
                    <a:pt x="2168" y="3262"/>
                    <a:pt x="2233" y="3200"/>
                    <a:pt x="2301" y="3133"/>
                  </a:cubicBezTo>
                  <a:cubicBezTo>
                    <a:pt x="2332" y="3104"/>
                    <a:pt x="2365" y="3076"/>
                    <a:pt x="2390" y="3119"/>
                  </a:cubicBezTo>
                  <a:cubicBezTo>
                    <a:pt x="2484" y="3262"/>
                    <a:pt x="2571" y="3394"/>
                    <a:pt x="2659" y="3526"/>
                  </a:cubicBezTo>
                  <a:cubicBezTo>
                    <a:pt x="2758" y="3673"/>
                    <a:pt x="2910" y="3806"/>
                    <a:pt x="3240" y="3784"/>
                  </a:cubicBezTo>
                  <a:cubicBezTo>
                    <a:pt x="3519" y="3759"/>
                    <a:pt x="3730" y="3549"/>
                    <a:pt x="3753" y="3318"/>
                  </a:cubicBezTo>
                  <a:cubicBezTo>
                    <a:pt x="3777" y="2889"/>
                    <a:pt x="3344" y="2585"/>
                    <a:pt x="2217" y="2488"/>
                  </a:cubicBezTo>
                  <a:cubicBezTo>
                    <a:pt x="2433" y="1835"/>
                    <a:pt x="2644" y="1203"/>
                    <a:pt x="2812" y="701"/>
                  </a:cubicBezTo>
                  <a:cubicBezTo>
                    <a:pt x="3080" y="713"/>
                    <a:pt x="3328" y="735"/>
                    <a:pt x="3564" y="766"/>
                  </a:cubicBezTo>
                  <a:cubicBezTo>
                    <a:pt x="3740" y="788"/>
                    <a:pt x="3902" y="829"/>
                    <a:pt x="4065" y="848"/>
                  </a:cubicBezTo>
                  <a:cubicBezTo>
                    <a:pt x="3646" y="330"/>
                    <a:pt x="3006" y="0"/>
                    <a:pt x="2288" y="0"/>
                  </a:cubicBezTo>
                  <a:cubicBezTo>
                    <a:pt x="1024" y="0"/>
                    <a:pt x="0" y="1024"/>
                    <a:pt x="0" y="2288"/>
                  </a:cubicBezTo>
                  <a:cubicBezTo>
                    <a:pt x="0" y="2796"/>
                    <a:pt x="165" y="3264"/>
                    <a:pt x="445" y="3644"/>
                  </a:cubicBezTo>
                  <a:cubicBezTo>
                    <a:pt x="542" y="3645"/>
                    <a:pt x="609" y="3623"/>
                    <a:pt x="616" y="3581"/>
                  </a:cubicBezTo>
                  <a:cubicBezTo>
                    <a:pt x="625" y="3538"/>
                    <a:pt x="618" y="3470"/>
                    <a:pt x="610" y="3402"/>
                  </a:cubicBezTo>
                  <a:cubicBezTo>
                    <a:pt x="564" y="2953"/>
                    <a:pt x="548" y="2468"/>
                    <a:pt x="565" y="1982"/>
                  </a:cubicBezTo>
                  <a:cubicBezTo>
                    <a:pt x="449" y="1987"/>
                    <a:pt x="345" y="1992"/>
                    <a:pt x="245" y="1998"/>
                  </a:cubicBezTo>
                  <a:cubicBezTo>
                    <a:pt x="249" y="1908"/>
                    <a:pt x="254" y="1823"/>
                    <a:pt x="261" y="1735"/>
                  </a:cubicBezTo>
                  <a:cubicBezTo>
                    <a:pt x="360" y="1725"/>
                    <a:pt x="465" y="1717"/>
                    <a:pt x="579" y="1707"/>
                  </a:cubicBezTo>
                  <a:cubicBezTo>
                    <a:pt x="584" y="1630"/>
                    <a:pt x="590" y="1555"/>
                    <a:pt x="596" y="1479"/>
                  </a:cubicBezTo>
                  <a:cubicBezTo>
                    <a:pt x="648" y="1016"/>
                    <a:pt x="1136" y="732"/>
                    <a:pt x="1542" y="623"/>
                  </a:cubicBezTo>
                  <a:cubicBezTo>
                    <a:pt x="1723" y="579"/>
                    <a:pt x="1833" y="565"/>
                    <a:pt x="1920" y="561"/>
                  </a:cubicBezTo>
                  <a:cubicBezTo>
                    <a:pt x="1951" y="560"/>
                    <a:pt x="1985" y="558"/>
                    <a:pt x="2018" y="558"/>
                  </a:cubicBezTo>
                  <a:cubicBezTo>
                    <a:pt x="2102" y="558"/>
                    <a:pt x="2188" y="566"/>
                    <a:pt x="2242" y="603"/>
                  </a:cubicBezTo>
                  <a:cubicBezTo>
                    <a:pt x="2330" y="669"/>
                    <a:pt x="2416" y="734"/>
                    <a:pt x="2508" y="807"/>
                  </a:cubicBezTo>
                  <a:cubicBezTo>
                    <a:pt x="2518" y="819"/>
                    <a:pt x="2528" y="839"/>
                    <a:pt x="2505" y="873"/>
                  </a:cubicBezTo>
                  <a:cubicBezTo>
                    <a:pt x="2463" y="922"/>
                    <a:pt x="2422" y="969"/>
                    <a:pt x="2379" y="1020"/>
                  </a:cubicBezTo>
                  <a:cubicBezTo>
                    <a:pt x="2354" y="1050"/>
                    <a:pt x="2313" y="1042"/>
                    <a:pt x="2278" y="1033"/>
                  </a:cubicBezTo>
                  <a:cubicBezTo>
                    <a:pt x="2206" y="996"/>
                    <a:pt x="2136" y="962"/>
                    <a:pt x="2065" y="927"/>
                  </a:cubicBezTo>
                  <a:cubicBezTo>
                    <a:pt x="1937" y="870"/>
                    <a:pt x="1804" y="812"/>
                    <a:pt x="1657" y="818"/>
                  </a:cubicBezTo>
                  <a:cubicBezTo>
                    <a:pt x="1565" y="825"/>
                    <a:pt x="1475" y="919"/>
                    <a:pt x="1466" y="1048"/>
                  </a:cubicBezTo>
                  <a:cubicBezTo>
                    <a:pt x="1453" y="1244"/>
                    <a:pt x="1445" y="1446"/>
                    <a:pt x="1438" y="1664"/>
                  </a:cubicBezTo>
                  <a:cubicBezTo>
                    <a:pt x="1694" y="1656"/>
                    <a:pt x="1949" y="1652"/>
                    <a:pt x="2218" y="1651"/>
                  </a:cubicBezTo>
                  <a:cubicBezTo>
                    <a:pt x="2218" y="1712"/>
                    <a:pt x="2218" y="1768"/>
                    <a:pt x="2218" y="1831"/>
                  </a:cubicBezTo>
                  <a:cubicBezTo>
                    <a:pt x="2130" y="1870"/>
                    <a:pt x="2047" y="1910"/>
                    <a:pt x="1959" y="1950"/>
                  </a:cubicBezTo>
                  <a:cubicBezTo>
                    <a:pt x="1778" y="1952"/>
                    <a:pt x="1605" y="1954"/>
                    <a:pt x="1431" y="1957"/>
                  </a:cubicBezTo>
                  <a:cubicBezTo>
                    <a:pt x="1423" y="2475"/>
                    <a:pt x="1430" y="2992"/>
                    <a:pt x="1454" y="3469"/>
                  </a:cubicBezTo>
                  <a:cubicBezTo>
                    <a:pt x="1458" y="3541"/>
                    <a:pt x="1462" y="3614"/>
                    <a:pt x="1482" y="3663"/>
                  </a:cubicBezTo>
                  <a:cubicBezTo>
                    <a:pt x="1507" y="3725"/>
                    <a:pt x="1650" y="3772"/>
                    <a:pt x="1961" y="3789"/>
                  </a:cubicBezTo>
                  <a:cubicBezTo>
                    <a:pt x="1962" y="3844"/>
                    <a:pt x="1964" y="3895"/>
                    <a:pt x="1965" y="3947"/>
                  </a:cubicBezTo>
                  <a:cubicBezTo>
                    <a:pt x="1459" y="3932"/>
                    <a:pt x="973" y="3884"/>
                    <a:pt x="583" y="3814"/>
                  </a:cubicBezTo>
                  <a:cubicBezTo>
                    <a:pt x="1002" y="4282"/>
                    <a:pt x="1611" y="4576"/>
                    <a:pt x="2288" y="4576"/>
                  </a:cubicBezTo>
                  <a:cubicBezTo>
                    <a:pt x="3552" y="4576"/>
                    <a:pt x="4576" y="3552"/>
                    <a:pt x="4576" y="2288"/>
                  </a:cubicBezTo>
                  <a:cubicBezTo>
                    <a:pt x="4576" y="1809"/>
                    <a:pt x="4428" y="1364"/>
                    <a:pt x="4176" y="99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73737"/>
                </a:solidFill>
                <a:effectLst/>
                <a:uLnTx/>
                <a:uFillTx/>
                <a:latin typeface="Arial Narrow"/>
                <a:ea typeface="+mn-ea"/>
                <a:cs typeface="+mn-cs"/>
              </a:endParaRPr>
            </a:p>
          </p:txBody>
        </p:sp>
        <p:sp>
          <p:nvSpPr>
            <p:cNvPr id="16" name="Freeform 27">
              <a:extLst>
                <a:ext uri="{FF2B5EF4-FFF2-40B4-BE49-F238E27FC236}">
                  <a16:creationId xmlns:a16="http://schemas.microsoft.com/office/drawing/2014/main" id="{12B3B080-DD61-4C84-B31B-15398FE21F4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360" y="611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73737"/>
                </a:solidFill>
                <a:effectLst/>
                <a:uLnTx/>
                <a:uFillTx/>
                <a:latin typeface="Arial Narrow"/>
                <a:ea typeface="+mn-ea"/>
                <a:cs typeface="+mn-cs"/>
              </a:endParaRPr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9B5040EC-0EE6-4E5D-A5D9-618910B33D16}"/>
              </a:ext>
            </a:extLst>
          </p:cNvPr>
          <p:cNvSpPr txBox="1"/>
          <p:nvPr userDrawn="1"/>
        </p:nvSpPr>
        <p:spPr>
          <a:xfrm>
            <a:off x="681343" y="6501327"/>
            <a:ext cx="730016" cy="9810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r>
              <a:rPr lang="en-US" sz="750" kern="100" cap="all" spc="100" baseline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</a:t>
            </a:r>
            <a:r>
              <a:rPr lang="en-US" sz="750" kern="100" cap="all" spc="20" baseline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2025 F5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E219815-3AF8-40BA-A825-ECB2B3C0CB15}"/>
              </a:ext>
            </a:extLst>
          </p:cNvPr>
          <p:cNvSpPr txBox="1"/>
          <p:nvPr userDrawn="1"/>
        </p:nvSpPr>
        <p:spPr>
          <a:xfrm>
            <a:off x="6805" y="6501327"/>
            <a:ext cx="567398" cy="9810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 algn="r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  <a:buFont typeface="Arial" panose="020B0604020202020204" pitchFamily="34" charset="0"/>
              <a:buChar char="​"/>
            </a:pPr>
            <a:fld id="{CB0320B6-2A61-43CE-9396-B5C4FB4B7D43}" type="slidenum">
              <a:rPr lang="en-US" sz="750" b="1" kern="100" cap="all" spc="5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marL="0" lvl="4" algn="r">
                <a:lnSpc>
                  <a:spcPct val="85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5"/>
                </a:buClr>
                <a:buFont typeface="Arial" panose="020B0604020202020204" pitchFamily="34" charset="0"/>
                <a:buChar char="​"/>
              </a:pPr>
              <a:t>‹#›</a:t>
            </a:fld>
            <a:endParaRPr lang="en-US" sz="750" b="1" kern="100" cap="all" spc="5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Footer Placeholder 10">
            <a:extLst>
              <a:ext uri="{FF2B5EF4-FFF2-40B4-BE49-F238E27FC236}">
                <a16:creationId xmlns:a16="http://schemas.microsoft.com/office/drawing/2014/main" id="{C1156D6D-110F-4A8F-9FA1-B39441F886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>
                <a:solidFill>
                  <a:schemeClr val="bg1"/>
                </a:solidFill>
              </a:defRPr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C222A1C-2FBE-F3B7-99D0-A9A694CA656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9448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BCDDB9C-3A3C-A121-28DF-0E80BEBDF250}"/>
              </a:ext>
            </a:extLst>
          </p:cNvPr>
          <p:cNvSpPr txBox="1"/>
          <p:nvPr userDrawn="1"/>
        </p:nvSpPr>
        <p:spPr>
          <a:xfrm>
            <a:off x="13920953" y="10706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 dirty="0"/>
              <a:t>Primary palette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E9AABCC9-717F-5D61-DA49-7423136CD63C}"/>
              </a:ext>
            </a:extLst>
          </p:cNvPr>
          <p:cNvSpPr/>
          <p:nvPr userDrawn="1"/>
        </p:nvSpPr>
        <p:spPr>
          <a:xfrm>
            <a:off x="13959929" y="377353"/>
            <a:ext cx="618392" cy="618392"/>
          </a:xfrm>
          <a:prstGeom prst="ellipse">
            <a:avLst/>
          </a:prstGeom>
          <a:solidFill>
            <a:srgbClr val="E400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E12AC614-EAB7-097E-CB8F-C33E1D8A001D}"/>
              </a:ext>
            </a:extLst>
          </p:cNvPr>
          <p:cNvSpPr/>
          <p:nvPr userDrawn="1"/>
        </p:nvSpPr>
        <p:spPr>
          <a:xfrm>
            <a:off x="15084675" y="517318"/>
            <a:ext cx="338462" cy="338462"/>
          </a:xfrm>
          <a:prstGeom prst="ellipse">
            <a:avLst/>
          </a:prstGeom>
          <a:solidFill>
            <a:srgbClr val="F7B2B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B81497A-2140-566E-5E7C-CC3865157250}"/>
              </a:ext>
            </a:extLst>
          </p:cNvPr>
          <p:cNvSpPr/>
          <p:nvPr userDrawn="1"/>
        </p:nvSpPr>
        <p:spPr>
          <a:xfrm>
            <a:off x="15584292" y="517318"/>
            <a:ext cx="338462" cy="338462"/>
          </a:xfrm>
          <a:prstGeom prst="ellipse">
            <a:avLst/>
          </a:prstGeom>
          <a:solidFill>
            <a:srgbClr val="F066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EE6460C9-93C2-7987-8CA2-705EB7F0EE83}"/>
              </a:ext>
            </a:extLst>
          </p:cNvPr>
          <p:cNvSpPr/>
          <p:nvPr userDrawn="1"/>
        </p:nvSpPr>
        <p:spPr>
          <a:xfrm>
            <a:off x="16083909" y="517318"/>
            <a:ext cx="338462" cy="338462"/>
          </a:xfrm>
          <a:prstGeom prst="ellipse">
            <a:avLst/>
          </a:prstGeom>
          <a:solidFill>
            <a:srgbClr val="A7002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886BAA7A-8699-0409-C314-E0B976D11738}"/>
              </a:ext>
            </a:extLst>
          </p:cNvPr>
          <p:cNvSpPr/>
          <p:nvPr userDrawn="1"/>
        </p:nvSpPr>
        <p:spPr>
          <a:xfrm>
            <a:off x="16583525" y="517318"/>
            <a:ext cx="338462" cy="338462"/>
          </a:xfrm>
          <a:prstGeom prst="ellipse">
            <a:avLst/>
          </a:prstGeom>
          <a:solidFill>
            <a:srgbClr val="72001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E5C9AFD-A05B-94F6-75B2-34EDC91B8103}"/>
              </a:ext>
            </a:extLst>
          </p:cNvPr>
          <p:cNvSpPr txBox="1"/>
          <p:nvPr userDrawn="1"/>
        </p:nvSpPr>
        <p:spPr>
          <a:xfrm>
            <a:off x="15053447" y="10706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 dirty="0"/>
              <a:t>Secondary palette</a:t>
            </a:r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7F6E3E00-7090-2278-5187-4BD7F5342686}"/>
              </a:ext>
            </a:extLst>
          </p:cNvPr>
          <p:cNvSpPr/>
          <p:nvPr userDrawn="1"/>
        </p:nvSpPr>
        <p:spPr>
          <a:xfrm>
            <a:off x="13959929" y="1097294"/>
            <a:ext cx="618392" cy="618392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756511E1-24AE-EEEF-B304-74D34537EC5F}"/>
              </a:ext>
            </a:extLst>
          </p:cNvPr>
          <p:cNvSpPr/>
          <p:nvPr userDrawn="1"/>
        </p:nvSpPr>
        <p:spPr>
          <a:xfrm>
            <a:off x="15084675" y="1237259"/>
            <a:ext cx="338462" cy="338462"/>
          </a:xfrm>
          <a:prstGeom prst="ellipse">
            <a:avLst/>
          </a:prstGeom>
          <a:solidFill>
            <a:srgbClr val="FBE1C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AC7506DE-8C4E-8498-FCF8-055285D80DBF}"/>
              </a:ext>
            </a:extLst>
          </p:cNvPr>
          <p:cNvSpPr/>
          <p:nvPr userDrawn="1"/>
        </p:nvSpPr>
        <p:spPr>
          <a:xfrm>
            <a:off x="15584292" y="1237259"/>
            <a:ext cx="338462" cy="338462"/>
          </a:xfrm>
          <a:prstGeom prst="ellipse">
            <a:avLst/>
          </a:prstGeom>
          <a:solidFill>
            <a:srgbClr val="F7C2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C1A80759-F1E7-D400-8603-54571F5373C3}"/>
              </a:ext>
            </a:extLst>
          </p:cNvPr>
          <p:cNvSpPr/>
          <p:nvPr userDrawn="1"/>
        </p:nvSpPr>
        <p:spPr>
          <a:xfrm>
            <a:off x="16083909" y="1237259"/>
            <a:ext cx="338462" cy="338462"/>
          </a:xfrm>
          <a:prstGeom prst="ellipse">
            <a:avLst/>
          </a:prstGeom>
          <a:solidFill>
            <a:srgbClr val="B2742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17D18C9E-961C-46D5-8C81-5CE96386C1EF}"/>
              </a:ext>
            </a:extLst>
          </p:cNvPr>
          <p:cNvSpPr/>
          <p:nvPr userDrawn="1"/>
        </p:nvSpPr>
        <p:spPr>
          <a:xfrm>
            <a:off x="16583525" y="1237259"/>
            <a:ext cx="338462" cy="338462"/>
          </a:xfrm>
          <a:prstGeom prst="ellipse">
            <a:avLst/>
          </a:prstGeom>
          <a:solidFill>
            <a:srgbClr val="794D1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80F8224B-A44C-8170-1611-7284B3A3DD39}"/>
              </a:ext>
            </a:extLst>
          </p:cNvPr>
          <p:cNvSpPr/>
          <p:nvPr userDrawn="1"/>
        </p:nvSpPr>
        <p:spPr>
          <a:xfrm>
            <a:off x="13959929" y="1817235"/>
            <a:ext cx="618392" cy="6183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50051549-9457-69D0-545A-82C972DCBFFA}"/>
              </a:ext>
            </a:extLst>
          </p:cNvPr>
          <p:cNvSpPr/>
          <p:nvPr userDrawn="1"/>
        </p:nvSpPr>
        <p:spPr>
          <a:xfrm>
            <a:off x="15084675" y="1957200"/>
            <a:ext cx="338462" cy="338462"/>
          </a:xfrm>
          <a:prstGeom prst="ellipse">
            <a:avLst/>
          </a:prstGeom>
          <a:solidFill>
            <a:srgbClr val="B7C6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508297D3-1807-48FC-B2A3-847E1A188616}"/>
              </a:ext>
            </a:extLst>
          </p:cNvPr>
          <p:cNvSpPr/>
          <p:nvPr userDrawn="1"/>
        </p:nvSpPr>
        <p:spPr>
          <a:xfrm>
            <a:off x="15584292" y="1957200"/>
            <a:ext cx="338462" cy="338462"/>
          </a:xfrm>
          <a:prstGeom prst="ellipse">
            <a:avLst/>
          </a:prstGeom>
          <a:solidFill>
            <a:srgbClr val="6E8D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9D27B2D5-CAD9-C34D-1327-A7C2803771A0}"/>
              </a:ext>
            </a:extLst>
          </p:cNvPr>
          <p:cNvSpPr/>
          <p:nvPr userDrawn="1"/>
        </p:nvSpPr>
        <p:spPr>
          <a:xfrm>
            <a:off x="16083909" y="1957200"/>
            <a:ext cx="338462" cy="338462"/>
          </a:xfrm>
          <a:prstGeom prst="ellipse">
            <a:avLst/>
          </a:prstGeom>
          <a:solidFill>
            <a:srgbClr val="0B31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0C1F0CCC-2AEB-48E1-CEE6-742C7FBD25E2}"/>
              </a:ext>
            </a:extLst>
          </p:cNvPr>
          <p:cNvSpPr/>
          <p:nvPr userDrawn="1"/>
        </p:nvSpPr>
        <p:spPr>
          <a:xfrm>
            <a:off x="16583525" y="1957200"/>
            <a:ext cx="338462" cy="338462"/>
          </a:xfrm>
          <a:prstGeom prst="ellipse">
            <a:avLst/>
          </a:prstGeom>
          <a:solidFill>
            <a:srgbClr val="07215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A07C57D3-89CD-97B5-3FED-F77D5259F23C}"/>
              </a:ext>
            </a:extLst>
          </p:cNvPr>
          <p:cNvSpPr/>
          <p:nvPr userDrawn="1"/>
        </p:nvSpPr>
        <p:spPr>
          <a:xfrm>
            <a:off x="13959929" y="2537176"/>
            <a:ext cx="618392" cy="618392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3CC11B68-DE0D-DDDE-F43F-95B4F0EE9559}"/>
              </a:ext>
            </a:extLst>
          </p:cNvPr>
          <p:cNvSpPr/>
          <p:nvPr userDrawn="1"/>
        </p:nvSpPr>
        <p:spPr>
          <a:xfrm>
            <a:off x="15084675" y="2677141"/>
            <a:ext cx="338462" cy="338462"/>
          </a:xfrm>
          <a:prstGeom prst="ellipse">
            <a:avLst/>
          </a:prstGeom>
          <a:solidFill>
            <a:srgbClr val="E6BE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3E7B454B-8293-147A-A3DF-D03F2C6554CD}"/>
              </a:ext>
            </a:extLst>
          </p:cNvPr>
          <p:cNvSpPr/>
          <p:nvPr userDrawn="1"/>
        </p:nvSpPr>
        <p:spPr>
          <a:xfrm>
            <a:off x="15584292" y="2677141"/>
            <a:ext cx="338462" cy="338462"/>
          </a:xfrm>
          <a:prstGeom prst="ellipse">
            <a:avLst/>
          </a:prstGeom>
          <a:solidFill>
            <a:srgbClr val="CD7DB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EA57FEEA-5858-4850-2877-02CC31B3A992}"/>
              </a:ext>
            </a:extLst>
          </p:cNvPr>
          <p:cNvSpPr/>
          <p:nvPr userDrawn="1"/>
        </p:nvSpPr>
        <p:spPr>
          <a:xfrm>
            <a:off x="16083909" y="2677141"/>
            <a:ext cx="338462" cy="338462"/>
          </a:xfrm>
          <a:prstGeom prst="ellipse">
            <a:avLst/>
          </a:prstGeom>
          <a:solidFill>
            <a:srgbClr val="801D6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391353E4-72E3-E577-B43F-E10ADD56190A}"/>
              </a:ext>
            </a:extLst>
          </p:cNvPr>
          <p:cNvSpPr/>
          <p:nvPr userDrawn="1"/>
        </p:nvSpPr>
        <p:spPr>
          <a:xfrm>
            <a:off x="16583525" y="2677141"/>
            <a:ext cx="338462" cy="338462"/>
          </a:xfrm>
          <a:prstGeom prst="ellipse">
            <a:avLst/>
          </a:prstGeom>
          <a:solidFill>
            <a:srgbClr val="5614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D22AEF9D-B151-A673-89FB-82EEB43CEFEA}"/>
              </a:ext>
            </a:extLst>
          </p:cNvPr>
          <p:cNvSpPr/>
          <p:nvPr userDrawn="1"/>
        </p:nvSpPr>
        <p:spPr>
          <a:xfrm>
            <a:off x="13959929" y="3257117"/>
            <a:ext cx="618392" cy="61839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A3E94FDA-CF44-CDC4-90F8-F9D0FC453C94}"/>
              </a:ext>
            </a:extLst>
          </p:cNvPr>
          <p:cNvSpPr/>
          <p:nvPr userDrawn="1"/>
        </p:nvSpPr>
        <p:spPr>
          <a:xfrm>
            <a:off x="15084675" y="3397082"/>
            <a:ext cx="338462" cy="338462"/>
          </a:xfrm>
          <a:prstGeom prst="ellipse">
            <a:avLst/>
          </a:prstGeom>
          <a:solidFill>
            <a:srgbClr val="B2DFC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85" name="Oval 84">
            <a:extLst>
              <a:ext uri="{FF2B5EF4-FFF2-40B4-BE49-F238E27FC236}">
                <a16:creationId xmlns:a16="http://schemas.microsoft.com/office/drawing/2014/main" id="{CDA6B1CF-DB74-0612-393F-D78E13329D23}"/>
              </a:ext>
            </a:extLst>
          </p:cNvPr>
          <p:cNvSpPr/>
          <p:nvPr userDrawn="1"/>
        </p:nvSpPr>
        <p:spPr>
          <a:xfrm>
            <a:off x="15584292" y="3397082"/>
            <a:ext cx="338462" cy="338462"/>
          </a:xfrm>
          <a:prstGeom prst="ellipse">
            <a:avLst/>
          </a:prstGeom>
          <a:solidFill>
            <a:srgbClr val="66C0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C4A058D1-B4EF-691A-40F4-AE409AC7C53B}"/>
              </a:ext>
            </a:extLst>
          </p:cNvPr>
          <p:cNvSpPr/>
          <p:nvPr userDrawn="1"/>
        </p:nvSpPr>
        <p:spPr>
          <a:xfrm>
            <a:off x="16083909" y="3397082"/>
            <a:ext cx="338462" cy="338462"/>
          </a:xfrm>
          <a:prstGeom prst="ellipse">
            <a:avLst/>
          </a:prstGeom>
          <a:solidFill>
            <a:srgbClr val="0071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07BEB0ED-173E-C137-4798-BC9AEC737C09}"/>
              </a:ext>
            </a:extLst>
          </p:cNvPr>
          <p:cNvSpPr/>
          <p:nvPr userDrawn="1"/>
        </p:nvSpPr>
        <p:spPr>
          <a:xfrm>
            <a:off x="16583525" y="3397082"/>
            <a:ext cx="338462" cy="338462"/>
          </a:xfrm>
          <a:prstGeom prst="ellipse">
            <a:avLst/>
          </a:prstGeom>
          <a:solidFill>
            <a:srgbClr val="004B1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B3962D44-9292-9EBE-7A8B-8BE28E3AEDAC}"/>
              </a:ext>
            </a:extLst>
          </p:cNvPr>
          <p:cNvSpPr/>
          <p:nvPr userDrawn="1"/>
        </p:nvSpPr>
        <p:spPr>
          <a:xfrm>
            <a:off x="13959929" y="3977058"/>
            <a:ext cx="618392" cy="6183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EFD95232-FF19-92C0-85BA-411A82979E00}"/>
              </a:ext>
            </a:extLst>
          </p:cNvPr>
          <p:cNvSpPr/>
          <p:nvPr userDrawn="1"/>
        </p:nvSpPr>
        <p:spPr>
          <a:xfrm>
            <a:off x="15084675" y="4117023"/>
            <a:ext cx="338462" cy="338462"/>
          </a:xfrm>
          <a:prstGeom prst="ellipse">
            <a:avLst/>
          </a:prstGeom>
          <a:solidFill>
            <a:srgbClr val="D0BC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6B76F407-3593-C7FF-5A03-15BA2CB3DD6C}"/>
              </a:ext>
            </a:extLst>
          </p:cNvPr>
          <p:cNvSpPr/>
          <p:nvPr userDrawn="1"/>
        </p:nvSpPr>
        <p:spPr>
          <a:xfrm>
            <a:off x="15584292" y="4117023"/>
            <a:ext cx="338462" cy="338462"/>
          </a:xfrm>
          <a:prstGeom prst="ellipse">
            <a:avLst/>
          </a:prstGeom>
          <a:solidFill>
            <a:srgbClr val="A17AB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6EE46275-93D0-BF0D-BC5B-4DDD8693F207}"/>
              </a:ext>
            </a:extLst>
          </p:cNvPr>
          <p:cNvSpPr/>
          <p:nvPr userDrawn="1"/>
        </p:nvSpPr>
        <p:spPr>
          <a:xfrm>
            <a:off x="16083909" y="4117023"/>
            <a:ext cx="338462" cy="338462"/>
          </a:xfrm>
          <a:prstGeom prst="ellipse">
            <a:avLst/>
          </a:prstGeom>
          <a:solidFill>
            <a:srgbClr val="3813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7A343328-79EA-3BC7-82E9-F166AC9083EB}"/>
              </a:ext>
            </a:extLst>
          </p:cNvPr>
          <p:cNvSpPr/>
          <p:nvPr userDrawn="1"/>
        </p:nvSpPr>
        <p:spPr>
          <a:xfrm>
            <a:off x="16583525" y="4117023"/>
            <a:ext cx="338462" cy="338462"/>
          </a:xfrm>
          <a:prstGeom prst="ellipse">
            <a:avLst/>
          </a:prstGeom>
          <a:solidFill>
            <a:srgbClr val="250D3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47FF2DA2-AF48-8E56-2383-157AA4B6723E}"/>
              </a:ext>
            </a:extLst>
          </p:cNvPr>
          <p:cNvSpPr/>
          <p:nvPr userDrawn="1"/>
        </p:nvSpPr>
        <p:spPr>
          <a:xfrm>
            <a:off x="13959929" y="4652930"/>
            <a:ext cx="618392" cy="618392"/>
          </a:xfrm>
          <a:prstGeom prst="ellipse">
            <a:avLst/>
          </a:prstGeom>
          <a:solidFill>
            <a:srgbClr val="007B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B632E43C-8BD1-BB60-3E00-B4B62E472D63}"/>
              </a:ext>
            </a:extLst>
          </p:cNvPr>
          <p:cNvSpPr/>
          <p:nvPr userDrawn="1"/>
        </p:nvSpPr>
        <p:spPr>
          <a:xfrm>
            <a:off x="15084675" y="4836963"/>
            <a:ext cx="338462" cy="338462"/>
          </a:xfrm>
          <a:prstGeom prst="ellipse">
            <a:avLst/>
          </a:prstGeom>
          <a:solidFill>
            <a:srgbClr val="B2D7E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C67F0214-55D8-2B12-3D02-80F03559E099}"/>
              </a:ext>
            </a:extLst>
          </p:cNvPr>
          <p:cNvSpPr/>
          <p:nvPr userDrawn="1"/>
        </p:nvSpPr>
        <p:spPr>
          <a:xfrm>
            <a:off x="15584292" y="4836963"/>
            <a:ext cx="338462" cy="338462"/>
          </a:xfrm>
          <a:prstGeom prst="ellipse">
            <a:avLst/>
          </a:prstGeom>
          <a:solidFill>
            <a:srgbClr val="66AF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96" name="Oval 95">
            <a:extLst>
              <a:ext uri="{FF2B5EF4-FFF2-40B4-BE49-F238E27FC236}">
                <a16:creationId xmlns:a16="http://schemas.microsoft.com/office/drawing/2014/main" id="{573D4F3C-0C8A-B0DA-C7B7-BB04F9718C0F}"/>
              </a:ext>
            </a:extLst>
          </p:cNvPr>
          <p:cNvSpPr/>
          <p:nvPr userDrawn="1"/>
        </p:nvSpPr>
        <p:spPr>
          <a:xfrm>
            <a:off x="16083909" y="4836963"/>
            <a:ext cx="338462" cy="338462"/>
          </a:xfrm>
          <a:prstGeom prst="ellipse">
            <a:avLst/>
          </a:prstGeom>
          <a:solidFill>
            <a:srgbClr val="005C8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5BF99355-0677-0AF8-13B3-8C4CC836CEE7}"/>
              </a:ext>
            </a:extLst>
          </p:cNvPr>
          <p:cNvSpPr/>
          <p:nvPr userDrawn="1"/>
        </p:nvSpPr>
        <p:spPr>
          <a:xfrm>
            <a:off x="16583525" y="4836963"/>
            <a:ext cx="338462" cy="338462"/>
          </a:xfrm>
          <a:prstGeom prst="ellipse">
            <a:avLst/>
          </a:prstGeom>
          <a:solidFill>
            <a:srgbClr val="003D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EE2FB320-6965-B674-1B91-4024C2D077E4}"/>
              </a:ext>
            </a:extLst>
          </p:cNvPr>
          <p:cNvSpPr txBox="1"/>
          <p:nvPr userDrawn="1"/>
        </p:nvSpPr>
        <p:spPr>
          <a:xfrm>
            <a:off x="13920953" y="570792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 dirty="0"/>
              <a:t>Product Group Colors</a:t>
            </a:r>
          </a:p>
        </p:txBody>
      </p: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EE5EFBB2-9142-B060-9377-DD0817065E30}"/>
              </a:ext>
            </a:extLst>
          </p:cNvPr>
          <p:cNvCxnSpPr>
            <a:cxnSpLocks/>
          </p:cNvCxnSpPr>
          <p:nvPr userDrawn="1"/>
        </p:nvCxnSpPr>
        <p:spPr>
          <a:xfrm>
            <a:off x="13920953" y="5583284"/>
            <a:ext cx="3109779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CB7489D7-C773-87BE-8F7B-ABD63FA766E9}"/>
              </a:ext>
            </a:extLst>
          </p:cNvPr>
          <p:cNvCxnSpPr>
            <a:cxnSpLocks/>
          </p:cNvCxnSpPr>
          <p:nvPr userDrawn="1"/>
        </p:nvCxnSpPr>
        <p:spPr>
          <a:xfrm>
            <a:off x="13920953" y="0"/>
            <a:ext cx="907751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CB9883B7-BBC6-8D9C-F000-F7CF64285962}"/>
              </a:ext>
            </a:extLst>
          </p:cNvPr>
          <p:cNvCxnSpPr>
            <a:cxnSpLocks/>
          </p:cNvCxnSpPr>
          <p:nvPr userDrawn="1"/>
        </p:nvCxnSpPr>
        <p:spPr>
          <a:xfrm>
            <a:off x="15040681" y="0"/>
            <a:ext cx="1963661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Rectangle 101">
            <a:extLst>
              <a:ext uri="{FF2B5EF4-FFF2-40B4-BE49-F238E27FC236}">
                <a16:creationId xmlns:a16="http://schemas.microsoft.com/office/drawing/2014/main" id="{EB435B66-5CB0-E3E9-844C-4FA6BB8A469B}"/>
              </a:ext>
            </a:extLst>
          </p:cNvPr>
          <p:cNvSpPr/>
          <p:nvPr userDrawn="1"/>
        </p:nvSpPr>
        <p:spPr>
          <a:xfrm>
            <a:off x="14716831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 dirty="0">
                <a:solidFill>
                  <a:schemeClr val="tx1"/>
                </a:solidFill>
                <a:latin typeface="+mn-lt"/>
              </a:rPr>
              <a:t>BIG-IP Next</a:t>
            </a:r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CD2D6C6F-5BB0-02BE-7E60-7A4C93344354}"/>
              </a:ext>
            </a:extLst>
          </p:cNvPr>
          <p:cNvSpPr/>
          <p:nvPr userDrawn="1"/>
        </p:nvSpPr>
        <p:spPr>
          <a:xfrm>
            <a:off x="14804987" y="6024739"/>
            <a:ext cx="338462" cy="338462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995CA7C8-43C8-9177-771A-2B331007DBDB}"/>
              </a:ext>
            </a:extLst>
          </p:cNvPr>
          <p:cNvSpPr/>
          <p:nvPr userDrawn="1"/>
        </p:nvSpPr>
        <p:spPr>
          <a:xfrm>
            <a:off x="13843869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 dirty="0">
                <a:solidFill>
                  <a:schemeClr val="tx1"/>
                </a:solidFill>
                <a:latin typeface="+mn-lt"/>
              </a:rPr>
              <a:t>Distributed Cloud</a:t>
            </a: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F54435AC-B557-E619-7AF9-1EF67D22890F}"/>
              </a:ext>
            </a:extLst>
          </p:cNvPr>
          <p:cNvSpPr/>
          <p:nvPr userDrawn="1"/>
        </p:nvSpPr>
        <p:spPr>
          <a:xfrm>
            <a:off x="15568415" y="6388493"/>
            <a:ext cx="91440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000" kern="100" dirty="0">
                <a:solidFill>
                  <a:schemeClr val="tx1"/>
                </a:solidFill>
                <a:latin typeface="+mn-lt"/>
              </a:rPr>
              <a:t>BIG-IP</a:t>
            </a:r>
          </a:p>
        </p:txBody>
      </p:sp>
      <p:sp>
        <p:nvSpPr>
          <p:cNvPr id="106" name="Oval 105">
            <a:extLst>
              <a:ext uri="{FF2B5EF4-FFF2-40B4-BE49-F238E27FC236}">
                <a16:creationId xmlns:a16="http://schemas.microsoft.com/office/drawing/2014/main" id="{70F0F76B-E369-1F78-FB03-015C7C2A6AC2}"/>
              </a:ext>
            </a:extLst>
          </p:cNvPr>
          <p:cNvSpPr/>
          <p:nvPr userDrawn="1"/>
        </p:nvSpPr>
        <p:spPr>
          <a:xfrm>
            <a:off x="13916887" y="6024739"/>
            <a:ext cx="338462" cy="33846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107" name="Oval 106">
            <a:extLst>
              <a:ext uri="{FF2B5EF4-FFF2-40B4-BE49-F238E27FC236}">
                <a16:creationId xmlns:a16="http://schemas.microsoft.com/office/drawing/2014/main" id="{41CC7003-7C39-27B9-770B-AFCC39E2925A}"/>
              </a:ext>
            </a:extLst>
          </p:cNvPr>
          <p:cNvSpPr/>
          <p:nvPr userDrawn="1"/>
        </p:nvSpPr>
        <p:spPr>
          <a:xfrm>
            <a:off x="15702617" y="6024739"/>
            <a:ext cx="338462" cy="33846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70D15D4C-B31E-A2B4-E818-FD7B4681FBBA}"/>
              </a:ext>
            </a:extLst>
          </p:cNvPr>
          <p:cNvSpPr/>
          <p:nvPr userDrawn="1"/>
        </p:nvSpPr>
        <p:spPr>
          <a:xfrm>
            <a:off x="16491659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 dirty="0">
                <a:solidFill>
                  <a:schemeClr val="tx1"/>
                </a:solidFill>
                <a:latin typeface="+mn-lt"/>
              </a:rPr>
              <a:t>NGINX </a:t>
            </a:r>
          </a:p>
        </p:txBody>
      </p:sp>
      <p:sp>
        <p:nvSpPr>
          <p:cNvPr id="109" name="Oval 108">
            <a:extLst>
              <a:ext uri="{FF2B5EF4-FFF2-40B4-BE49-F238E27FC236}">
                <a16:creationId xmlns:a16="http://schemas.microsoft.com/office/drawing/2014/main" id="{084EAA1E-423E-B855-8E6C-B6E5E2160E5D}"/>
              </a:ext>
            </a:extLst>
          </p:cNvPr>
          <p:cNvSpPr/>
          <p:nvPr userDrawn="1"/>
        </p:nvSpPr>
        <p:spPr>
          <a:xfrm>
            <a:off x="16590717" y="6024739"/>
            <a:ext cx="338462" cy="33846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717574038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A836E480-E42E-4AF7-9F2C-0D6D6C9E201E}"/>
              </a:ext>
            </a:extLst>
          </p:cNvPr>
          <p:cNvSpPr/>
          <p:nvPr userDrawn="1"/>
        </p:nvSpPr>
        <p:spPr>
          <a:xfrm>
            <a:off x="6093265" y="0"/>
            <a:ext cx="6098736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US" kern="10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20" name="Picture Placeholder 3">
            <a:extLst>
              <a:ext uri="{FF2B5EF4-FFF2-40B4-BE49-F238E27FC236}">
                <a16:creationId xmlns:a16="http://schemas.microsoft.com/office/drawing/2014/main" id="{8AD9881D-B00A-4247-8DF7-BEE9578ADBC5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6093265" y="94488"/>
            <a:ext cx="6098736" cy="6763511"/>
          </a:xfrm>
          <a:prstGeom prst="rect">
            <a:avLst/>
          </a:prstGeom>
          <a:noFill/>
        </p:spPr>
        <p:txBody>
          <a:bodyPr lIns="274320" tIns="274320" rIns="274320" bIns="274320"/>
          <a:lstStyle>
            <a:lvl1pPr algn="ctr">
              <a:buNone/>
              <a:defRPr sz="1800"/>
            </a:lvl1pPr>
          </a:lstStyle>
          <a:p>
            <a:r>
              <a:rPr lang="en-US"/>
              <a:t>Click icon below to insert a photo</a:t>
            </a:r>
          </a:p>
        </p:txBody>
      </p:sp>
      <p:sp>
        <p:nvSpPr>
          <p:cNvPr id="37" name="Content Placeholder 2">
            <a:extLst>
              <a:ext uri="{FF2B5EF4-FFF2-40B4-BE49-F238E27FC236}">
                <a16:creationId xmlns:a16="http://schemas.microsoft.com/office/drawing/2014/main" id="{CB74AC72-DDAB-49D1-8286-ABBA64795E3E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69223" y="1967113"/>
            <a:ext cx="5164134" cy="4319387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870FF31-9141-4408-B4D2-D6D124989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5176157" cy="753995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56F043C-92B1-4F33-A948-6B9D078B26E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489503" y="6431001"/>
            <a:ext cx="245678" cy="245297"/>
          </a:xfrm>
          <a:blipFill>
            <a:blip r:embed="rId2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7" name="Footer Placeholder 10">
            <a:extLst>
              <a:ext uri="{FF2B5EF4-FFF2-40B4-BE49-F238E27FC236}">
                <a16:creationId xmlns:a16="http://schemas.microsoft.com/office/drawing/2014/main" id="{88866E84-0A57-4668-B531-68C5A5DCE6A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83296D1-7B2C-9B6B-7019-97F1AE988EC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0" y="0"/>
            <a:ext cx="12192000" cy="944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9528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 and photo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42193922-250C-D740-A91E-0F1BF41B61A8}"/>
              </a:ext>
            </a:extLst>
          </p:cNvPr>
          <p:cNvSpPr/>
          <p:nvPr userDrawn="1"/>
        </p:nvSpPr>
        <p:spPr>
          <a:xfrm>
            <a:off x="0" y="0"/>
            <a:ext cx="6098736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US" kern="10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19" name="Picture Placeholder 3">
            <a:extLst>
              <a:ext uri="{FF2B5EF4-FFF2-40B4-BE49-F238E27FC236}">
                <a16:creationId xmlns:a16="http://schemas.microsoft.com/office/drawing/2014/main" id="{A2524182-F3AA-A449-A811-1F42DD3BE45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0" y="91440"/>
            <a:ext cx="6098736" cy="6766559"/>
          </a:xfrm>
          <a:prstGeom prst="rect">
            <a:avLst/>
          </a:prstGeom>
          <a:noFill/>
        </p:spPr>
        <p:txBody>
          <a:bodyPr lIns="274320" tIns="274320" rIns="274320" bIns="274320"/>
          <a:lstStyle>
            <a:lvl1pPr algn="ctr">
              <a:buNone/>
              <a:defRPr sz="1800"/>
            </a:lvl1pPr>
          </a:lstStyle>
          <a:p>
            <a:r>
              <a:rPr lang="en-US"/>
              <a:t>Click icon below to insert a photo</a:t>
            </a:r>
          </a:p>
        </p:txBody>
      </p:sp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3477760C-3274-4510-B4C1-514FA1F1FE3E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570667" y="1967113"/>
            <a:ext cx="5164134" cy="43193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F10EF53-26EC-4206-AAE1-524C87D742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67616" y="457200"/>
            <a:ext cx="5176215" cy="753995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pic>
        <p:nvPicPr>
          <p:cNvPr id="32" name="Graphic 31">
            <a:extLst>
              <a:ext uri="{FF2B5EF4-FFF2-40B4-BE49-F238E27FC236}">
                <a16:creationId xmlns:a16="http://schemas.microsoft.com/office/drawing/2014/main" id="{97316C92-AC84-494D-9E23-16873326D9D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89503" y="6431000"/>
            <a:ext cx="250273" cy="25027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B3F92E6-42AB-1878-38FB-A29C954AADDE}"/>
              </a:ext>
            </a:extLst>
          </p:cNvPr>
          <p:cNvSpPr txBox="1"/>
          <p:nvPr userDrawn="1"/>
        </p:nvSpPr>
        <p:spPr>
          <a:xfrm>
            <a:off x="681343" y="6501327"/>
            <a:ext cx="730016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r>
              <a:rPr lang="en-US" sz="750" kern="100" cap="all" spc="100" baseline="0" dirty="0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©</a:t>
            </a:r>
            <a:r>
              <a:rPr lang="en-US" sz="750" kern="100" cap="all" spc="20" baseline="0" dirty="0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2025 F5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452F96B-6FC9-D964-892E-6247084A78BD}"/>
              </a:ext>
            </a:extLst>
          </p:cNvPr>
          <p:cNvSpPr txBox="1"/>
          <p:nvPr userDrawn="1"/>
        </p:nvSpPr>
        <p:spPr>
          <a:xfrm>
            <a:off x="6805" y="6501327"/>
            <a:ext cx="567398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 algn="r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  <a:buFont typeface="Arial" panose="020B0604020202020204" pitchFamily="34" charset="0"/>
              <a:buChar char="​"/>
            </a:pPr>
            <a:fld id="{CB0320B6-2A61-43CE-9396-B5C4FB4B7D43}" type="slidenum">
              <a:rPr lang="en-US" sz="750" b="0" kern="100" cap="all" spc="50" smtClean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pPr marL="0" lvl="4" algn="r">
                <a:lnSpc>
                  <a:spcPct val="85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5"/>
                </a:buClr>
                <a:buFont typeface="Arial" panose="020B0604020202020204" pitchFamily="34" charset="0"/>
                <a:buChar char="​"/>
              </a:pPr>
              <a:t>‹#›</a:t>
            </a:fld>
            <a:endParaRPr lang="en-US" sz="750" b="0" kern="100" cap="all" spc="50">
              <a:solidFill>
                <a:schemeClr val="tx1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5" name="Footer Placeholder 10">
            <a:extLst>
              <a:ext uri="{FF2B5EF4-FFF2-40B4-BE49-F238E27FC236}">
                <a16:creationId xmlns:a16="http://schemas.microsoft.com/office/drawing/2014/main" id="{B986DCA8-99AD-45A9-C6DE-4FCE903F4E4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254AF8A-6035-75DE-7938-BAB50A0CE7EC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0" y="0"/>
            <a:ext cx="12192000" cy="9448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2DD4E07-F000-9153-6168-82D2AF6D093E}"/>
              </a:ext>
            </a:extLst>
          </p:cNvPr>
          <p:cNvSpPr txBox="1"/>
          <p:nvPr userDrawn="1"/>
        </p:nvSpPr>
        <p:spPr>
          <a:xfrm>
            <a:off x="13920953" y="10706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 dirty="0"/>
              <a:t>Primary palette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12D84445-4FD1-1512-74C9-9F6AE3288F97}"/>
              </a:ext>
            </a:extLst>
          </p:cNvPr>
          <p:cNvSpPr/>
          <p:nvPr userDrawn="1"/>
        </p:nvSpPr>
        <p:spPr>
          <a:xfrm>
            <a:off x="13959929" y="377353"/>
            <a:ext cx="618392" cy="618392"/>
          </a:xfrm>
          <a:prstGeom prst="ellipse">
            <a:avLst/>
          </a:prstGeom>
          <a:solidFill>
            <a:srgbClr val="E400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1F17F4B-BD9E-FF26-DC11-A814A0E7DFAA}"/>
              </a:ext>
            </a:extLst>
          </p:cNvPr>
          <p:cNvSpPr/>
          <p:nvPr userDrawn="1"/>
        </p:nvSpPr>
        <p:spPr>
          <a:xfrm>
            <a:off x="15084675" y="517318"/>
            <a:ext cx="338462" cy="338462"/>
          </a:xfrm>
          <a:prstGeom prst="ellipse">
            <a:avLst/>
          </a:prstGeom>
          <a:solidFill>
            <a:srgbClr val="F7B2B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A9639A10-033B-B6CA-637B-FEF33DF8AE04}"/>
              </a:ext>
            </a:extLst>
          </p:cNvPr>
          <p:cNvSpPr/>
          <p:nvPr userDrawn="1"/>
        </p:nvSpPr>
        <p:spPr>
          <a:xfrm>
            <a:off x="15584292" y="517318"/>
            <a:ext cx="338462" cy="338462"/>
          </a:xfrm>
          <a:prstGeom prst="ellipse">
            <a:avLst/>
          </a:prstGeom>
          <a:solidFill>
            <a:srgbClr val="F066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ADCA426B-F29B-6B77-9DEB-C696A8F9D25B}"/>
              </a:ext>
            </a:extLst>
          </p:cNvPr>
          <p:cNvSpPr/>
          <p:nvPr userDrawn="1"/>
        </p:nvSpPr>
        <p:spPr>
          <a:xfrm>
            <a:off x="16083909" y="517318"/>
            <a:ext cx="338462" cy="338462"/>
          </a:xfrm>
          <a:prstGeom prst="ellipse">
            <a:avLst/>
          </a:prstGeom>
          <a:solidFill>
            <a:srgbClr val="A7002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66316AC7-DD5D-9B4B-7B3B-7D9D0EB9CC9F}"/>
              </a:ext>
            </a:extLst>
          </p:cNvPr>
          <p:cNvSpPr/>
          <p:nvPr userDrawn="1"/>
        </p:nvSpPr>
        <p:spPr>
          <a:xfrm>
            <a:off x="16583525" y="517318"/>
            <a:ext cx="338462" cy="338462"/>
          </a:xfrm>
          <a:prstGeom prst="ellipse">
            <a:avLst/>
          </a:prstGeom>
          <a:solidFill>
            <a:srgbClr val="72001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0C56D6D-99EF-F531-88E1-7672668A7BA1}"/>
              </a:ext>
            </a:extLst>
          </p:cNvPr>
          <p:cNvSpPr txBox="1"/>
          <p:nvPr userDrawn="1"/>
        </p:nvSpPr>
        <p:spPr>
          <a:xfrm>
            <a:off x="15053447" y="10706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 dirty="0"/>
              <a:t>Secondary palette</a:t>
            </a:r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D85F598C-83C2-70F9-EA44-831BB630A6BA}"/>
              </a:ext>
            </a:extLst>
          </p:cNvPr>
          <p:cNvSpPr/>
          <p:nvPr userDrawn="1"/>
        </p:nvSpPr>
        <p:spPr>
          <a:xfrm>
            <a:off x="13959929" y="1097294"/>
            <a:ext cx="618392" cy="618392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D089E30F-13B4-AFF1-7BF4-164437FA2D50}"/>
              </a:ext>
            </a:extLst>
          </p:cNvPr>
          <p:cNvSpPr/>
          <p:nvPr userDrawn="1"/>
        </p:nvSpPr>
        <p:spPr>
          <a:xfrm>
            <a:off x="15084675" y="1237259"/>
            <a:ext cx="338462" cy="338462"/>
          </a:xfrm>
          <a:prstGeom prst="ellipse">
            <a:avLst/>
          </a:prstGeom>
          <a:solidFill>
            <a:srgbClr val="FBE1C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18DBB353-0D0A-2BAF-6264-687C6AF7F093}"/>
              </a:ext>
            </a:extLst>
          </p:cNvPr>
          <p:cNvSpPr/>
          <p:nvPr userDrawn="1"/>
        </p:nvSpPr>
        <p:spPr>
          <a:xfrm>
            <a:off x="15584292" y="1237259"/>
            <a:ext cx="338462" cy="338462"/>
          </a:xfrm>
          <a:prstGeom prst="ellipse">
            <a:avLst/>
          </a:prstGeom>
          <a:solidFill>
            <a:srgbClr val="F7C2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AC7EE077-3538-1C28-AA85-61A637105B6B}"/>
              </a:ext>
            </a:extLst>
          </p:cNvPr>
          <p:cNvSpPr/>
          <p:nvPr userDrawn="1"/>
        </p:nvSpPr>
        <p:spPr>
          <a:xfrm>
            <a:off x="16083909" y="1237259"/>
            <a:ext cx="338462" cy="338462"/>
          </a:xfrm>
          <a:prstGeom prst="ellipse">
            <a:avLst/>
          </a:prstGeom>
          <a:solidFill>
            <a:srgbClr val="B2742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CDECCE2E-C90B-B27C-8C65-BDD52B35B845}"/>
              </a:ext>
            </a:extLst>
          </p:cNvPr>
          <p:cNvSpPr/>
          <p:nvPr userDrawn="1"/>
        </p:nvSpPr>
        <p:spPr>
          <a:xfrm>
            <a:off x="16583525" y="1237259"/>
            <a:ext cx="338462" cy="338462"/>
          </a:xfrm>
          <a:prstGeom prst="ellipse">
            <a:avLst/>
          </a:prstGeom>
          <a:solidFill>
            <a:srgbClr val="794D1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C56350B3-8637-9087-A617-F5913AF4FAC0}"/>
              </a:ext>
            </a:extLst>
          </p:cNvPr>
          <p:cNvSpPr/>
          <p:nvPr userDrawn="1"/>
        </p:nvSpPr>
        <p:spPr>
          <a:xfrm>
            <a:off x="13959929" y="1817235"/>
            <a:ext cx="618392" cy="6183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4CFAA941-D796-5C5C-71F8-D24527046967}"/>
              </a:ext>
            </a:extLst>
          </p:cNvPr>
          <p:cNvSpPr/>
          <p:nvPr userDrawn="1"/>
        </p:nvSpPr>
        <p:spPr>
          <a:xfrm>
            <a:off x="15084675" y="1957200"/>
            <a:ext cx="338462" cy="338462"/>
          </a:xfrm>
          <a:prstGeom prst="ellipse">
            <a:avLst/>
          </a:prstGeom>
          <a:solidFill>
            <a:srgbClr val="B7C6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58A509D3-E830-BED4-E1C5-D8BA64E761C2}"/>
              </a:ext>
            </a:extLst>
          </p:cNvPr>
          <p:cNvSpPr/>
          <p:nvPr userDrawn="1"/>
        </p:nvSpPr>
        <p:spPr>
          <a:xfrm>
            <a:off x="15584292" y="1957200"/>
            <a:ext cx="338462" cy="338462"/>
          </a:xfrm>
          <a:prstGeom prst="ellipse">
            <a:avLst/>
          </a:prstGeom>
          <a:solidFill>
            <a:srgbClr val="6E8D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BE5C9BBF-5DAF-AB38-BBE2-E51C55EE2858}"/>
              </a:ext>
            </a:extLst>
          </p:cNvPr>
          <p:cNvSpPr/>
          <p:nvPr userDrawn="1"/>
        </p:nvSpPr>
        <p:spPr>
          <a:xfrm>
            <a:off x="16083909" y="1957200"/>
            <a:ext cx="338462" cy="338462"/>
          </a:xfrm>
          <a:prstGeom prst="ellipse">
            <a:avLst/>
          </a:prstGeom>
          <a:solidFill>
            <a:srgbClr val="0B31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BD8C5B37-9156-498A-DDF5-A2C48FA2FBCD}"/>
              </a:ext>
            </a:extLst>
          </p:cNvPr>
          <p:cNvSpPr/>
          <p:nvPr userDrawn="1"/>
        </p:nvSpPr>
        <p:spPr>
          <a:xfrm>
            <a:off x="16583525" y="1957200"/>
            <a:ext cx="338462" cy="338462"/>
          </a:xfrm>
          <a:prstGeom prst="ellipse">
            <a:avLst/>
          </a:prstGeom>
          <a:solidFill>
            <a:srgbClr val="07215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E8B3B4FB-A60B-CAF1-7FE6-FCCD3CCA56BB}"/>
              </a:ext>
            </a:extLst>
          </p:cNvPr>
          <p:cNvSpPr/>
          <p:nvPr userDrawn="1"/>
        </p:nvSpPr>
        <p:spPr>
          <a:xfrm>
            <a:off x="13959929" y="2537176"/>
            <a:ext cx="618392" cy="618392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AF0A2212-0E20-9ED2-7C1A-DDF3F85C7BF4}"/>
              </a:ext>
            </a:extLst>
          </p:cNvPr>
          <p:cNvSpPr/>
          <p:nvPr userDrawn="1"/>
        </p:nvSpPr>
        <p:spPr>
          <a:xfrm>
            <a:off x="15084675" y="2677141"/>
            <a:ext cx="338462" cy="338462"/>
          </a:xfrm>
          <a:prstGeom prst="ellipse">
            <a:avLst/>
          </a:prstGeom>
          <a:solidFill>
            <a:srgbClr val="E6BE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5FC1A10C-8FD4-B11C-FF96-D67F53CC3F26}"/>
              </a:ext>
            </a:extLst>
          </p:cNvPr>
          <p:cNvSpPr/>
          <p:nvPr userDrawn="1"/>
        </p:nvSpPr>
        <p:spPr>
          <a:xfrm>
            <a:off x="15584292" y="2677141"/>
            <a:ext cx="338462" cy="338462"/>
          </a:xfrm>
          <a:prstGeom prst="ellipse">
            <a:avLst/>
          </a:prstGeom>
          <a:solidFill>
            <a:srgbClr val="CD7DB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15B53C20-DA6F-1B1E-0D22-427245385CE8}"/>
              </a:ext>
            </a:extLst>
          </p:cNvPr>
          <p:cNvSpPr/>
          <p:nvPr userDrawn="1"/>
        </p:nvSpPr>
        <p:spPr>
          <a:xfrm>
            <a:off x="16083909" y="2677141"/>
            <a:ext cx="338462" cy="338462"/>
          </a:xfrm>
          <a:prstGeom prst="ellipse">
            <a:avLst/>
          </a:prstGeom>
          <a:solidFill>
            <a:srgbClr val="801D6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3E8415A1-08FD-17CF-7214-6DBAE36A7DD6}"/>
              </a:ext>
            </a:extLst>
          </p:cNvPr>
          <p:cNvSpPr/>
          <p:nvPr userDrawn="1"/>
        </p:nvSpPr>
        <p:spPr>
          <a:xfrm>
            <a:off x="16583525" y="2677141"/>
            <a:ext cx="338462" cy="338462"/>
          </a:xfrm>
          <a:prstGeom prst="ellipse">
            <a:avLst/>
          </a:prstGeom>
          <a:solidFill>
            <a:srgbClr val="5614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907605E5-9140-A090-B18D-964149DA11CF}"/>
              </a:ext>
            </a:extLst>
          </p:cNvPr>
          <p:cNvSpPr/>
          <p:nvPr userDrawn="1"/>
        </p:nvSpPr>
        <p:spPr>
          <a:xfrm>
            <a:off x="13959929" y="3257117"/>
            <a:ext cx="618392" cy="61839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6B26D680-CFDF-1B8D-C142-4D7E4376D34B}"/>
              </a:ext>
            </a:extLst>
          </p:cNvPr>
          <p:cNvSpPr/>
          <p:nvPr userDrawn="1"/>
        </p:nvSpPr>
        <p:spPr>
          <a:xfrm>
            <a:off x="15084675" y="3397082"/>
            <a:ext cx="338462" cy="338462"/>
          </a:xfrm>
          <a:prstGeom prst="ellipse">
            <a:avLst/>
          </a:prstGeom>
          <a:solidFill>
            <a:srgbClr val="B2DFC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A8AF9799-7221-92FE-CA87-E9BBE299B495}"/>
              </a:ext>
            </a:extLst>
          </p:cNvPr>
          <p:cNvSpPr/>
          <p:nvPr userDrawn="1"/>
        </p:nvSpPr>
        <p:spPr>
          <a:xfrm>
            <a:off x="15584292" y="3397082"/>
            <a:ext cx="338462" cy="338462"/>
          </a:xfrm>
          <a:prstGeom prst="ellipse">
            <a:avLst/>
          </a:prstGeom>
          <a:solidFill>
            <a:srgbClr val="66C0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85" name="Oval 84">
            <a:extLst>
              <a:ext uri="{FF2B5EF4-FFF2-40B4-BE49-F238E27FC236}">
                <a16:creationId xmlns:a16="http://schemas.microsoft.com/office/drawing/2014/main" id="{04980848-DF4F-F871-8623-C1FA3FE4ADC0}"/>
              </a:ext>
            </a:extLst>
          </p:cNvPr>
          <p:cNvSpPr/>
          <p:nvPr userDrawn="1"/>
        </p:nvSpPr>
        <p:spPr>
          <a:xfrm>
            <a:off x="16083909" y="3397082"/>
            <a:ext cx="338462" cy="338462"/>
          </a:xfrm>
          <a:prstGeom prst="ellipse">
            <a:avLst/>
          </a:prstGeom>
          <a:solidFill>
            <a:srgbClr val="0071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16AB1725-4334-DFB6-0E9D-2E96491E3ACA}"/>
              </a:ext>
            </a:extLst>
          </p:cNvPr>
          <p:cNvSpPr/>
          <p:nvPr userDrawn="1"/>
        </p:nvSpPr>
        <p:spPr>
          <a:xfrm>
            <a:off x="16583525" y="3397082"/>
            <a:ext cx="338462" cy="338462"/>
          </a:xfrm>
          <a:prstGeom prst="ellipse">
            <a:avLst/>
          </a:prstGeom>
          <a:solidFill>
            <a:srgbClr val="004B1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C9E0006C-32B7-3A8C-64FD-816ACCC4C3D4}"/>
              </a:ext>
            </a:extLst>
          </p:cNvPr>
          <p:cNvSpPr/>
          <p:nvPr userDrawn="1"/>
        </p:nvSpPr>
        <p:spPr>
          <a:xfrm>
            <a:off x="13959929" y="3977058"/>
            <a:ext cx="618392" cy="6183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C8ECAA91-86FF-899A-AD05-4C0C11CF247C}"/>
              </a:ext>
            </a:extLst>
          </p:cNvPr>
          <p:cNvSpPr/>
          <p:nvPr userDrawn="1"/>
        </p:nvSpPr>
        <p:spPr>
          <a:xfrm>
            <a:off x="15084675" y="4117023"/>
            <a:ext cx="338462" cy="338462"/>
          </a:xfrm>
          <a:prstGeom prst="ellipse">
            <a:avLst/>
          </a:prstGeom>
          <a:solidFill>
            <a:srgbClr val="D0BC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E06916B0-8313-CB67-ED8A-7586D202A4F7}"/>
              </a:ext>
            </a:extLst>
          </p:cNvPr>
          <p:cNvSpPr/>
          <p:nvPr userDrawn="1"/>
        </p:nvSpPr>
        <p:spPr>
          <a:xfrm>
            <a:off x="15584292" y="4117023"/>
            <a:ext cx="338462" cy="338462"/>
          </a:xfrm>
          <a:prstGeom prst="ellipse">
            <a:avLst/>
          </a:prstGeom>
          <a:solidFill>
            <a:srgbClr val="A17AB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69D4F9D6-A32C-A129-4D58-4AC423313F3F}"/>
              </a:ext>
            </a:extLst>
          </p:cNvPr>
          <p:cNvSpPr/>
          <p:nvPr userDrawn="1"/>
        </p:nvSpPr>
        <p:spPr>
          <a:xfrm>
            <a:off x="16083909" y="4117023"/>
            <a:ext cx="338462" cy="338462"/>
          </a:xfrm>
          <a:prstGeom prst="ellipse">
            <a:avLst/>
          </a:prstGeom>
          <a:solidFill>
            <a:srgbClr val="3813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C369822D-99D8-48B0-BBFD-370FDCE251BC}"/>
              </a:ext>
            </a:extLst>
          </p:cNvPr>
          <p:cNvSpPr/>
          <p:nvPr userDrawn="1"/>
        </p:nvSpPr>
        <p:spPr>
          <a:xfrm>
            <a:off x="16583525" y="4117023"/>
            <a:ext cx="338462" cy="338462"/>
          </a:xfrm>
          <a:prstGeom prst="ellipse">
            <a:avLst/>
          </a:prstGeom>
          <a:solidFill>
            <a:srgbClr val="250D3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CFC90B09-9ACB-A54B-1813-6F639C86596B}"/>
              </a:ext>
            </a:extLst>
          </p:cNvPr>
          <p:cNvSpPr/>
          <p:nvPr userDrawn="1"/>
        </p:nvSpPr>
        <p:spPr>
          <a:xfrm>
            <a:off x="13959929" y="4652930"/>
            <a:ext cx="618392" cy="618392"/>
          </a:xfrm>
          <a:prstGeom prst="ellipse">
            <a:avLst/>
          </a:prstGeom>
          <a:solidFill>
            <a:srgbClr val="007B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E12BE93C-8567-3B9A-5A7A-70632EFFC2F4}"/>
              </a:ext>
            </a:extLst>
          </p:cNvPr>
          <p:cNvSpPr/>
          <p:nvPr userDrawn="1"/>
        </p:nvSpPr>
        <p:spPr>
          <a:xfrm>
            <a:off x="15084675" y="4836963"/>
            <a:ext cx="338462" cy="338462"/>
          </a:xfrm>
          <a:prstGeom prst="ellipse">
            <a:avLst/>
          </a:prstGeom>
          <a:solidFill>
            <a:srgbClr val="B2D7E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7CE3D713-1BB6-FC48-773D-77AA53434705}"/>
              </a:ext>
            </a:extLst>
          </p:cNvPr>
          <p:cNvSpPr/>
          <p:nvPr userDrawn="1"/>
        </p:nvSpPr>
        <p:spPr>
          <a:xfrm>
            <a:off x="15584292" y="4836963"/>
            <a:ext cx="338462" cy="338462"/>
          </a:xfrm>
          <a:prstGeom prst="ellipse">
            <a:avLst/>
          </a:prstGeom>
          <a:solidFill>
            <a:srgbClr val="66AF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7FCFAE8E-9525-7436-BC10-FAE8DA64DB1C}"/>
              </a:ext>
            </a:extLst>
          </p:cNvPr>
          <p:cNvSpPr/>
          <p:nvPr userDrawn="1"/>
        </p:nvSpPr>
        <p:spPr>
          <a:xfrm>
            <a:off x="16083909" y="4836963"/>
            <a:ext cx="338462" cy="338462"/>
          </a:xfrm>
          <a:prstGeom prst="ellipse">
            <a:avLst/>
          </a:prstGeom>
          <a:solidFill>
            <a:srgbClr val="005C8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96" name="Oval 95">
            <a:extLst>
              <a:ext uri="{FF2B5EF4-FFF2-40B4-BE49-F238E27FC236}">
                <a16:creationId xmlns:a16="http://schemas.microsoft.com/office/drawing/2014/main" id="{CE89D14E-7157-7E11-6B0E-41FC7C21DC4F}"/>
              </a:ext>
            </a:extLst>
          </p:cNvPr>
          <p:cNvSpPr/>
          <p:nvPr userDrawn="1"/>
        </p:nvSpPr>
        <p:spPr>
          <a:xfrm>
            <a:off x="16583525" y="4836963"/>
            <a:ext cx="338462" cy="338462"/>
          </a:xfrm>
          <a:prstGeom prst="ellipse">
            <a:avLst/>
          </a:prstGeom>
          <a:solidFill>
            <a:srgbClr val="003D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3B66C253-DB1A-4E6A-3F79-7139B76D5D26}"/>
              </a:ext>
            </a:extLst>
          </p:cNvPr>
          <p:cNvSpPr txBox="1"/>
          <p:nvPr userDrawn="1"/>
        </p:nvSpPr>
        <p:spPr>
          <a:xfrm>
            <a:off x="13920953" y="570792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 dirty="0"/>
              <a:t>Product Group Colors</a:t>
            </a:r>
          </a:p>
        </p:txBody>
      </p: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8D734C62-C39D-38AB-D164-57081770DE02}"/>
              </a:ext>
            </a:extLst>
          </p:cNvPr>
          <p:cNvCxnSpPr>
            <a:cxnSpLocks/>
          </p:cNvCxnSpPr>
          <p:nvPr userDrawn="1"/>
        </p:nvCxnSpPr>
        <p:spPr>
          <a:xfrm>
            <a:off x="13920953" y="5583284"/>
            <a:ext cx="3109779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324CDB26-8CB9-5DF7-DA65-03DD596524F4}"/>
              </a:ext>
            </a:extLst>
          </p:cNvPr>
          <p:cNvCxnSpPr>
            <a:cxnSpLocks/>
          </p:cNvCxnSpPr>
          <p:nvPr userDrawn="1"/>
        </p:nvCxnSpPr>
        <p:spPr>
          <a:xfrm>
            <a:off x="13920953" y="0"/>
            <a:ext cx="907751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B951FFEB-6F2D-BEE1-96FF-C33DF22C5D5B}"/>
              </a:ext>
            </a:extLst>
          </p:cNvPr>
          <p:cNvCxnSpPr>
            <a:cxnSpLocks/>
          </p:cNvCxnSpPr>
          <p:nvPr userDrawn="1"/>
        </p:nvCxnSpPr>
        <p:spPr>
          <a:xfrm>
            <a:off x="15040681" y="0"/>
            <a:ext cx="1963661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Rectangle 100">
            <a:extLst>
              <a:ext uri="{FF2B5EF4-FFF2-40B4-BE49-F238E27FC236}">
                <a16:creationId xmlns:a16="http://schemas.microsoft.com/office/drawing/2014/main" id="{8E66A9BD-284B-A2A3-1F76-5A32DDFA7A02}"/>
              </a:ext>
            </a:extLst>
          </p:cNvPr>
          <p:cNvSpPr/>
          <p:nvPr userDrawn="1"/>
        </p:nvSpPr>
        <p:spPr>
          <a:xfrm>
            <a:off x="14716831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 dirty="0">
                <a:solidFill>
                  <a:schemeClr val="tx1"/>
                </a:solidFill>
                <a:latin typeface="+mn-lt"/>
              </a:rPr>
              <a:t>BIG-IP Next</a:t>
            </a:r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8239438C-9E17-79C1-8E62-18A02713FE1B}"/>
              </a:ext>
            </a:extLst>
          </p:cNvPr>
          <p:cNvSpPr/>
          <p:nvPr userDrawn="1"/>
        </p:nvSpPr>
        <p:spPr>
          <a:xfrm>
            <a:off x="14804987" y="6024739"/>
            <a:ext cx="338462" cy="338462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7D55A8E0-CD66-6479-CC8B-E6B6D226BBCD}"/>
              </a:ext>
            </a:extLst>
          </p:cNvPr>
          <p:cNvSpPr/>
          <p:nvPr userDrawn="1"/>
        </p:nvSpPr>
        <p:spPr>
          <a:xfrm>
            <a:off x="13843869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 dirty="0">
                <a:solidFill>
                  <a:schemeClr val="tx1"/>
                </a:solidFill>
                <a:latin typeface="+mn-lt"/>
              </a:rPr>
              <a:t>Distributed Cloud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61C3586E-4514-288C-21E1-19001124FF7B}"/>
              </a:ext>
            </a:extLst>
          </p:cNvPr>
          <p:cNvSpPr/>
          <p:nvPr userDrawn="1"/>
        </p:nvSpPr>
        <p:spPr>
          <a:xfrm>
            <a:off x="15568415" y="6388493"/>
            <a:ext cx="91440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000" kern="100" dirty="0">
                <a:solidFill>
                  <a:schemeClr val="tx1"/>
                </a:solidFill>
                <a:latin typeface="+mn-lt"/>
              </a:rPr>
              <a:t>BIG-IP</a:t>
            </a:r>
          </a:p>
        </p:txBody>
      </p:sp>
      <p:sp>
        <p:nvSpPr>
          <p:cNvPr id="105" name="Oval 104">
            <a:extLst>
              <a:ext uri="{FF2B5EF4-FFF2-40B4-BE49-F238E27FC236}">
                <a16:creationId xmlns:a16="http://schemas.microsoft.com/office/drawing/2014/main" id="{100A3F77-04E0-F29C-610C-2122FE8DCE90}"/>
              </a:ext>
            </a:extLst>
          </p:cNvPr>
          <p:cNvSpPr/>
          <p:nvPr userDrawn="1"/>
        </p:nvSpPr>
        <p:spPr>
          <a:xfrm>
            <a:off x="13916887" y="6024739"/>
            <a:ext cx="338462" cy="33846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106" name="Oval 105">
            <a:extLst>
              <a:ext uri="{FF2B5EF4-FFF2-40B4-BE49-F238E27FC236}">
                <a16:creationId xmlns:a16="http://schemas.microsoft.com/office/drawing/2014/main" id="{832AC46D-01CE-E2A3-BD35-94C1B9C2EDC5}"/>
              </a:ext>
            </a:extLst>
          </p:cNvPr>
          <p:cNvSpPr/>
          <p:nvPr userDrawn="1"/>
        </p:nvSpPr>
        <p:spPr>
          <a:xfrm>
            <a:off x="15702617" y="6024739"/>
            <a:ext cx="338462" cy="33846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4BC18EF0-4F5C-9148-8D46-0A075E1EDFE7}"/>
              </a:ext>
            </a:extLst>
          </p:cNvPr>
          <p:cNvSpPr/>
          <p:nvPr userDrawn="1"/>
        </p:nvSpPr>
        <p:spPr>
          <a:xfrm>
            <a:off x="16491659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 dirty="0">
                <a:solidFill>
                  <a:schemeClr val="tx1"/>
                </a:solidFill>
                <a:latin typeface="+mn-lt"/>
              </a:rPr>
              <a:t>NGINX </a:t>
            </a:r>
          </a:p>
        </p:txBody>
      </p:sp>
      <p:sp>
        <p:nvSpPr>
          <p:cNvPr id="108" name="Oval 107">
            <a:extLst>
              <a:ext uri="{FF2B5EF4-FFF2-40B4-BE49-F238E27FC236}">
                <a16:creationId xmlns:a16="http://schemas.microsoft.com/office/drawing/2014/main" id="{78B97B21-219A-7ECC-3765-A1031F672AA7}"/>
              </a:ext>
            </a:extLst>
          </p:cNvPr>
          <p:cNvSpPr/>
          <p:nvPr userDrawn="1"/>
        </p:nvSpPr>
        <p:spPr>
          <a:xfrm>
            <a:off x="16590717" y="6024739"/>
            <a:ext cx="338462" cy="33846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757553580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idebar with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5FDF3E6-324E-4875-8242-D42D701A6E9E}"/>
              </a:ext>
            </a:extLst>
          </p:cNvPr>
          <p:cNvSpPr/>
          <p:nvPr userDrawn="1"/>
        </p:nvSpPr>
        <p:spPr bwMode="ltGray">
          <a:xfrm>
            <a:off x="0" y="0"/>
            <a:ext cx="6096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1A61974F-83C6-4B8C-A611-F52ADE4EAD76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6590906" y="457200"/>
            <a:ext cx="5140845" cy="58293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8E8E56E7-3501-43C0-8E56-CED7C59FB5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9223" y="1967112"/>
            <a:ext cx="4856688" cy="4139385"/>
          </a:xfrm>
          <a:prstGeom prst="rect">
            <a:avLst/>
          </a:prstGeom>
        </p:spPr>
        <p:txBody>
          <a:bodyPr anchor="t"/>
          <a:lstStyle>
            <a:lvl1pPr marL="0" marR="0" indent="0" algn="l" defTabSz="914400" rtl="0" eaLnBrk="1" fontAlgn="auto" latinLnBrk="0" hangingPunct="1">
              <a:lnSpc>
                <a:spcPct val="12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7CAC042-5DC9-4769-B7E8-FF597DC948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5176215" cy="753995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pic>
        <p:nvPicPr>
          <p:cNvPr id="30" name="Graphic 29">
            <a:extLst>
              <a:ext uri="{FF2B5EF4-FFF2-40B4-BE49-F238E27FC236}">
                <a16:creationId xmlns:a16="http://schemas.microsoft.com/office/drawing/2014/main" id="{BF2218F0-D93F-4904-B0F2-AADFD3911AE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89503" y="6431000"/>
            <a:ext cx="250273" cy="25027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5831226-24A0-492B-BBCF-D0A987CDF6AF}"/>
              </a:ext>
            </a:extLst>
          </p:cNvPr>
          <p:cNvSpPr txBox="1"/>
          <p:nvPr userDrawn="1"/>
        </p:nvSpPr>
        <p:spPr>
          <a:xfrm>
            <a:off x="681343" y="6501327"/>
            <a:ext cx="730016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r>
              <a:rPr lang="en-US" sz="750" kern="100" cap="all" spc="100" baseline="0" dirty="0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©</a:t>
            </a:r>
            <a:r>
              <a:rPr lang="en-US" sz="750" kern="100" cap="all" spc="20" baseline="0" dirty="0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2025 F5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23517B5-3697-4990-56C1-223BB352698F}"/>
              </a:ext>
            </a:extLst>
          </p:cNvPr>
          <p:cNvSpPr txBox="1"/>
          <p:nvPr userDrawn="1"/>
        </p:nvSpPr>
        <p:spPr>
          <a:xfrm>
            <a:off x="6805" y="6501327"/>
            <a:ext cx="567398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 algn="r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  <a:buFont typeface="Arial" panose="020B0604020202020204" pitchFamily="34" charset="0"/>
              <a:buChar char="​"/>
            </a:pPr>
            <a:fld id="{CB0320B6-2A61-43CE-9396-B5C4FB4B7D43}" type="slidenum">
              <a:rPr lang="en-US" sz="750" b="0" kern="100" cap="all" spc="50" smtClean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pPr marL="0" lvl="4" algn="r">
                <a:lnSpc>
                  <a:spcPct val="85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5"/>
                </a:buClr>
                <a:buFont typeface="Arial" panose="020B0604020202020204" pitchFamily="34" charset="0"/>
                <a:buChar char="​"/>
              </a:pPr>
              <a:t>‹#›</a:t>
            </a:fld>
            <a:endParaRPr lang="en-US" sz="750" b="0" kern="100" cap="all" spc="50">
              <a:solidFill>
                <a:schemeClr val="tx1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6" name="Footer Placeholder 10">
            <a:extLst>
              <a:ext uri="{FF2B5EF4-FFF2-40B4-BE49-F238E27FC236}">
                <a16:creationId xmlns:a16="http://schemas.microsoft.com/office/drawing/2014/main" id="{0ACC6CC4-758A-A6D7-BB49-FEDFAFF1499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algn="l" defTabSz="914400" rtl="0" eaLnBrk="1" latinLnBrk="0" hangingPunct="1">
              <a:defRPr lang="en-US" sz="75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5pPr>
              <a:defRPr lang="en-US" sz="750" kern="100" cap="all" spc="0" baseline="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642E496-9A29-0967-8ABD-9C43BEC04FC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0" y="0"/>
            <a:ext cx="12192000" cy="9448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762640E-1AD9-5823-DDB4-07A8925E5490}"/>
              </a:ext>
            </a:extLst>
          </p:cNvPr>
          <p:cNvSpPr txBox="1"/>
          <p:nvPr userDrawn="1"/>
        </p:nvSpPr>
        <p:spPr>
          <a:xfrm>
            <a:off x="13920953" y="10706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 dirty="0"/>
              <a:t>Primary palette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EC547ED3-0A4A-E562-445B-516C19031E3E}"/>
              </a:ext>
            </a:extLst>
          </p:cNvPr>
          <p:cNvSpPr/>
          <p:nvPr userDrawn="1"/>
        </p:nvSpPr>
        <p:spPr>
          <a:xfrm>
            <a:off x="13959929" y="377353"/>
            <a:ext cx="618392" cy="618392"/>
          </a:xfrm>
          <a:prstGeom prst="ellipse">
            <a:avLst/>
          </a:prstGeom>
          <a:solidFill>
            <a:srgbClr val="E400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5B36FFC7-5CE4-BA1D-A523-984A5A5CF46A}"/>
              </a:ext>
            </a:extLst>
          </p:cNvPr>
          <p:cNvSpPr/>
          <p:nvPr userDrawn="1"/>
        </p:nvSpPr>
        <p:spPr>
          <a:xfrm>
            <a:off x="15084675" y="517318"/>
            <a:ext cx="338462" cy="338462"/>
          </a:xfrm>
          <a:prstGeom prst="ellipse">
            <a:avLst/>
          </a:prstGeom>
          <a:solidFill>
            <a:srgbClr val="F7B2B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56BA68A3-569E-FECB-71F0-3287C1B480A1}"/>
              </a:ext>
            </a:extLst>
          </p:cNvPr>
          <p:cNvSpPr/>
          <p:nvPr userDrawn="1"/>
        </p:nvSpPr>
        <p:spPr>
          <a:xfrm>
            <a:off x="15584292" y="517318"/>
            <a:ext cx="338462" cy="338462"/>
          </a:xfrm>
          <a:prstGeom prst="ellipse">
            <a:avLst/>
          </a:prstGeom>
          <a:solidFill>
            <a:srgbClr val="F066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6A9FC510-70E5-9241-F554-C2A44983DBCF}"/>
              </a:ext>
            </a:extLst>
          </p:cNvPr>
          <p:cNvSpPr/>
          <p:nvPr userDrawn="1"/>
        </p:nvSpPr>
        <p:spPr>
          <a:xfrm>
            <a:off x="16083909" y="517318"/>
            <a:ext cx="338462" cy="338462"/>
          </a:xfrm>
          <a:prstGeom prst="ellipse">
            <a:avLst/>
          </a:prstGeom>
          <a:solidFill>
            <a:srgbClr val="A7002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3E3FCC2D-9721-D0A7-713F-7C4CFE93DDE3}"/>
              </a:ext>
            </a:extLst>
          </p:cNvPr>
          <p:cNvSpPr/>
          <p:nvPr userDrawn="1"/>
        </p:nvSpPr>
        <p:spPr>
          <a:xfrm>
            <a:off x="16583525" y="517318"/>
            <a:ext cx="338462" cy="338462"/>
          </a:xfrm>
          <a:prstGeom prst="ellipse">
            <a:avLst/>
          </a:prstGeom>
          <a:solidFill>
            <a:srgbClr val="72001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2167D9B-F064-F1C0-527B-25442E24AAC9}"/>
              </a:ext>
            </a:extLst>
          </p:cNvPr>
          <p:cNvSpPr txBox="1"/>
          <p:nvPr userDrawn="1"/>
        </p:nvSpPr>
        <p:spPr>
          <a:xfrm>
            <a:off x="15053447" y="10706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 dirty="0"/>
              <a:t>Secondary palette</a:t>
            </a:r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F03EE718-C905-8BC6-C46E-760C08F64C1E}"/>
              </a:ext>
            </a:extLst>
          </p:cNvPr>
          <p:cNvSpPr/>
          <p:nvPr userDrawn="1"/>
        </p:nvSpPr>
        <p:spPr>
          <a:xfrm>
            <a:off x="13959929" y="1097294"/>
            <a:ext cx="618392" cy="618392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3DB8D694-F5DF-6E0E-96B8-0DE09784085F}"/>
              </a:ext>
            </a:extLst>
          </p:cNvPr>
          <p:cNvSpPr/>
          <p:nvPr userDrawn="1"/>
        </p:nvSpPr>
        <p:spPr>
          <a:xfrm>
            <a:off x="15084675" y="1237259"/>
            <a:ext cx="338462" cy="338462"/>
          </a:xfrm>
          <a:prstGeom prst="ellipse">
            <a:avLst/>
          </a:prstGeom>
          <a:solidFill>
            <a:srgbClr val="FBE1C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F0D2E744-C567-6AE2-A0B6-3080B71C4E07}"/>
              </a:ext>
            </a:extLst>
          </p:cNvPr>
          <p:cNvSpPr/>
          <p:nvPr userDrawn="1"/>
        </p:nvSpPr>
        <p:spPr>
          <a:xfrm>
            <a:off x="15584292" y="1237259"/>
            <a:ext cx="338462" cy="338462"/>
          </a:xfrm>
          <a:prstGeom prst="ellipse">
            <a:avLst/>
          </a:prstGeom>
          <a:solidFill>
            <a:srgbClr val="F7C2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56CAA72F-C2ED-52C8-1FC5-578B19A87E58}"/>
              </a:ext>
            </a:extLst>
          </p:cNvPr>
          <p:cNvSpPr/>
          <p:nvPr userDrawn="1"/>
        </p:nvSpPr>
        <p:spPr>
          <a:xfrm>
            <a:off x="16083909" y="1237259"/>
            <a:ext cx="338462" cy="338462"/>
          </a:xfrm>
          <a:prstGeom prst="ellipse">
            <a:avLst/>
          </a:prstGeom>
          <a:solidFill>
            <a:srgbClr val="B2742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F3F185C8-5B3C-DA06-4B24-19781A5FA33F}"/>
              </a:ext>
            </a:extLst>
          </p:cNvPr>
          <p:cNvSpPr/>
          <p:nvPr userDrawn="1"/>
        </p:nvSpPr>
        <p:spPr>
          <a:xfrm>
            <a:off x="16583525" y="1237259"/>
            <a:ext cx="338462" cy="338462"/>
          </a:xfrm>
          <a:prstGeom prst="ellipse">
            <a:avLst/>
          </a:prstGeom>
          <a:solidFill>
            <a:srgbClr val="794D1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6E95CC37-E2F2-0EAC-8E41-A5EDF588AA98}"/>
              </a:ext>
            </a:extLst>
          </p:cNvPr>
          <p:cNvSpPr/>
          <p:nvPr userDrawn="1"/>
        </p:nvSpPr>
        <p:spPr>
          <a:xfrm>
            <a:off x="13959929" y="1817235"/>
            <a:ext cx="618392" cy="6183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E21726B8-7EBE-AA77-D752-844F34D58E7A}"/>
              </a:ext>
            </a:extLst>
          </p:cNvPr>
          <p:cNvSpPr/>
          <p:nvPr userDrawn="1"/>
        </p:nvSpPr>
        <p:spPr>
          <a:xfrm>
            <a:off x="15084675" y="1957200"/>
            <a:ext cx="338462" cy="338462"/>
          </a:xfrm>
          <a:prstGeom prst="ellipse">
            <a:avLst/>
          </a:prstGeom>
          <a:solidFill>
            <a:srgbClr val="B7C6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415883C8-FB85-EC82-C039-568A91A1BB51}"/>
              </a:ext>
            </a:extLst>
          </p:cNvPr>
          <p:cNvSpPr/>
          <p:nvPr userDrawn="1"/>
        </p:nvSpPr>
        <p:spPr>
          <a:xfrm>
            <a:off x="15584292" y="1957200"/>
            <a:ext cx="338462" cy="338462"/>
          </a:xfrm>
          <a:prstGeom prst="ellipse">
            <a:avLst/>
          </a:prstGeom>
          <a:solidFill>
            <a:srgbClr val="6E8D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D5E6BB53-3E09-6491-35A0-8409B3F8D94A}"/>
              </a:ext>
            </a:extLst>
          </p:cNvPr>
          <p:cNvSpPr/>
          <p:nvPr userDrawn="1"/>
        </p:nvSpPr>
        <p:spPr>
          <a:xfrm>
            <a:off x="16083909" y="1957200"/>
            <a:ext cx="338462" cy="338462"/>
          </a:xfrm>
          <a:prstGeom prst="ellipse">
            <a:avLst/>
          </a:prstGeom>
          <a:solidFill>
            <a:srgbClr val="0B31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972CA950-9DC5-2DDF-14E6-5CE81155F01C}"/>
              </a:ext>
            </a:extLst>
          </p:cNvPr>
          <p:cNvSpPr/>
          <p:nvPr userDrawn="1"/>
        </p:nvSpPr>
        <p:spPr>
          <a:xfrm>
            <a:off x="16583525" y="1957200"/>
            <a:ext cx="338462" cy="338462"/>
          </a:xfrm>
          <a:prstGeom prst="ellipse">
            <a:avLst/>
          </a:prstGeom>
          <a:solidFill>
            <a:srgbClr val="07215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EB005CFD-77A9-0981-44EF-E600E753274F}"/>
              </a:ext>
            </a:extLst>
          </p:cNvPr>
          <p:cNvSpPr/>
          <p:nvPr userDrawn="1"/>
        </p:nvSpPr>
        <p:spPr>
          <a:xfrm>
            <a:off x="13959929" y="2537176"/>
            <a:ext cx="618392" cy="618392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19B55947-B153-F45D-5F6F-FCB26E1673BF}"/>
              </a:ext>
            </a:extLst>
          </p:cNvPr>
          <p:cNvSpPr/>
          <p:nvPr userDrawn="1"/>
        </p:nvSpPr>
        <p:spPr>
          <a:xfrm>
            <a:off x="15084675" y="2677141"/>
            <a:ext cx="338462" cy="338462"/>
          </a:xfrm>
          <a:prstGeom prst="ellipse">
            <a:avLst/>
          </a:prstGeom>
          <a:solidFill>
            <a:srgbClr val="E6BE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670A5464-C3AA-77B7-025D-0B4837E25810}"/>
              </a:ext>
            </a:extLst>
          </p:cNvPr>
          <p:cNvSpPr/>
          <p:nvPr userDrawn="1"/>
        </p:nvSpPr>
        <p:spPr>
          <a:xfrm>
            <a:off x="15584292" y="2677141"/>
            <a:ext cx="338462" cy="338462"/>
          </a:xfrm>
          <a:prstGeom prst="ellipse">
            <a:avLst/>
          </a:prstGeom>
          <a:solidFill>
            <a:srgbClr val="CD7DB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202DC503-2A13-7D67-E299-82C6D9FA74E3}"/>
              </a:ext>
            </a:extLst>
          </p:cNvPr>
          <p:cNvSpPr/>
          <p:nvPr userDrawn="1"/>
        </p:nvSpPr>
        <p:spPr>
          <a:xfrm>
            <a:off x="16083909" y="2677141"/>
            <a:ext cx="338462" cy="338462"/>
          </a:xfrm>
          <a:prstGeom prst="ellipse">
            <a:avLst/>
          </a:prstGeom>
          <a:solidFill>
            <a:srgbClr val="801D6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23ED241F-E73E-A870-91DF-3B14BCDDFE77}"/>
              </a:ext>
            </a:extLst>
          </p:cNvPr>
          <p:cNvSpPr/>
          <p:nvPr userDrawn="1"/>
        </p:nvSpPr>
        <p:spPr>
          <a:xfrm>
            <a:off x="16583525" y="2677141"/>
            <a:ext cx="338462" cy="338462"/>
          </a:xfrm>
          <a:prstGeom prst="ellipse">
            <a:avLst/>
          </a:prstGeom>
          <a:solidFill>
            <a:srgbClr val="5614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878FE881-44E5-2BF2-561D-31EA4BDA9506}"/>
              </a:ext>
            </a:extLst>
          </p:cNvPr>
          <p:cNvSpPr/>
          <p:nvPr userDrawn="1"/>
        </p:nvSpPr>
        <p:spPr>
          <a:xfrm>
            <a:off x="13959929" y="3257117"/>
            <a:ext cx="618392" cy="61839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B77F73D1-57B1-7DED-3903-4164CF3DBE20}"/>
              </a:ext>
            </a:extLst>
          </p:cNvPr>
          <p:cNvSpPr/>
          <p:nvPr userDrawn="1"/>
        </p:nvSpPr>
        <p:spPr>
          <a:xfrm>
            <a:off x="15084675" y="3397082"/>
            <a:ext cx="338462" cy="338462"/>
          </a:xfrm>
          <a:prstGeom prst="ellipse">
            <a:avLst/>
          </a:prstGeom>
          <a:solidFill>
            <a:srgbClr val="B2DFC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A3D1BEB4-6987-83B3-FB55-F5CB1ED57147}"/>
              </a:ext>
            </a:extLst>
          </p:cNvPr>
          <p:cNvSpPr/>
          <p:nvPr userDrawn="1"/>
        </p:nvSpPr>
        <p:spPr>
          <a:xfrm>
            <a:off x="15584292" y="3397082"/>
            <a:ext cx="338462" cy="338462"/>
          </a:xfrm>
          <a:prstGeom prst="ellipse">
            <a:avLst/>
          </a:prstGeom>
          <a:solidFill>
            <a:srgbClr val="66C0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85" name="Oval 84">
            <a:extLst>
              <a:ext uri="{FF2B5EF4-FFF2-40B4-BE49-F238E27FC236}">
                <a16:creationId xmlns:a16="http://schemas.microsoft.com/office/drawing/2014/main" id="{E3254E6F-4846-3DB6-F443-7C00BFCD4C39}"/>
              </a:ext>
            </a:extLst>
          </p:cNvPr>
          <p:cNvSpPr/>
          <p:nvPr userDrawn="1"/>
        </p:nvSpPr>
        <p:spPr>
          <a:xfrm>
            <a:off x="16083909" y="3397082"/>
            <a:ext cx="338462" cy="338462"/>
          </a:xfrm>
          <a:prstGeom prst="ellipse">
            <a:avLst/>
          </a:prstGeom>
          <a:solidFill>
            <a:srgbClr val="0071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E9E15DBC-7B10-F3D9-A43F-D50350369F06}"/>
              </a:ext>
            </a:extLst>
          </p:cNvPr>
          <p:cNvSpPr/>
          <p:nvPr userDrawn="1"/>
        </p:nvSpPr>
        <p:spPr>
          <a:xfrm>
            <a:off x="16583525" y="3397082"/>
            <a:ext cx="338462" cy="338462"/>
          </a:xfrm>
          <a:prstGeom prst="ellipse">
            <a:avLst/>
          </a:prstGeom>
          <a:solidFill>
            <a:srgbClr val="004B1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BF95DBEE-F020-4978-5E7E-8379915E0CAF}"/>
              </a:ext>
            </a:extLst>
          </p:cNvPr>
          <p:cNvSpPr/>
          <p:nvPr userDrawn="1"/>
        </p:nvSpPr>
        <p:spPr>
          <a:xfrm>
            <a:off x="13959929" y="3977058"/>
            <a:ext cx="618392" cy="6183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D2A68381-F16B-2DEE-CEF1-A8BE0F34B13E}"/>
              </a:ext>
            </a:extLst>
          </p:cNvPr>
          <p:cNvSpPr/>
          <p:nvPr userDrawn="1"/>
        </p:nvSpPr>
        <p:spPr>
          <a:xfrm>
            <a:off x="15084675" y="4117023"/>
            <a:ext cx="338462" cy="338462"/>
          </a:xfrm>
          <a:prstGeom prst="ellipse">
            <a:avLst/>
          </a:prstGeom>
          <a:solidFill>
            <a:srgbClr val="D0BC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449E6D0B-873D-A995-90B4-540D1B0792F0}"/>
              </a:ext>
            </a:extLst>
          </p:cNvPr>
          <p:cNvSpPr/>
          <p:nvPr userDrawn="1"/>
        </p:nvSpPr>
        <p:spPr>
          <a:xfrm>
            <a:off x="15584292" y="4117023"/>
            <a:ext cx="338462" cy="338462"/>
          </a:xfrm>
          <a:prstGeom prst="ellipse">
            <a:avLst/>
          </a:prstGeom>
          <a:solidFill>
            <a:srgbClr val="A17AB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C40CF7FA-7AE1-0C26-0CF8-2EA671537FCB}"/>
              </a:ext>
            </a:extLst>
          </p:cNvPr>
          <p:cNvSpPr/>
          <p:nvPr userDrawn="1"/>
        </p:nvSpPr>
        <p:spPr>
          <a:xfrm>
            <a:off x="16083909" y="4117023"/>
            <a:ext cx="338462" cy="338462"/>
          </a:xfrm>
          <a:prstGeom prst="ellipse">
            <a:avLst/>
          </a:prstGeom>
          <a:solidFill>
            <a:srgbClr val="3813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4EA0B646-3FC8-EE3B-7954-2A870B5A5342}"/>
              </a:ext>
            </a:extLst>
          </p:cNvPr>
          <p:cNvSpPr/>
          <p:nvPr userDrawn="1"/>
        </p:nvSpPr>
        <p:spPr>
          <a:xfrm>
            <a:off x="16583525" y="4117023"/>
            <a:ext cx="338462" cy="338462"/>
          </a:xfrm>
          <a:prstGeom prst="ellipse">
            <a:avLst/>
          </a:prstGeom>
          <a:solidFill>
            <a:srgbClr val="250D3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E9646680-F2B5-8B2D-7C89-11A151AADF26}"/>
              </a:ext>
            </a:extLst>
          </p:cNvPr>
          <p:cNvSpPr/>
          <p:nvPr userDrawn="1"/>
        </p:nvSpPr>
        <p:spPr>
          <a:xfrm>
            <a:off x="13959929" y="4652930"/>
            <a:ext cx="618392" cy="618392"/>
          </a:xfrm>
          <a:prstGeom prst="ellipse">
            <a:avLst/>
          </a:prstGeom>
          <a:solidFill>
            <a:srgbClr val="007B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9D90D5C0-21BC-9451-57FF-090997257FBF}"/>
              </a:ext>
            </a:extLst>
          </p:cNvPr>
          <p:cNvSpPr/>
          <p:nvPr userDrawn="1"/>
        </p:nvSpPr>
        <p:spPr>
          <a:xfrm>
            <a:off x="15084675" y="4836963"/>
            <a:ext cx="338462" cy="338462"/>
          </a:xfrm>
          <a:prstGeom prst="ellipse">
            <a:avLst/>
          </a:prstGeom>
          <a:solidFill>
            <a:srgbClr val="B2D7E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B7E2572B-60E8-5AC3-91A9-FCC12E680DF0}"/>
              </a:ext>
            </a:extLst>
          </p:cNvPr>
          <p:cNvSpPr/>
          <p:nvPr userDrawn="1"/>
        </p:nvSpPr>
        <p:spPr>
          <a:xfrm>
            <a:off x="15584292" y="4836963"/>
            <a:ext cx="338462" cy="338462"/>
          </a:xfrm>
          <a:prstGeom prst="ellipse">
            <a:avLst/>
          </a:prstGeom>
          <a:solidFill>
            <a:srgbClr val="66AF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36BF8935-8C07-DE5A-667A-41A7BE738163}"/>
              </a:ext>
            </a:extLst>
          </p:cNvPr>
          <p:cNvSpPr/>
          <p:nvPr userDrawn="1"/>
        </p:nvSpPr>
        <p:spPr>
          <a:xfrm>
            <a:off x="16083909" y="4836963"/>
            <a:ext cx="338462" cy="338462"/>
          </a:xfrm>
          <a:prstGeom prst="ellipse">
            <a:avLst/>
          </a:prstGeom>
          <a:solidFill>
            <a:srgbClr val="005C8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96" name="Oval 95">
            <a:extLst>
              <a:ext uri="{FF2B5EF4-FFF2-40B4-BE49-F238E27FC236}">
                <a16:creationId xmlns:a16="http://schemas.microsoft.com/office/drawing/2014/main" id="{4E33C904-BEE7-535C-D0C2-6A2829797E2C}"/>
              </a:ext>
            </a:extLst>
          </p:cNvPr>
          <p:cNvSpPr/>
          <p:nvPr userDrawn="1"/>
        </p:nvSpPr>
        <p:spPr>
          <a:xfrm>
            <a:off x="16583525" y="4836963"/>
            <a:ext cx="338462" cy="338462"/>
          </a:xfrm>
          <a:prstGeom prst="ellipse">
            <a:avLst/>
          </a:prstGeom>
          <a:solidFill>
            <a:srgbClr val="003D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A958DD3C-7E53-41B9-0C23-F6AB7020F6A2}"/>
              </a:ext>
            </a:extLst>
          </p:cNvPr>
          <p:cNvSpPr txBox="1"/>
          <p:nvPr userDrawn="1"/>
        </p:nvSpPr>
        <p:spPr>
          <a:xfrm>
            <a:off x="13920953" y="570792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 dirty="0"/>
              <a:t>Product Group Colors</a:t>
            </a:r>
          </a:p>
        </p:txBody>
      </p: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E7286E36-CED1-F0C1-825E-E33F83EE9D88}"/>
              </a:ext>
            </a:extLst>
          </p:cNvPr>
          <p:cNvCxnSpPr>
            <a:cxnSpLocks/>
          </p:cNvCxnSpPr>
          <p:nvPr userDrawn="1"/>
        </p:nvCxnSpPr>
        <p:spPr>
          <a:xfrm>
            <a:off x="13920953" y="5583284"/>
            <a:ext cx="3109779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E1A7D4B9-F12E-68AE-CCC0-9A7C21105F6B}"/>
              </a:ext>
            </a:extLst>
          </p:cNvPr>
          <p:cNvCxnSpPr>
            <a:cxnSpLocks/>
          </p:cNvCxnSpPr>
          <p:nvPr userDrawn="1"/>
        </p:nvCxnSpPr>
        <p:spPr>
          <a:xfrm>
            <a:off x="13920953" y="0"/>
            <a:ext cx="907751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AC3B0654-E4DE-E952-DDBC-899C2799BD99}"/>
              </a:ext>
            </a:extLst>
          </p:cNvPr>
          <p:cNvCxnSpPr>
            <a:cxnSpLocks/>
          </p:cNvCxnSpPr>
          <p:nvPr userDrawn="1"/>
        </p:nvCxnSpPr>
        <p:spPr>
          <a:xfrm>
            <a:off x="15040681" y="0"/>
            <a:ext cx="1963661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Rectangle 100">
            <a:extLst>
              <a:ext uri="{FF2B5EF4-FFF2-40B4-BE49-F238E27FC236}">
                <a16:creationId xmlns:a16="http://schemas.microsoft.com/office/drawing/2014/main" id="{C886E2AF-5BD9-8CEF-4D0B-04B3E133E601}"/>
              </a:ext>
            </a:extLst>
          </p:cNvPr>
          <p:cNvSpPr/>
          <p:nvPr userDrawn="1"/>
        </p:nvSpPr>
        <p:spPr>
          <a:xfrm>
            <a:off x="14716831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 dirty="0">
                <a:solidFill>
                  <a:schemeClr val="tx1"/>
                </a:solidFill>
                <a:latin typeface="+mn-lt"/>
              </a:rPr>
              <a:t>BIG-IP Next</a:t>
            </a:r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F67F38FB-B95C-E66A-245B-7A9CAACFCE63}"/>
              </a:ext>
            </a:extLst>
          </p:cNvPr>
          <p:cNvSpPr/>
          <p:nvPr userDrawn="1"/>
        </p:nvSpPr>
        <p:spPr>
          <a:xfrm>
            <a:off x="14804987" y="6024739"/>
            <a:ext cx="338462" cy="338462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D8ED1B21-5B02-CE80-7B5D-A43D4551FC14}"/>
              </a:ext>
            </a:extLst>
          </p:cNvPr>
          <p:cNvSpPr/>
          <p:nvPr userDrawn="1"/>
        </p:nvSpPr>
        <p:spPr>
          <a:xfrm>
            <a:off x="13843869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 dirty="0">
                <a:solidFill>
                  <a:schemeClr val="tx1"/>
                </a:solidFill>
                <a:latin typeface="+mn-lt"/>
              </a:rPr>
              <a:t>Distributed Cloud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5CA4538A-9690-7D8B-C6D9-C6919A123414}"/>
              </a:ext>
            </a:extLst>
          </p:cNvPr>
          <p:cNvSpPr/>
          <p:nvPr userDrawn="1"/>
        </p:nvSpPr>
        <p:spPr>
          <a:xfrm>
            <a:off x="15568415" y="6388493"/>
            <a:ext cx="91440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000" kern="100" dirty="0">
                <a:solidFill>
                  <a:schemeClr val="tx1"/>
                </a:solidFill>
                <a:latin typeface="+mn-lt"/>
              </a:rPr>
              <a:t>BIG-IP</a:t>
            </a:r>
          </a:p>
        </p:txBody>
      </p:sp>
      <p:sp>
        <p:nvSpPr>
          <p:cNvPr id="105" name="Oval 104">
            <a:extLst>
              <a:ext uri="{FF2B5EF4-FFF2-40B4-BE49-F238E27FC236}">
                <a16:creationId xmlns:a16="http://schemas.microsoft.com/office/drawing/2014/main" id="{D4390889-DCBA-2922-B709-105A02916B64}"/>
              </a:ext>
            </a:extLst>
          </p:cNvPr>
          <p:cNvSpPr/>
          <p:nvPr userDrawn="1"/>
        </p:nvSpPr>
        <p:spPr>
          <a:xfrm>
            <a:off x="13916887" y="6024739"/>
            <a:ext cx="338462" cy="33846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106" name="Oval 105">
            <a:extLst>
              <a:ext uri="{FF2B5EF4-FFF2-40B4-BE49-F238E27FC236}">
                <a16:creationId xmlns:a16="http://schemas.microsoft.com/office/drawing/2014/main" id="{001821C4-B89E-FC65-D85C-4BCB14FEC906}"/>
              </a:ext>
            </a:extLst>
          </p:cNvPr>
          <p:cNvSpPr/>
          <p:nvPr userDrawn="1"/>
        </p:nvSpPr>
        <p:spPr>
          <a:xfrm>
            <a:off x="15702617" y="6024739"/>
            <a:ext cx="338462" cy="33846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F1456295-A1B4-255C-B9C7-8CF033F8A79E}"/>
              </a:ext>
            </a:extLst>
          </p:cNvPr>
          <p:cNvSpPr/>
          <p:nvPr userDrawn="1"/>
        </p:nvSpPr>
        <p:spPr>
          <a:xfrm>
            <a:off x="16491659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 dirty="0">
                <a:solidFill>
                  <a:schemeClr val="tx1"/>
                </a:solidFill>
                <a:latin typeface="+mn-lt"/>
              </a:rPr>
              <a:t>NGINX </a:t>
            </a:r>
          </a:p>
        </p:txBody>
      </p:sp>
      <p:sp>
        <p:nvSpPr>
          <p:cNvPr id="108" name="Oval 107">
            <a:extLst>
              <a:ext uri="{FF2B5EF4-FFF2-40B4-BE49-F238E27FC236}">
                <a16:creationId xmlns:a16="http://schemas.microsoft.com/office/drawing/2014/main" id="{260329C7-59C4-9B6E-8BE2-2D7F574A6533}"/>
              </a:ext>
            </a:extLst>
          </p:cNvPr>
          <p:cNvSpPr/>
          <p:nvPr userDrawn="1"/>
        </p:nvSpPr>
        <p:spPr>
          <a:xfrm>
            <a:off x="16590717" y="6024739"/>
            <a:ext cx="338462" cy="33846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176269056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Right One-third Highlight_with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A836E480-E42E-4AF7-9F2C-0D6D6C9E201E}"/>
              </a:ext>
            </a:extLst>
          </p:cNvPr>
          <p:cNvSpPr/>
          <p:nvPr userDrawn="1"/>
        </p:nvSpPr>
        <p:spPr>
          <a:xfrm>
            <a:off x="8111905" y="81480"/>
            <a:ext cx="4080095" cy="677651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US" kern="10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37" name="Content Placeholder 2">
            <a:extLst>
              <a:ext uri="{FF2B5EF4-FFF2-40B4-BE49-F238E27FC236}">
                <a16:creationId xmlns:a16="http://schemas.microsoft.com/office/drawing/2014/main" id="{CB74AC72-DDAB-49D1-8286-ABBA64795E3E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69223" y="1967113"/>
            <a:ext cx="7310618" cy="442706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F84C2779-5F96-4963-ABA1-52B1DEDACA1F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457200" y="1256758"/>
            <a:ext cx="7327720" cy="246221"/>
          </a:xfrm>
          <a:prstGeom prst="rect">
            <a:avLst/>
          </a:prstGeom>
        </p:spPr>
        <p:txBody>
          <a:bodyPr wrap="square" lIns="0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0" cap="none" spc="0" baseline="0">
                <a:solidFill>
                  <a:srgbClr val="7D7D7D"/>
                </a:solidFill>
                <a:latin typeface="+mn-lt"/>
              </a:defRPr>
            </a:lvl1pPr>
            <a:lvl2pPr marL="0" indent="0">
              <a:buNone/>
              <a:defRPr lang="en-US" sz="1800" b="1" kern="100" cap="all" spc="50" baseline="0" dirty="0" smtClean="0">
                <a:solidFill>
                  <a:srgbClr val="7D7D7D"/>
                </a:solidFill>
                <a:latin typeface="Arial Narrow" panose="020B0606020202030204" pitchFamily="34" charset="0"/>
                <a:ea typeface="+mn-ea"/>
                <a:cs typeface="Arial" panose="020B0604020202020204" pitchFamily="34" charset="0"/>
              </a:defRPr>
            </a:lvl2pPr>
            <a:lvl3pPr marL="0" indent="0">
              <a:buNone/>
              <a:defRPr lang="en-US" sz="1800" b="1" kern="100" cap="all" spc="50" baseline="0" dirty="0" smtClean="0">
                <a:solidFill>
                  <a:srgbClr val="7D7D7D"/>
                </a:solidFill>
                <a:latin typeface="Arial Narrow" panose="020B0606020202030204" pitchFamily="34" charset="0"/>
                <a:ea typeface="+mn-ea"/>
                <a:cs typeface="Arial" panose="020B0604020202020204" pitchFamily="34" charset="0"/>
              </a:defRPr>
            </a:lvl3pPr>
            <a:lvl4pPr marL="0" indent="0">
              <a:buNone/>
              <a:defRPr lang="en-US" sz="1800" b="1" kern="100" cap="all" spc="50" baseline="0" dirty="0">
                <a:solidFill>
                  <a:srgbClr val="7D7D7D"/>
                </a:solidFill>
                <a:latin typeface="Arial Narrow" panose="020B0606020202030204" pitchFamily="34" charset="0"/>
                <a:ea typeface="+mn-ea"/>
                <a:cs typeface="Arial" panose="020B0604020202020204" pitchFamily="34" charset="0"/>
              </a:defRPr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870FF31-9141-4408-B4D2-D6D124989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7327638" cy="753995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11E4C98-5954-41FD-8D46-6EC8F6233D4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 vert="horz" lIns="0" tIns="0" rIns="0" bIns="0" rtlCol="0" anchor="ctr"/>
          <a:lstStyle>
            <a:lvl1pPr>
              <a:defRPr lang="en-US" smtClean="0"/>
            </a:lvl1pPr>
          </a:lstStyle>
          <a:p>
            <a:r>
              <a:rPr lang="en-US"/>
              <a:t>CONFIDENTIAL</a:t>
            </a:r>
          </a:p>
        </p:txBody>
      </p:sp>
      <p:pic>
        <p:nvPicPr>
          <p:cNvPr id="2" name="updated logo" descr="Logo&#10;&#10;Description automatically generated">
            <a:extLst>
              <a:ext uri="{FF2B5EF4-FFF2-40B4-BE49-F238E27FC236}">
                <a16:creationId xmlns:a16="http://schemas.microsoft.com/office/drawing/2014/main" id="{960362C2-D791-1C30-88AE-6676A9E8280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89503" y="6431000"/>
            <a:ext cx="246888" cy="24688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7DBF30B-057C-7695-2B9C-542E2FACC6A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94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93160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eft one-third high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A836E480-E42E-4AF7-9F2C-0D6D6C9E201E}"/>
              </a:ext>
            </a:extLst>
          </p:cNvPr>
          <p:cNvSpPr/>
          <p:nvPr userDrawn="1"/>
        </p:nvSpPr>
        <p:spPr>
          <a:xfrm>
            <a:off x="0" y="0"/>
            <a:ext cx="4060953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US" kern="10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37" name="Content Placeholder 2">
            <a:extLst>
              <a:ext uri="{FF2B5EF4-FFF2-40B4-BE49-F238E27FC236}">
                <a16:creationId xmlns:a16="http://schemas.microsoft.com/office/drawing/2014/main" id="{CB74AC72-DDAB-49D1-8286-ABBA64795E3E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419467" y="1967113"/>
            <a:ext cx="7310618" cy="4319387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870FF31-9141-4408-B4D2-D6D124989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07444" y="457200"/>
            <a:ext cx="7327638" cy="753995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36E228C-D588-26FA-EF24-21EA7033FB3F}"/>
              </a:ext>
            </a:extLst>
          </p:cNvPr>
          <p:cNvSpPr txBox="1"/>
          <p:nvPr userDrawn="1"/>
        </p:nvSpPr>
        <p:spPr>
          <a:xfrm>
            <a:off x="681343" y="6501327"/>
            <a:ext cx="730016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r>
              <a:rPr lang="en-US" sz="750" kern="100" cap="all" spc="100" baseline="0" dirty="0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©</a:t>
            </a:r>
            <a:r>
              <a:rPr lang="en-US" sz="750" kern="100" cap="all" spc="20" baseline="0" dirty="0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2025 F5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83D7A17-F066-B1B4-8473-3639FB4197BF}"/>
              </a:ext>
            </a:extLst>
          </p:cNvPr>
          <p:cNvSpPr txBox="1"/>
          <p:nvPr userDrawn="1"/>
        </p:nvSpPr>
        <p:spPr>
          <a:xfrm>
            <a:off x="6805" y="6501327"/>
            <a:ext cx="567398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 algn="r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  <a:buFont typeface="Arial" panose="020B0604020202020204" pitchFamily="34" charset="0"/>
              <a:buChar char="​"/>
            </a:pPr>
            <a:fld id="{CB0320B6-2A61-43CE-9396-B5C4FB4B7D43}" type="slidenum">
              <a:rPr lang="en-US" sz="750" b="0" kern="100" cap="all" spc="50" smtClean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pPr marL="0" lvl="4" algn="r">
                <a:lnSpc>
                  <a:spcPct val="85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5"/>
                </a:buClr>
                <a:buFont typeface="Arial" panose="020B0604020202020204" pitchFamily="34" charset="0"/>
                <a:buChar char="​"/>
              </a:pPr>
              <a:t>‹#›</a:t>
            </a:fld>
            <a:endParaRPr lang="en-US" sz="750" b="0" kern="100" cap="all" spc="50">
              <a:solidFill>
                <a:schemeClr val="tx1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9" name="Footer Placeholder 10">
            <a:extLst>
              <a:ext uri="{FF2B5EF4-FFF2-40B4-BE49-F238E27FC236}">
                <a16:creationId xmlns:a16="http://schemas.microsoft.com/office/drawing/2014/main" id="{C596F216-4AF5-7E0C-9A59-A47A2B34FAF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algn="l" defTabSz="914400" rtl="0" eaLnBrk="1" latinLnBrk="0" hangingPunct="1">
              <a:defRPr lang="en-US" sz="75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5pPr>
              <a:defRPr lang="en-US" sz="750" kern="100" cap="all" spc="0" baseline="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A229947-A913-F69F-A2A2-CFC7F9EBEA3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944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94591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2/3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A836E480-E42E-4AF7-9F2C-0D6D6C9E201E}"/>
              </a:ext>
            </a:extLst>
          </p:cNvPr>
          <p:cNvSpPr/>
          <p:nvPr userDrawn="1"/>
        </p:nvSpPr>
        <p:spPr>
          <a:xfrm>
            <a:off x="4060953" y="0"/>
            <a:ext cx="8131048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US" kern="10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20" name="Picture Placeholder 3">
            <a:extLst>
              <a:ext uri="{FF2B5EF4-FFF2-40B4-BE49-F238E27FC236}">
                <a16:creationId xmlns:a16="http://schemas.microsoft.com/office/drawing/2014/main" id="{8AD9881D-B00A-4247-8DF7-BEE9578ADBC5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4060953" y="94488"/>
            <a:ext cx="8131048" cy="6763511"/>
          </a:xfrm>
          <a:prstGeom prst="rect">
            <a:avLst/>
          </a:prstGeom>
          <a:noFill/>
        </p:spPr>
        <p:txBody>
          <a:bodyPr lIns="274320" tIns="274320" rIns="274320" bIns="274320"/>
          <a:lstStyle>
            <a:lvl1pPr algn="ctr">
              <a:buNone/>
              <a:defRPr sz="1800"/>
            </a:lvl1pPr>
          </a:lstStyle>
          <a:p>
            <a:r>
              <a:rPr lang="en-US"/>
              <a:t>Click icon below to insert a photo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56F043C-92B1-4F33-A948-6B9D078B26E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489503" y="6431001"/>
            <a:ext cx="245678" cy="245297"/>
          </a:xfrm>
          <a:blipFill>
            <a:blip r:embed="rId2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7" name="Footer Placeholder 10">
            <a:extLst>
              <a:ext uri="{FF2B5EF4-FFF2-40B4-BE49-F238E27FC236}">
                <a16:creationId xmlns:a16="http://schemas.microsoft.com/office/drawing/2014/main" id="{88866E84-0A57-4668-B531-68C5A5DCE6A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83296D1-7B2C-9B6B-7019-97F1AE988EC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0" y="0"/>
            <a:ext cx="12192000" cy="944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23484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hoto 2/3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42193922-250C-D740-A91E-0F1BF41B61A8}"/>
              </a:ext>
            </a:extLst>
          </p:cNvPr>
          <p:cNvSpPr/>
          <p:nvPr userDrawn="1"/>
        </p:nvSpPr>
        <p:spPr>
          <a:xfrm>
            <a:off x="-1" y="0"/>
            <a:ext cx="8109959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US" kern="10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19" name="Picture Placeholder 3">
            <a:extLst>
              <a:ext uri="{FF2B5EF4-FFF2-40B4-BE49-F238E27FC236}">
                <a16:creationId xmlns:a16="http://schemas.microsoft.com/office/drawing/2014/main" id="{A2524182-F3AA-A449-A811-1F42DD3BE45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0" y="91440"/>
            <a:ext cx="8109958" cy="6766559"/>
          </a:xfrm>
          <a:prstGeom prst="rect">
            <a:avLst/>
          </a:prstGeom>
          <a:noFill/>
        </p:spPr>
        <p:txBody>
          <a:bodyPr lIns="274320" tIns="274320" rIns="274320" bIns="274320"/>
          <a:lstStyle>
            <a:lvl1pPr algn="ctr">
              <a:buNone/>
              <a:defRPr sz="1800"/>
            </a:lvl1pPr>
          </a:lstStyle>
          <a:p>
            <a:r>
              <a:rPr lang="en-US"/>
              <a:t>Click icon below to insert a photo</a:t>
            </a:r>
          </a:p>
        </p:txBody>
      </p:sp>
      <p:pic>
        <p:nvPicPr>
          <p:cNvPr id="32" name="Graphic 31">
            <a:extLst>
              <a:ext uri="{FF2B5EF4-FFF2-40B4-BE49-F238E27FC236}">
                <a16:creationId xmlns:a16="http://schemas.microsoft.com/office/drawing/2014/main" id="{97316C92-AC84-494D-9E23-16873326D9D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89503" y="6431000"/>
            <a:ext cx="250273" cy="25027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B3F92E6-42AB-1878-38FB-A29C954AADDE}"/>
              </a:ext>
            </a:extLst>
          </p:cNvPr>
          <p:cNvSpPr txBox="1"/>
          <p:nvPr userDrawn="1"/>
        </p:nvSpPr>
        <p:spPr>
          <a:xfrm>
            <a:off x="681343" y="6501327"/>
            <a:ext cx="730016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r>
              <a:rPr lang="en-US" sz="750" kern="100" cap="all" spc="100" baseline="0" dirty="0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©</a:t>
            </a:r>
            <a:r>
              <a:rPr lang="en-US" sz="750" kern="100" cap="all" spc="20" baseline="0" dirty="0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2025 F5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452F96B-6FC9-D964-892E-6247084A78BD}"/>
              </a:ext>
            </a:extLst>
          </p:cNvPr>
          <p:cNvSpPr txBox="1"/>
          <p:nvPr userDrawn="1"/>
        </p:nvSpPr>
        <p:spPr>
          <a:xfrm>
            <a:off x="6805" y="6501327"/>
            <a:ext cx="567398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 algn="r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  <a:buFont typeface="Arial" panose="020B0604020202020204" pitchFamily="34" charset="0"/>
              <a:buChar char="​"/>
            </a:pPr>
            <a:fld id="{CB0320B6-2A61-43CE-9396-B5C4FB4B7D43}" type="slidenum">
              <a:rPr lang="en-US" sz="750" b="0" kern="100" cap="all" spc="50" smtClean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pPr marL="0" lvl="4" algn="r">
                <a:lnSpc>
                  <a:spcPct val="85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5"/>
                </a:buClr>
                <a:buFont typeface="Arial" panose="020B0604020202020204" pitchFamily="34" charset="0"/>
                <a:buChar char="​"/>
              </a:pPr>
              <a:t>‹#›</a:t>
            </a:fld>
            <a:endParaRPr lang="en-US" sz="750" b="0" kern="100" cap="all" spc="50">
              <a:solidFill>
                <a:schemeClr val="tx1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5" name="Footer Placeholder 10">
            <a:extLst>
              <a:ext uri="{FF2B5EF4-FFF2-40B4-BE49-F238E27FC236}">
                <a16:creationId xmlns:a16="http://schemas.microsoft.com/office/drawing/2014/main" id="{B986DCA8-99AD-45A9-C6DE-4FCE903F4E4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254AF8A-6035-75DE-7938-BAB50A0CE7EC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0" y="0"/>
            <a:ext cx="12192000" cy="9448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2D3848B-0DE8-6291-1327-5BF6BB3E7E7F}"/>
              </a:ext>
            </a:extLst>
          </p:cNvPr>
          <p:cNvSpPr txBox="1"/>
          <p:nvPr userDrawn="1"/>
        </p:nvSpPr>
        <p:spPr>
          <a:xfrm>
            <a:off x="13920953" y="10706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 dirty="0"/>
              <a:t>Primary palette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D1D45C0-19D4-FB2A-6CAF-51469DF920E1}"/>
              </a:ext>
            </a:extLst>
          </p:cNvPr>
          <p:cNvSpPr/>
          <p:nvPr userDrawn="1"/>
        </p:nvSpPr>
        <p:spPr>
          <a:xfrm>
            <a:off x="13959929" y="377353"/>
            <a:ext cx="618392" cy="618392"/>
          </a:xfrm>
          <a:prstGeom prst="ellipse">
            <a:avLst/>
          </a:prstGeom>
          <a:solidFill>
            <a:srgbClr val="E400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73B8DB8F-34D4-AC5A-80D9-A02E6283C237}"/>
              </a:ext>
            </a:extLst>
          </p:cNvPr>
          <p:cNvSpPr/>
          <p:nvPr userDrawn="1"/>
        </p:nvSpPr>
        <p:spPr>
          <a:xfrm>
            <a:off x="15084675" y="517318"/>
            <a:ext cx="338462" cy="338462"/>
          </a:xfrm>
          <a:prstGeom prst="ellipse">
            <a:avLst/>
          </a:prstGeom>
          <a:solidFill>
            <a:srgbClr val="F7B2B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55CF169-0CBB-D4F6-614C-592F30DE9BFE}"/>
              </a:ext>
            </a:extLst>
          </p:cNvPr>
          <p:cNvSpPr/>
          <p:nvPr userDrawn="1"/>
        </p:nvSpPr>
        <p:spPr>
          <a:xfrm>
            <a:off x="15584292" y="517318"/>
            <a:ext cx="338462" cy="338462"/>
          </a:xfrm>
          <a:prstGeom prst="ellipse">
            <a:avLst/>
          </a:prstGeom>
          <a:solidFill>
            <a:srgbClr val="F066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134192A1-A18C-F04B-30F6-545ACA8F09CE}"/>
              </a:ext>
            </a:extLst>
          </p:cNvPr>
          <p:cNvSpPr/>
          <p:nvPr userDrawn="1"/>
        </p:nvSpPr>
        <p:spPr>
          <a:xfrm>
            <a:off x="16083909" y="517318"/>
            <a:ext cx="338462" cy="338462"/>
          </a:xfrm>
          <a:prstGeom prst="ellipse">
            <a:avLst/>
          </a:prstGeom>
          <a:solidFill>
            <a:srgbClr val="A7002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5203B7DF-88C3-4188-9E49-D9E628BEA57A}"/>
              </a:ext>
            </a:extLst>
          </p:cNvPr>
          <p:cNvSpPr/>
          <p:nvPr userDrawn="1"/>
        </p:nvSpPr>
        <p:spPr>
          <a:xfrm>
            <a:off x="16583525" y="517318"/>
            <a:ext cx="338462" cy="338462"/>
          </a:xfrm>
          <a:prstGeom prst="ellipse">
            <a:avLst/>
          </a:prstGeom>
          <a:solidFill>
            <a:srgbClr val="72001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371BB2A-8BF7-FFF7-B258-0A503C3EC071}"/>
              </a:ext>
            </a:extLst>
          </p:cNvPr>
          <p:cNvSpPr txBox="1"/>
          <p:nvPr userDrawn="1"/>
        </p:nvSpPr>
        <p:spPr>
          <a:xfrm>
            <a:off x="15053447" y="10706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 dirty="0"/>
              <a:t>Secondary palette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669621A8-BA5A-1696-BC68-0A27AB375DD9}"/>
              </a:ext>
            </a:extLst>
          </p:cNvPr>
          <p:cNvSpPr/>
          <p:nvPr userDrawn="1"/>
        </p:nvSpPr>
        <p:spPr>
          <a:xfrm>
            <a:off x="13959929" y="1097294"/>
            <a:ext cx="618392" cy="618392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49255CC7-9FB5-EF47-C380-A8DC596EA0D6}"/>
              </a:ext>
            </a:extLst>
          </p:cNvPr>
          <p:cNvSpPr/>
          <p:nvPr userDrawn="1"/>
        </p:nvSpPr>
        <p:spPr>
          <a:xfrm>
            <a:off x="15084675" y="1237259"/>
            <a:ext cx="338462" cy="338462"/>
          </a:xfrm>
          <a:prstGeom prst="ellipse">
            <a:avLst/>
          </a:prstGeom>
          <a:solidFill>
            <a:srgbClr val="FBE1C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F1FF2572-7FE1-F475-C85D-CB74FC078244}"/>
              </a:ext>
            </a:extLst>
          </p:cNvPr>
          <p:cNvSpPr/>
          <p:nvPr userDrawn="1"/>
        </p:nvSpPr>
        <p:spPr>
          <a:xfrm>
            <a:off x="15584292" y="1237259"/>
            <a:ext cx="338462" cy="338462"/>
          </a:xfrm>
          <a:prstGeom prst="ellipse">
            <a:avLst/>
          </a:prstGeom>
          <a:solidFill>
            <a:srgbClr val="F7C2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A57D5A3D-294E-ABF8-5C81-F5CE22014D3E}"/>
              </a:ext>
            </a:extLst>
          </p:cNvPr>
          <p:cNvSpPr/>
          <p:nvPr userDrawn="1"/>
        </p:nvSpPr>
        <p:spPr>
          <a:xfrm>
            <a:off x="16083909" y="1237259"/>
            <a:ext cx="338462" cy="338462"/>
          </a:xfrm>
          <a:prstGeom prst="ellipse">
            <a:avLst/>
          </a:prstGeom>
          <a:solidFill>
            <a:srgbClr val="B2742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77D85743-14FA-9F24-B58A-5D3943FEE2AC}"/>
              </a:ext>
            </a:extLst>
          </p:cNvPr>
          <p:cNvSpPr/>
          <p:nvPr userDrawn="1"/>
        </p:nvSpPr>
        <p:spPr>
          <a:xfrm>
            <a:off x="16583525" y="1237259"/>
            <a:ext cx="338462" cy="338462"/>
          </a:xfrm>
          <a:prstGeom prst="ellipse">
            <a:avLst/>
          </a:prstGeom>
          <a:solidFill>
            <a:srgbClr val="794D1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B858C023-6BF6-41B9-D297-480F6CC9BD36}"/>
              </a:ext>
            </a:extLst>
          </p:cNvPr>
          <p:cNvSpPr/>
          <p:nvPr userDrawn="1"/>
        </p:nvSpPr>
        <p:spPr>
          <a:xfrm>
            <a:off x="13959929" y="1817235"/>
            <a:ext cx="618392" cy="6183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119B443D-0716-F49F-F149-6D4B8C692AE1}"/>
              </a:ext>
            </a:extLst>
          </p:cNvPr>
          <p:cNvSpPr/>
          <p:nvPr userDrawn="1"/>
        </p:nvSpPr>
        <p:spPr>
          <a:xfrm>
            <a:off x="15084675" y="1957200"/>
            <a:ext cx="338462" cy="338462"/>
          </a:xfrm>
          <a:prstGeom prst="ellipse">
            <a:avLst/>
          </a:prstGeom>
          <a:solidFill>
            <a:srgbClr val="B7C6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EA44FF1D-22F5-C578-95FA-7779BFAAFF85}"/>
              </a:ext>
            </a:extLst>
          </p:cNvPr>
          <p:cNvSpPr/>
          <p:nvPr userDrawn="1"/>
        </p:nvSpPr>
        <p:spPr>
          <a:xfrm>
            <a:off x="15584292" y="1957200"/>
            <a:ext cx="338462" cy="338462"/>
          </a:xfrm>
          <a:prstGeom prst="ellipse">
            <a:avLst/>
          </a:prstGeom>
          <a:solidFill>
            <a:srgbClr val="6E8D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CC2ED3DF-F218-C9C7-EA48-B97615F5AA9B}"/>
              </a:ext>
            </a:extLst>
          </p:cNvPr>
          <p:cNvSpPr/>
          <p:nvPr userDrawn="1"/>
        </p:nvSpPr>
        <p:spPr>
          <a:xfrm>
            <a:off x="16083909" y="1957200"/>
            <a:ext cx="338462" cy="338462"/>
          </a:xfrm>
          <a:prstGeom prst="ellipse">
            <a:avLst/>
          </a:prstGeom>
          <a:solidFill>
            <a:srgbClr val="0B31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35FE526E-AC04-08A3-2DE3-4944F4FF601E}"/>
              </a:ext>
            </a:extLst>
          </p:cNvPr>
          <p:cNvSpPr/>
          <p:nvPr userDrawn="1"/>
        </p:nvSpPr>
        <p:spPr>
          <a:xfrm>
            <a:off x="16583525" y="1957200"/>
            <a:ext cx="338462" cy="338462"/>
          </a:xfrm>
          <a:prstGeom prst="ellipse">
            <a:avLst/>
          </a:prstGeom>
          <a:solidFill>
            <a:srgbClr val="07215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CE25FCF8-D0B3-4903-2CE1-05BACB3057B4}"/>
              </a:ext>
            </a:extLst>
          </p:cNvPr>
          <p:cNvSpPr/>
          <p:nvPr userDrawn="1"/>
        </p:nvSpPr>
        <p:spPr>
          <a:xfrm>
            <a:off x="13959929" y="2537176"/>
            <a:ext cx="618392" cy="618392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B06038D0-0755-38E6-A56D-1A9072DDE398}"/>
              </a:ext>
            </a:extLst>
          </p:cNvPr>
          <p:cNvSpPr/>
          <p:nvPr userDrawn="1"/>
        </p:nvSpPr>
        <p:spPr>
          <a:xfrm>
            <a:off x="15084675" y="2677141"/>
            <a:ext cx="338462" cy="338462"/>
          </a:xfrm>
          <a:prstGeom prst="ellipse">
            <a:avLst/>
          </a:prstGeom>
          <a:solidFill>
            <a:srgbClr val="E6BE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526E9D99-6662-BF80-02B7-D6CFAF26350B}"/>
              </a:ext>
            </a:extLst>
          </p:cNvPr>
          <p:cNvSpPr/>
          <p:nvPr userDrawn="1"/>
        </p:nvSpPr>
        <p:spPr>
          <a:xfrm>
            <a:off x="15584292" y="2677141"/>
            <a:ext cx="338462" cy="338462"/>
          </a:xfrm>
          <a:prstGeom prst="ellipse">
            <a:avLst/>
          </a:prstGeom>
          <a:solidFill>
            <a:srgbClr val="CD7DB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27BAB58D-7079-571F-BF37-D1B18FBC6716}"/>
              </a:ext>
            </a:extLst>
          </p:cNvPr>
          <p:cNvSpPr/>
          <p:nvPr userDrawn="1"/>
        </p:nvSpPr>
        <p:spPr>
          <a:xfrm>
            <a:off x="16083909" y="2677141"/>
            <a:ext cx="338462" cy="338462"/>
          </a:xfrm>
          <a:prstGeom prst="ellipse">
            <a:avLst/>
          </a:prstGeom>
          <a:solidFill>
            <a:srgbClr val="801D6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4E425090-B5BE-97C1-E112-B67FC325E3F6}"/>
              </a:ext>
            </a:extLst>
          </p:cNvPr>
          <p:cNvSpPr/>
          <p:nvPr userDrawn="1"/>
        </p:nvSpPr>
        <p:spPr>
          <a:xfrm>
            <a:off x="16583525" y="2677141"/>
            <a:ext cx="338462" cy="338462"/>
          </a:xfrm>
          <a:prstGeom prst="ellipse">
            <a:avLst/>
          </a:prstGeom>
          <a:solidFill>
            <a:srgbClr val="5614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42764FB8-B008-6621-D81B-CA5363AA3CCC}"/>
              </a:ext>
            </a:extLst>
          </p:cNvPr>
          <p:cNvSpPr/>
          <p:nvPr userDrawn="1"/>
        </p:nvSpPr>
        <p:spPr>
          <a:xfrm>
            <a:off x="13959929" y="3257117"/>
            <a:ext cx="618392" cy="61839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3B5E8BE2-7831-B2BF-771E-72E4CA2D0171}"/>
              </a:ext>
            </a:extLst>
          </p:cNvPr>
          <p:cNvSpPr/>
          <p:nvPr userDrawn="1"/>
        </p:nvSpPr>
        <p:spPr>
          <a:xfrm>
            <a:off x="15084675" y="3397082"/>
            <a:ext cx="338462" cy="338462"/>
          </a:xfrm>
          <a:prstGeom prst="ellipse">
            <a:avLst/>
          </a:prstGeom>
          <a:solidFill>
            <a:srgbClr val="B2DFC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5440C701-6CFD-DFBF-3BE4-DD4CA8EBBC18}"/>
              </a:ext>
            </a:extLst>
          </p:cNvPr>
          <p:cNvSpPr/>
          <p:nvPr userDrawn="1"/>
        </p:nvSpPr>
        <p:spPr>
          <a:xfrm>
            <a:off x="15584292" y="3397082"/>
            <a:ext cx="338462" cy="338462"/>
          </a:xfrm>
          <a:prstGeom prst="ellipse">
            <a:avLst/>
          </a:prstGeom>
          <a:solidFill>
            <a:srgbClr val="66C0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A393E0CB-8EC8-E077-FB52-6236A5BE8271}"/>
              </a:ext>
            </a:extLst>
          </p:cNvPr>
          <p:cNvSpPr/>
          <p:nvPr userDrawn="1"/>
        </p:nvSpPr>
        <p:spPr>
          <a:xfrm>
            <a:off x="16083909" y="3397082"/>
            <a:ext cx="338462" cy="338462"/>
          </a:xfrm>
          <a:prstGeom prst="ellipse">
            <a:avLst/>
          </a:prstGeom>
          <a:solidFill>
            <a:srgbClr val="0071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32BF37D3-920D-72DD-5ABE-BE688AFF1AC0}"/>
              </a:ext>
            </a:extLst>
          </p:cNvPr>
          <p:cNvSpPr/>
          <p:nvPr userDrawn="1"/>
        </p:nvSpPr>
        <p:spPr>
          <a:xfrm>
            <a:off x="16583525" y="3397082"/>
            <a:ext cx="338462" cy="338462"/>
          </a:xfrm>
          <a:prstGeom prst="ellipse">
            <a:avLst/>
          </a:prstGeom>
          <a:solidFill>
            <a:srgbClr val="004B1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85" name="Oval 84">
            <a:extLst>
              <a:ext uri="{FF2B5EF4-FFF2-40B4-BE49-F238E27FC236}">
                <a16:creationId xmlns:a16="http://schemas.microsoft.com/office/drawing/2014/main" id="{556C7E61-43EA-6CA8-00E0-CD1811114968}"/>
              </a:ext>
            </a:extLst>
          </p:cNvPr>
          <p:cNvSpPr/>
          <p:nvPr userDrawn="1"/>
        </p:nvSpPr>
        <p:spPr>
          <a:xfrm>
            <a:off x="13959929" y="3977058"/>
            <a:ext cx="618392" cy="6183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B9E92BE6-990E-414E-CED1-4110F749658A}"/>
              </a:ext>
            </a:extLst>
          </p:cNvPr>
          <p:cNvSpPr/>
          <p:nvPr userDrawn="1"/>
        </p:nvSpPr>
        <p:spPr>
          <a:xfrm>
            <a:off x="15084675" y="4117023"/>
            <a:ext cx="338462" cy="338462"/>
          </a:xfrm>
          <a:prstGeom prst="ellipse">
            <a:avLst/>
          </a:prstGeom>
          <a:solidFill>
            <a:srgbClr val="D0BC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BFFBAD9F-DB02-B985-9F38-B049DA5458F1}"/>
              </a:ext>
            </a:extLst>
          </p:cNvPr>
          <p:cNvSpPr/>
          <p:nvPr userDrawn="1"/>
        </p:nvSpPr>
        <p:spPr>
          <a:xfrm>
            <a:off x="15584292" y="4117023"/>
            <a:ext cx="338462" cy="338462"/>
          </a:xfrm>
          <a:prstGeom prst="ellipse">
            <a:avLst/>
          </a:prstGeom>
          <a:solidFill>
            <a:srgbClr val="A17AB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C6D95235-A958-5143-734D-97BA744A12AE}"/>
              </a:ext>
            </a:extLst>
          </p:cNvPr>
          <p:cNvSpPr/>
          <p:nvPr userDrawn="1"/>
        </p:nvSpPr>
        <p:spPr>
          <a:xfrm>
            <a:off x="16083909" y="4117023"/>
            <a:ext cx="338462" cy="338462"/>
          </a:xfrm>
          <a:prstGeom prst="ellipse">
            <a:avLst/>
          </a:prstGeom>
          <a:solidFill>
            <a:srgbClr val="3813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CC9BD5F4-3F92-74A1-FA99-7DEC602F6901}"/>
              </a:ext>
            </a:extLst>
          </p:cNvPr>
          <p:cNvSpPr/>
          <p:nvPr userDrawn="1"/>
        </p:nvSpPr>
        <p:spPr>
          <a:xfrm>
            <a:off x="16583525" y="4117023"/>
            <a:ext cx="338462" cy="338462"/>
          </a:xfrm>
          <a:prstGeom prst="ellipse">
            <a:avLst/>
          </a:prstGeom>
          <a:solidFill>
            <a:srgbClr val="250D3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EFB1BD5E-B418-0CFD-8CDA-8A08FF5BF5C3}"/>
              </a:ext>
            </a:extLst>
          </p:cNvPr>
          <p:cNvSpPr/>
          <p:nvPr userDrawn="1"/>
        </p:nvSpPr>
        <p:spPr>
          <a:xfrm>
            <a:off x="13959929" y="4652930"/>
            <a:ext cx="618392" cy="618392"/>
          </a:xfrm>
          <a:prstGeom prst="ellipse">
            <a:avLst/>
          </a:prstGeom>
          <a:solidFill>
            <a:srgbClr val="007B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FAE4E0B9-7076-CF1A-D233-0385A035DB05}"/>
              </a:ext>
            </a:extLst>
          </p:cNvPr>
          <p:cNvSpPr/>
          <p:nvPr userDrawn="1"/>
        </p:nvSpPr>
        <p:spPr>
          <a:xfrm>
            <a:off x="15084675" y="4836963"/>
            <a:ext cx="338462" cy="338462"/>
          </a:xfrm>
          <a:prstGeom prst="ellipse">
            <a:avLst/>
          </a:prstGeom>
          <a:solidFill>
            <a:srgbClr val="B2D7E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D7B10C0A-C3BB-B0F1-610A-1460F236D854}"/>
              </a:ext>
            </a:extLst>
          </p:cNvPr>
          <p:cNvSpPr/>
          <p:nvPr userDrawn="1"/>
        </p:nvSpPr>
        <p:spPr>
          <a:xfrm>
            <a:off x="15584292" y="4836963"/>
            <a:ext cx="338462" cy="338462"/>
          </a:xfrm>
          <a:prstGeom prst="ellipse">
            <a:avLst/>
          </a:prstGeom>
          <a:solidFill>
            <a:srgbClr val="66AF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3371D9ED-437A-5AB5-FC99-E4FD3679AFE0}"/>
              </a:ext>
            </a:extLst>
          </p:cNvPr>
          <p:cNvSpPr/>
          <p:nvPr userDrawn="1"/>
        </p:nvSpPr>
        <p:spPr>
          <a:xfrm>
            <a:off x="16083909" y="4836963"/>
            <a:ext cx="338462" cy="338462"/>
          </a:xfrm>
          <a:prstGeom prst="ellipse">
            <a:avLst/>
          </a:prstGeom>
          <a:solidFill>
            <a:srgbClr val="005C8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F40C1780-BCD7-9B45-4165-571F49F2F988}"/>
              </a:ext>
            </a:extLst>
          </p:cNvPr>
          <p:cNvSpPr/>
          <p:nvPr userDrawn="1"/>
        </p:nvSpPr>
        <p:spPr>
          <a:xfrm>
            <a:off x="16583525" y="4836963"/>
            <a:ext cx="338462" cy="338462"/>
          </a:xfrm>
          <a:prstGeom prst="ellipse">
            <a:avLst/>
          </a:prstGeom>
          <a:solidFill>
            <a:srgbClr val="003D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66FBF1A5-D25D-F8BE-4074-29675731A1AF}"/>
              </a:ext>
            </a:extLst>
          </p:cNvPr>
          <p:cNvSpPr txBox="1"/>
          <p:nvPr userDrawn="1"/>
        </p:nvSpPr>
        <p:spPr>
          <a:xfrm>
            <a:off x="13920953" y="570792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 dirty="0"/>
              <a:t>Product Group Colors</a:t>
            </a:r>
          </a:p>
        </p:txBody>
      </p: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55A46D78-BD7F-32CB-740F-CDEB6A219C36}"/>
              </a:ext>
            </a:extLst>
          </p:cNvPr>
          <p:cNvCxnSpPr>
            <a:cxnSpLocks/>
          </p:cNvCxnSpPr>
          <p:nvPr userDrawn="1"/>
        </p:nvCxnSpPr>
        <p:spPr>
          <a:xfrm>
            <a:off x="13920953" y="5583284"/>
            <a:ext cx="3109779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9E8117C9-D4F3-FD80-EB2F-81F83B1F081F}"/>
              </a:ext>
            </a:extLst>
          </p:cNvPr>
          <p:cNvCxnSpPr>
            <a:cxnSpLocks/>
          </p:cNvCxnSpPr>
          <p:nvPr userDrawn="1"/>
        </p:nvCxnSpPr>
        <p:spPr>
          <a:xfrm>
            <a:off x="13920953" y="0"/>
            <a:ext cx="907751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8281299A-3A6A-9AE8-9EE6-01548EC222FE}"/>
              </a:ext>
            </a:extLst>
          </p:cNvPr>
          <p:cNvCxnSpPr>
            <a:cxnSpLocks/>
          </p:cNvCxnSpPr>
          <p:nvPr userDrawn="1"/>
        </p:nvCxnSpPr>
        <p:spPr>
          <a:xfrm>
            <a:off x="15040681" y="0"/>
            <a:ext cx="1963661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Rectangle 98">
            <a:extLst>
              <a:ext uri="{FF2B5EF4-FFF2-40B4-BE49-F238E27FC236}">
                <a16:creationId xmlns:a16="http://schemas.microsoft.com/office/drawing/2014/main" id="{A323852F-22A9-B6A9-AA3E-A511C4039459}"/>
              </a:ext>
            </a:extLst>
          </p:cNvPr>
          <p:cNvSpPr/>
          <p:nvPr userDrawn="1"/>
        </p:nvSpPr>
        <p:spPr>
          <a:xfrm>
            <a:off x="14716831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 dirty="0">
                <a:solidFill>
                  <a:schemeClr val="tx1"/>
                </a:solidFill>
                <a:latin typeface="+mn-lt"/>
              </a:rPr>
              <a:t>BIG-IP Next</a:t>
            </a:r>
          </a:p>
        </p:txBody>
      </p:sp>
      <p:sp>
        <p:nvSpPr>
          <p:cNvPr id="100" name="Oval 99">
            <a:extLst>
              <a:ext uri="{FF2B5EF4-FFF2-40B4-BE49-F238E27FC236}">
                <a16:creationId xmlns:a16="http://schemas.microsoft.com/office/drawing/2014/main" id="{B7BFD065-C421-0217-D272-B8E1E693AAAC}"/>
              </a:ext>
            </a:extLst>
          </p:cNvPr>
          <p:cNvSpPr/>
          <p:nvPr userDrawn="1"/>
        </p:nvSpPr>
        <p:spPr>
          <a:xfrm>
            <a:off x="14804987" y="6024739"/>
            <a:ext cx="338462" cy="338462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9057954A-8094-D439-5FB1-ED44A303D35E}"/>
              </a:ext>
            </a:extLst>
          </p:cNvPr>
          <p:cNvSpPr/>
          <p:nvPr userDrawn="1"/>
        </p:nvSpPr>
        <p:spPr>
          <a:xfrm>
            <a:off x="13843869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 dirty="0">
                <a:solidFill>
                  <a:schemeClr val="tx1"/>
                </a:solidFill>
                <a:latin typeface="+mn-lt"/>
              </a:rPr>
              <a:t>Distributed Cloud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745B7F6B-8791-04C8-AEC3-8A42E43B6E99}"/>
              </a:ext>
            </a:extLst>
          </p:cNvPr>
          <p:cNvSpPr/>
          <p:nvPr userDrawn="1"/>
        </p:nvSpPr>
        <p:spPr>
          <a:xfrm>
            <a:off x="15568415" y="6388493"/>
            <a:ext cx="91440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000" kern="100" dirty="0">
                <a:solidFill>
                  <a:schemeClr val="tx1"/>
                </a:solidFill>
                <a:latin typeface="+mn-lt"/>
              </a:rPr>
              <a:t>BIG-IP</a:t>
            </a:r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6E512E1C-F58D-B47E-ECD7-FBD645FD4F33}"/>
              </a:ext>
            </a:extLst>
          </p:cNvPr>
          <p:cNvSpPr/>
          <p:nvPr userDrawn="1"/>
        </p:nvSpPr>
        <p:spPr>
          <a:xfrm>
            <a:off x="13916887" y="6024739"/>
            <a:ext cx="338462" cy="33846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104" name="Oval 103">
            <a:extLst>
              <a:ext uri="{FF2B5EF4-FFF2-40B4-BE49-F238E27FC236}">
                <a16:creationId xmlns:a16="http://schemas.microsoft.com/office/drawing/2014/main" id="{CA191D92-B1E3-AC60-A798-1DC360F2C331}"/>
              </a:ext>
            </a:extLst>
          </p:cNvPr>
          <p:cNvSpPr/>
          <p:nvPr userDrawn="1"/>
        </p:nvSpPr>
        <p:spPr>
          <a:xfrm>
            <a:off x="15702617" y="6024739"/>
            <a:ext cx="338462" cy="33846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A78C0FA2-28D4-4430-EF74-2E23E581990A}"/>
              </a:ext>
            </a:extLst>
          </p:cNvPr>
          <p:cNvSpPr/>
          <p:nvPr userDrawn="1"/>
        </p:nvSpPr>
        <p:spPr>
          <a:xfrm>
            <a:off x="16491659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 dirty="0">
                <a:solidFill>
                  <a:schemeClr val="tx1"/>
                </a:solidFill>
                <a:latin typeface="+mn-lt"/>
              </a:rPr>
              <a:t>NGINX </a:t>
            </a:r>
          </a:p>
        </p:txBody>
      </p:sp>
      <p:sp>
        <p:nvSpPr>
          <p:cNvPr id="106" name="Oval 105">
            <a:extLst>
              <a:ext uri="{FF2B5EF4-FFF2-40B4-BE49-F238E27FC236}">
                <a16:creationId xmlns:a16="http://schemas.microsoft.com/office/drawing/2014/main" id="{0FF89B0E-1B81-5BF3-0F2B-B9C75CBE6976}"/>
              </a:ext>
            </a:extLst>
          </p:cNvPr>
          <p:cNvSpPr/>
          <p:nvPr userDrawn="1"/>
        </p:nvSpPr>
        <p:spPr>
          <a:xfrm>
            <a:off x="16590717" y="6024739"/>
            <a:ext cx="338462" cy="33846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586154523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i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00CA2B1-43F3-4E5A-8642-E7EF9DF675DC}"/>
              </a:ext>
            </a:extLst>
          </p:cNvPr>
          <p:cNvSpPr/>
          <p:nvPr userDrawn="1"/>
        </p:nvSpPr>
        <p:spPr>
          <a:xfrm>
            <a:off x="0" y="0"/>
            <a:ext cx="12192000" cy="2339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US" kern="10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989772A-5773-574A-B6F8-FE6EE18F52EE}"/>
              </a:ext>
            </a:extLst>
          </p:cNvPr>
          <p:cNvSpPr/>
          <p:nvPr userDrawn="1"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00B0F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D91C8EB-2EC7-7348-A790-C3B94928DB0F}"/>
              </a:ext>
            </a:extLst>
          </p:cNvPr>
          <p:cNvSpPr/>
          <p:nvPr userDrawn="1"/>
        </p:nvSpPr>
        <p:spPr>
          <a:xfrm>
            <a:off x="0" y="6286500"/>
            <a:ext cx="12192000" cy="571500"/>
          </a:xfrm>
          <a:prstGeom prst="rect">
            <a:avLst/>
          </a:prstGeom>
          <a:solidFill>
            <a:srgbClr val="00B0F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79DCA21-A80E-C740-8D95-E40B577291A6}"/>
              </a:ext>
            </a:extLst>
          </p:cNvPr>
          <p:cNvSpPr/>
          <p:nvPr userDrawn="1"/>
        </p:nvSpPr>
        <p:spPr>
          <a:xfrm rot="5400000">
            <a:off x="-3200400" y="3200400"/>
            <a:ext cx="6858000" cy="457200"/>
          </a:xfrm>
          <a:prstGeom prst="rect">
            <a:avLst/>
          </a:prstGeom>
          <a:solidFill>
            <a:srgbClr val="00B0F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72B2B15-B649-C945-8F45-B73BCE1D96D3}"/>
              </a:ext>
            </a:extLst>
          </p:cNvPr>
          <p:cNvSpPr/>
          <p:nvPr userDrawn="1"/>
        </p:nvSpPr>
        <p:spPr>
          <a:xfrm rot="5400000">
            <a:off x="8534400" y="3200400"/>
            <a:ext cx="6858000" cy="457200"/>
          </a:xfrm>
          <a:prstGeom prst="rect">
            <a:avLst/>
          </a:prstGeom>
          <a:solidFill>
            <a:srgbClr val="00B0F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A2BD637-13E9-E14F-B2BA-CCCBD0753859}"/>
              </a:ext>
            </a:extLst>
          </p:cNvPr>
          <p:cNvSpPr/>
          <p:nvPr userDrawn="1"/>
        </p:nvSpPr>
        <p:spPr>
          <a:xfrm>
            <a:off x="-687" y="1512321"/>
            <a:ext cx="12188952" cy="457200"/>
          </a:xfrm>
          <a:prstGeom prst="rect">
            <a:avLst/>
          </a:prstGeom>
          <a:solidFill>
            <a:srgbClr val="00B0F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93040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2">
            <a:extLst>
              <a:ext uri="{FF2B5EF4-FFF2-40B4-BE49-F238E27FC236}">
                <a16:creationId xmlns:a16="http://schemas.microsoft.com/office/drawing/2014/main" id="{94B560FD-3AA9-CEA0-5ED3-C5FFFCDCB0C9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4868424" y="2102144"/>
            <a:ext cx="2433289" cy="2433289"/>
            <a:chOff x="5266" y="0"/>
            <a:chExt cx="733" cy="733"/>
          </a:xfrm>
        </p:grpSpPr>
        <p:sp>
          <p:nvSpPr>
            <p:cNvPr id="4" name="Freeform 23">
              <a:extLst>
                <a:ext uri="{FF2B5EF4-FFF2-40B4-BE49-F238E27FC236}">
                  <a16:creationId xmlns:a16="http://schemas.microsoft.com/office/drawing/2014/main" id="{E4AFD52F-B7D1-A290-DCB0-923011AD1B7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266" y="0"/>
              <a:ext cx="733" cy="733"/>
            </a:xfrm>
            <a:custGeom>
              <a:avLst/>
              <a:gdLst>
                <a:gd name="T0" fmla="*/ 4176 w 4576"/>
                <a:gd name="T1" fmla="*/ 996 h 4576"/>
                <a:gd name="T2" fmla="*/ 4065 w 4576"/>
                <a:gd name="T3" fmla="*/ 848 h 4576"/>
                <a:gd name="T4" fmla="*/ 4065 w 4576"/>
                <a:gd name="T5" fmla="*/ 848 h 4576"/>
                <a:gd name="T6" fmla="*/ 2288 w 4576"/>
                <a:gd name="T7" fmla="*/ 0 h 4576"/>
                <a:gd name="T8" fmla="*/ 0 w 4576"/>
                <a:gd name="T9" fmla="*/ 2288 h 4576"/>
                <a:gd name="T10" fmla="*/ 445 w 4576"/>
                <a:gd name="T11" fmla="*/ 3644 h 4576"/>
                <a:gd name="T12" fmla="*/ 445 w 4576"/>
                <a:gd name="T13" fmla="*/ 3644 h 4576"/>
                <a:gd name="T14" fmla="*/ 583 w 4576"/>
                <a:gd name="T15" fmla="*/ 3814 h 4576"/>
                <a:gd name="T16" fmla="*/ 583 w 4576"/>
                <a:gd name="T17" fmla="*/ 3814 h 4576"/>
                <a:gd name="T18" fmla="*/ 2288 w 4576"/>
                <a:gd name="T19" fmla="*/ 4576 h 4576"/>
                <a:gd name="T20" fmla="*/ 4576 w 4576"/>
                <a:gd name="T21" fmla="*/ 2288 h 4576"/>
                <a:gd name="T22" fmla="*/ 4176 w 4576"/>
                <a:gd name="T23" fmla="*/ 996 h 457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4576" h="4576">
                  <a:moveTo>
                    <a:pt x="4176" y="996"/>
                  </a:moveTo>
                  <a:cubicBezTo>
                    <a:pt x="4141" y="945"/>
                    <a:pt x="4104" y="895"/>
                    <a:pt x="4065" y="848"/>
                  </a:cubicBezTo>
                  <a:cubicBezTo>
                    <a:pt x="4065" y="848"/>
                    <a:pt x="4065" y="848"/>
                    <a:pt x="4065" y="848"/>
                  </a:cubicBezTo>
                  <a:cubicBezTo>
                    <a:pt x="3646" y="330"/>
                    <a:pt x="3006" y="0"/>
                    <a:pt x="2288" y="0"/>
                  </a:cubicBezTo>
                  <a:cubicBezTo>
                    <a:pt x="1024" y="0"/>
                    <a:pt x="0" y="1024"/>
                    <a:pt x="0" y="2288"/>
                  </a:cubicBezTo>
                  <a:cubicBezTo>
                    <a:pt x="0" y="2796"/>
                    <a:pt x="165" y="3264"/>
                    <a:pt x="445" y="3644"/>
                  </a:cubicBezTo>
                  <a:cubicBezTo>
                    <a:pt x="445" y="3644"/>
                    <a:pt x="445" y="3644"/>
                    <a:pt x="445" y="3644"/>
                  </a:cubicBezTo>
                  <a:cubicBezTo>
                    <a:pt x="488" y="3703"/>
                    <a:pt x="534" y="3759"/>
                    <a:pt x="583" y="3814"/>
                  </a:cubicBezTo>
                  <a:cubicBezTo>
                    <a:pt x="583" y="3814"/>
                    <a:pt x="583" y="3814"/>
                    <a:pt x="583" y="3814"/>
                  </a:cubicBezTo>
                  <a:cubicBezTo>
                    <a:pt x="1002" y="4282"/>
                    <a:pt x="1611" y="4576"/>
                    <a:pt x="2288" y="4576"/>
                  </a:cubicBezTo>
                  <a:cubicBezTo>
                    <a:pt x="3552" y="4576"/>
                    <a:pt x="4576" y="3552"/>
                    <a:pt x="4576" y="2288"/>
                  </a:cubicBezTo>
                  <a:cubicBezTo>
                    <a:pt x="4576" y="1809"/>
                    <a:pt x="4428" y="1364"/>
                    <a:pt x="4176" y="996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5" name="Freeform 24">
              <a:extLst>
                <a:ext uri="{FF2B5EF4-FFF2-40B4-BE49-F238E27FC236}">
                  <a16:creationId xmlns:a16="http://schemas.microsoft.com/office/drawing/2014/main" id="{8242F7D6-BFBA-1540-A7E6-0A5FB949D764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360" y="611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E3173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" name="Freeform 25">
              <a:extLst>
                <a:ext uri="{FF2B5EF4-FFF2-40B4-BE49-F238E27FC236}">
                  <a16:creationId xmlns:a16="http://schemas.microsoft.com/office/drawing/2014/main" id="{16E0D9B8-ED44-D90C-9E22-7B6D0CB20BD0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5911" y="645"/>
              <a:ext cx="55" cy="55"/>
            </a:xfrm>
            <a:custGeom>
              <a:avLst/>
              <a:gdLst>
                <a:gd name="T0" fmla="*/ 277 w 345"/>
                <a:gd name="T1" fmla="*/ 68 h 345"/>
                <a:gd name="T2" fmla="*/ 320 w 345"/>
                <a:gd name="T3" fmla="*/ 172 h 345"/>
                <a:gd name="T4" fmla="*/ 277 w 345"/>
                <a:gd name="T5" fmla="*/ 278 h 345"/>
                <a:gd name="T6" fmla="*/ 172 w 345"/>
                <a:gd name="T7" fmla="*/ 322 h 345"/>
                <a:gd name="T8" fmla="*/ 67 w 345"/>
                <a:gd name="T9" fmla="*/ 278 h 345"/>
                <a:gd name="T10" fmla="*/ 24 w 345"/>
                <a:gd name="T11" fmla="*/ 172 h 345"/>
                <a:gd name="T12" fmla="*/ 67 w 345"/>
                <a:gd name="T13" fmla="*/ 68 h 345"/>
                <a:gd name="T14" fmla="*/ 172 w 345"/>
                <a:gd name="T15" fmla="*/ 23 h 345"/>
                <a:gd name="T16" fmla="*/ 277 w 345"/>
                <a:gd name="T17" fmla="*/ 68 h 345"/>
                <a:gd name="T18" fmla="*/ 295 w 345"/>
                <a:gd name="T19" fmla="*/ 50 h 345"/>
                <a:gd name="T20" fmla="*/ 172 w 345"/>
                <a:gd name="T21" fmla="*/ 0 h 345"/>
                <a:gd name="T22" fmla="*/ 51 w 345"/>
                <a:gd name="T23" fmla="*/ 50 h 345"/>
                <a:gd name="T24" fmla="*/ 0 w 345"/>
                <a:gd name="T25" fmla="*/ 172 h 345"/>
                <a:gd name="T26" fmla="*/ 50 w 345"/>
                <a:gd name="T27" fmla="*/ 295 h 345"/>
                <a:gd name="T28" fmla="*/ 172 w 345"/>
                <a:gd name="T29" fmla="*/ 345 h 345"/>
                <a:gd name="T30" fmla="*/ 295 w 345"/>
                <a:gd name="T31" fmla="*/ 295 h 345"/>
                <a:gd name="T32" fmla="*/ 345 w 345"/>
                <a:gd name="T33" fmla="*/ 172 h 345"/>
                <a:gd name="T34" fmla="*/ 295 w 345"/>
                <a:gd name="T35" fmla="*/ 50 h 345"/>
                <a:gd name="T36" fmla="*/ 198 w 345"/>
                <a:gd name="T37" fmla="*/ 164 h 345"/>
                <a:gd name="T38" fmla="*/ 166 w 345"/>
                <a:gd name="T39" fmla="*/ 168 h 345"/>
                <a:gd name="T40" fmla="*/ 136 w 345"/>
                <a:gd name="T41" fmla="*/ 168 h 345"/>
                <a:gd name="T42" fmla="*/ 136 w 345"/>
                <a:gd name="T43" fmla="*/ 100 h 345"/>
                <a:gd name="T44" fmla="*/ 164 w 345"/>
                <a:gd name="T45" fmla="*/ 100 h 345"/>
                <a:gd name="T46" fmla="*/ 205 w 345"/>
                <a:gd name="T47" fmla="*/ 107 h 345"/>
                <a:gd name="T48" fmla="*/ 217 w 345"/>
                <a:gd name="T49" fmla="*/ 134 h 345"/>
                <a:gd name="T50" fmla="*/ 198 w 345"/>
                <a:gd name="T51" fmla="*/ 164 h 345"/>
                <a:gd name="T52" fmla="*/ 103 w 345"/>
                <a:gd name="T53" fmla="*/ 266 h 345"/>
                <a:gd name="T54" fmla="*/ 136 w 345"/>
                <a:gd name="T55" fmla="*/ 266 h 345"/>
                <a:gd name="T56" fmla="*/ 136 w 345"/>
                <a:gd name="T57" fmla="*/ 192 h 345"/>
                <a:gd name="T58" fmla="*/ 162 w 345"/>
                <a:gd name="T59" fmla="*/ 192 h 345"/>
                <a:gd name="T60" fmla="*/ 200 w 345"/>
                <a:gd name="T61" fmla="*/ 198 h 345"/>
                <a:gd name="T62" fmla="*/ 217 w 345"/>
                <a:gd name="T63" fmla="*/ 241 h 345"/>
                <a:gd name="T64" fmla="*/ 217 w 345"/>
                <a:gd name="T65" fmla="*/ 256 h 345"/>
                <a:gd name="T66" fmla="*/ 218 w 345"/>
                <a:gd name="T67" fmla="*/ 262 h 345"/>
                <a:gd name="T68" fmla="*/ 218 w 345"/>
                <a:gd name="T69" fmla="*/ 265 h 345"/>
                <a:gd name="T70" fmla="*/ 219 w 345"/>
                <a:gd name="T71" fmla="*/ 266 h 345"/>
                <a:gd name="T72" fmla="*/ 250 w 345"/>
                <a:gd name="T73" fmla="*/ 266 h 345"/>
                <a:gd name="T74" fmla="*/ 249 w 345"/>
                <a:gd name="T75" fmla="*/ 264 h 345"/>
                <a:gd name="T76" fmla="*/ 247 w 345"/>
                <a:gd name="T77" fmla="*/ 254 h 345"/>
                <a:gd name="T78" fmla="*/ 247 w 345"/>
                <a:gd name="T79" fmla="*/ 240 h 345"/>
                <a:gd name="T80" fmla="*/ 247 w 345"/>
                <a:gd name="T81" fmla="*/ 226 h 345"/>
                <a:gd name="T82" fmla="*/ 237 w 345"/>
                <a:gd name="T83" fmla="*/ 197 h 345"/>
                <a:gd name="T84" fmla="*/ 204 w 345"/>
                <a:gd name="T85" fmla="*/ 178 h 345"/>
                <a:gd name="T86" fmla="*/ 231 w 345"/>
                <a:gd name="T87" fmla="*/ 169 h 345"/>
                <a:gd name="T88" fmla="*/ 250 w 345"/>
                <a:gd name="T89" fmla="*/ 132 h 345"/>
                <a:gd name="T90" fmla="*/ 220 w 345"/>
                <a:gd name="T91" fmla="*/ 84 h 345"/>
                <a:gd name="T92" fmla="*/ 169 w 345"/>
                <a:gd name="T93" fmla="*/ 77 h 345"/>
                <a:gd name="T94" fmla="*/ 103 w 345"/>
                <a:gd name="T95" fmla="*/ 77 h 345"/>
                <a:gd name="T96" fmla="*/ 103 w 345"/>
                <a:gd name="T97" fmla="*/ 266 h 3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345" h="345">
                  <a:moveTo>
                    <a:pt x="277" y="68"/>
                  </a:moveTo>
                  <a:cubicBezTo>
                    <a:pt x="306" y="96"/>
                    <a:pt x="320" y="131"/>
                    <a:pt x="320" y="172"/>
                  </a:cubicBezTo>
                  <a:cubicBezTo>
                    <a:pt x="320" y="213"/>
                    <a:pt x="306" y="249"/>
                    <a:pt x="277" y="278"/>
                  </a:cubicBezTo>
                  <a:cubicBezTo>
                    <a:pt x="248" y="307"/>
                    <a:pt x="213" y="322"/>
                    <a:pt x="172" y="322"/>
                  </a:cubicBezTo>
                  <a:cubicBezTo>
                    <a:pt x="131" y="322"/>
                    <a:pt x="96" y="307"/>
                    <a:pt x="67" y="278"/>
                  </a:cubicBezTo>
                  <a:cubicBezTo>
                    <a:pt x="38" y="249"/>
                    <a:pt x="24" y="213"/>
                    <a:pt x="24" y="172"/>
                  </a:cubicBezTo>
                  <a:cubicBezTo>
                    <a:pt x="24" y="131"/>
                    <a:pt x="38" y="96"/>
                    <a:pt x="67" y="68"/>
                  </a:cubicBezTo>
                  <a:cubicBezTo>
                    <a:pt x="96" y="38"/>
                    <a:pt x="131" y="23"/>
                    <a:pt x="172" y="23"/>
                  </a:cubicBezTo>
                  <a:cubicBezTo>
                    <a:pt x="213" y="23"/>
                    <a:pt x="248" y="38"/>
                    <a:pt x="277" y="68"/>
                  </a:cubicBezTo>
                  <a:close/>
                  <a:moveTo>
                    <a:pt x="295" y="50"/>
                  </a:moveTo>
                  <a:cubicBezTo>
                    <a:pt x="261" y="17"/>
                    <a:pt x="220" y="0"/>
                    <a:pt x="172" y="0"/>
                  </a:cubicBezTo>
                  <a:cubicBezTo>
                    <a:pt x="125" y="0"/>
                    <a:pt x="84" y="17"/>
                    <a:pt x="51" y="50"/>
                  </a:cubicBezTo>
                  <a:cubicBezTo>
                    <a:pt x="17" y="84"/>
                    <a:pt x="0" y="125"/>
                    <a:pt x="0" y="172"/>
                  </a:cubicBezTo>
                  <a:cubicBezTo>
                    <a:pt x="0" y="220"/>
                    <a:pt x="17" y="261"/>
                    <a:pt x="50" y="295"/>
                  </a:cubicBezTo>
                  <a:cubicBezTo>
                    <a:pt x="83" y="329"/>
                    <a:pt x="124" y="345"/>
                    <a:pt x="172" y="345"/>
                  </a:cubicBezTo>
                  <a:cubicBezTo>
                    <a:pt x="220" y="345"/>
                    <a:pt x="261" y="329"/>
                    <a:pt x="295" y="295"/>
                  </a:cubicBezTo>
                  <a:cubicBezTo>
                    <a:pt x="328" y="261"/>
                    <a:pt x="345" y="220"/>
                    <a:pt x="345" y="172"/>
                  </a:cubicBezTo>
                  <a:cubicBezTo>
                    <a:pt x="345" y="124"/>
                    <a:pt x="328" y="84"/>
                    <a:pt x="295" y="50"/>
                  </a:cubicBezTo>
                  <a:close/>
                  <a:moveTo>
                    <a:pt x="198" y="164"/>
                  </a:moveTo>
                  <a:cubicBezTo>
                    <a:pt x="191" y="167"/>
                    <a:pt x="180" y="168"/>
                    <a:pt x="166" y="168"/>
                  </a:cubicBezTo>
                  <a:cubicBezTo>
                    <a:pt x="136" y="168"/>
                    <a:pt x="136" y="168"/>
                    <a:pt x="136" y="168"/>
                  </a:cubicBezTo>
                  <a:cubicBezTo>
                    <a:pt x="136" y="100"/>
                    <a:pt x="136" y="100"/>
                    <a:pt x="136" y="100"/>
                  </a:cubicBezTo>
                  <a:cubicBezTo>
                    <a:pt x="164" y="100"/>
                    <a:pt x="164" y="100"/>
                    <a:pt x="164" y="100"/>
                  </a:cubicBezTo>
                  <a:cubicBezTo>
                    <a:pt x="183" y="100"/>
                    <a:pt x="196" y="102"/>
                    <a:pt x="205" y="107"/>
                  </a:cubicBezTo>
                  <a:cubicBezTo>
                    <a:pt x="213" y="112"/>
                    <a:pt x="217" y="121"/>
                    <a:pt x="217" y="134"/>
                  </a:cubicBezTo>
                  <a:cubicBezTo>
                    <a:pt x="217" y="149"/>
                    <a:pt x="211" y="159"/>
                    <a:pt x="198" y="164"/>
                  </a:cubicBezTo>
                  <a:close/>
                  <a:moveTo>
                    <a:pt x="103" y="266"/>
                  </a:moveTo>
                  <a:cubicBezTo>
                    <a:pt x="136" y="266"/>
                    <a:pt x="136" y="266"/>
                    <a:pt x="136" y="266"/>
                  </a:cubicBezTo>
                  <a:cubicBezTo>
                    <a:pt x="136" y="192"/>
                    <a:pt x="136" y="192"/>
                    <a:pt x="136" y="192"/>
                  </a:cubicBezTo>
                  <a:cubicBezTo>
                    <a:pt x="162" y="192"/>
                    <a:pt x="162" y="192"/>
                    <a:pt x="162" y="192"/>
                  </a:cubicBezTo>
                  <a:cubicBezTo>
                    <a:pt x="180" y="192"/>
                    <a:pt x="192" y="193"/>
                    <a:pt x="200" y="198"/>
                  </a:cubicBezTo>
                  <a:cubicBezTo>
                    <a:pt x="211" y="205"/>
                    <a:pt x="217" y="219"/>
                    <a:pt x="217" y="241"/>
                  </a:cubicBezTo>
                  <a:cubicBezTo>
                    <a:pt x="217" y="256"/>
                    <a:pt x="217" y="256"/>
                    <a:pt x="217" y="256"/>
                  </a:cubicBezTo>
                  <a:cubicBezTo>
                    <a:pt x="218" y="262"/>
                    <a:pt x="218" y="262"/>
                    <a:pt x="218" y="262"/>
                  </a:cubicBezTo>
                  <a:cubicBezTo>
                    <a:pt x="218" y="263"/>
                    <a:pt x="218" y="264"/>
                    <a:pt x="218" y="265"/>
                  </a:cubicBezTo>
                  <a:cubicBezTo>
                    <a:pt x="219" y="265"/>
                    <a:pt x="219" y="266"/>
                    <a:pt x="219" y="266"/>
                  </a:cubicBezTo>
                  <a:cubicBezTo>
                    <a:pt x="250" y="266"/>
                    <a:pt x="250" y="266"/>
                    <a:pt x="250" y="266"/>
                  </a:cubicBezTo>
                  <a:cubicBezTo>
                    <a:pt x="249" y="264"/>
                    <a:pt x="249" y="264"/>
                    <a:pt x="249" y="264"/>
                  </a:cubicBezTo>
                  <a:cubicBezTo>
                    <a:pt x="248" y="263"/>
                    <a:pt x="248" y="259"/>
                    <a:pt x="247" y="254"/>
                  </a:cubicBezTo>
                  <a:cubicBezTo>
                    <a:pt x="247" y="249"/>
                    <a:pt x="247" y="244"/>
                    <a:pt x="247" y="240"/>
                  </a:cubicBezTo>
                  <a:cubicBezTo>
                    <a:pt x="247" y="226"/>
                    <a:pt x="247" y="226"/>
                    <a:pt x="247" y="226"/>
                  </a:cubicBezTo>
                  <a:cubicBezTo>
                    <a:pt x="247" y="217"/>
                    <a:pt x="244" y="207"/>
                    <a:pt x="237" y="197"/>
                  </a:cubicBezTo>
                  <a:cubicBezTo>
                    <a:pt x="230" y="187"/>
                    <a:pt x="219" y="181"/>
                    <a:pt x="204" y="178"/>
                  </a:cubicBezTo>
                  <a:cubicBezTo>
                    <a:pt x="216" y="176"/>
                    <a:pt x="225" y="173"/>
                    <a:pt x="231" y="169"/>
                  </a:cubicBezTo>
                  <a:cubicBezTo>
                    <a:pt x="244" y="161"/>
                    <a:pt x="250" y="148"/>
                    <a:pt x="250" y="132"/>
                  </a:cubicBezTo>
                  <a:cubicBezTo>
                    <a:pt x="250" y="108"/>
                    <a:pt x="240" y="92"/>
                    <a:pt x="220" y="84"/>
                  </a:cubicBezTo>
                  <a:cubicBezTo>
                    <a:pt x="210" y="79"/>
                    <a:pt x="192" y="77"/>
                    <a:pt x="169" y="77"/>
                  </a:cubicBezTo>
                  <a:cubicBezTo>
                    <a:pt x="103" y="77"/>
                    <a:pt x="103" y="77"/>
                    <a:pt x="103" y="77"/>
                  </a:cubicBezTo>
                  <a:lnTo>
                    <a:pt x="103" y="266"/>
                  </a:lnTo>
                  <a:close/>
                </a:path>
              </a:pathLst>
            </a:custGeom>
            <a:solidFill>
              <a:srgbClr val="E4002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" name="Freeform 26">
              <a:extLst>
                <a:ext uri="{FF2B5EF4-FFF2-40B4-BE49-F238E27FC236}">
                  <a16:creationId xmlns:a16="http://schemas.microsoft.com/office/drawing/2014/main" id="{2C0DA241-F1E3-A3AA-0BAD-26788C823E4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266" y="0"/>
              <a:ext cx="733" cy="733"/>
            </a:xfrm>
            <a:custGeom>
              <a:avLst/>
              <a:gdLst>
                <a:gd name="T0" fmla="*/ 4176 w 4576"/>
                <a:gd name="T1" fmla="*/ 996 h 4576"/>
                <a:gd name="T2" fmla="*/ 4106 w 4576"/>
                <a:gd name="T3" fmla="*/ 1355 h 4576"/>
                <a:gd name="T4" fmla="*/ 2907 w 4576"/>
                <a:gd name="T5" fmla="*/ 1262 h 4576"/>
                <a:gd name="T6" fmla="*/ 2797 w 4576"/>
                <a:gd name="T7" fmla="*/ 1612 h 4576"/>
                <a:gd name="T8" fmla="*/ 4141 w 4576"/>
                <a:gd name="T9" fmla="*/ 2094 h 4576"/>
                <a:gd name="T10" fmla="*/ 4386 w 4576"/>
                <a:gd name="T11" fmla="*/ 2839 h 4576"/>
                <a:gd name="T12" fmla="*/ 3944 w 4576"/>
                <a:gd name="T13" fmla="*/ 3672 h 4576"/>
                <a:gd name="T14" fmla="*/ 3173 w 4576"/>
                <a:gd name="T15" fmla="*/ 3966 h 4576"/>
                <a:gd name="T16" fmla="*/ 2263 w 4576"/>
                <a:gd name="T17" fmla="*/ 3848 h 4576"/>
                <a:gd name="T18" fmla="*/ 2082 w 4576"/>
                <a:gd name="T19" fmla="*/ 3429 h 4576"/>
                <a:gd name="T20" fmla="*/ 2101 w 4576"/>
                <a:gd name="T21" fmla="*/ 3327 h 4576"/>
                <a:gd name="T22" fmla="*/ 2301 w 4576"/>
                <a:gd name="T23" fmla="*/ 3133 h 4576"/>
                <a:gd name="T24" fmla="*/ 2390 w 4576"/>
                <a:gd name="T25" fmla="*/ 3119 h 4576"/>
                <a:gd name="T26" fmla="*/ 2659 w 4576"/>
                <a:gd name="T27" fmla="*/ 3526 h 4576"/>
                <a:gd name="T28" fmla="*/ 3240 w 4576"/>
                <a:gd name="T29" fmla="*/ 3784 h 4576"/>
                <a:gd name="T30" fmla="*/ 3753 w 4576"/>
                <a:gd name="T31" fmla="*/ 3318 h 4576"/>
                <a:gd name="T32" fmla="*/ 2217 w 4576"/>
                <a:gd name="T33" fmla="*/ 2488 h 4576"/>
                <a:gd name="T34" fmla="*/ 2812 w 4576"/>
                <a:gd name="T35" fmla="*/ 701 h 4576"/>
                <a:gd name="T36" fmla="*/ 3564 w 4576"/>
                <a:gd name="T37" fmla="*/ 766 h 4576"/>
                <a:gd name="T38" fmla="*/ 4065 w 4576"/>
                <a:gd name="T39" fmla="*/ 848 h 4576"/>
                <a:gd name="T40" fmla="*/ 2288 w 4576"/>
                <a:gd name="T41" fmla="*/ 0 h 4576"/>
                <a:gd name="T42" fmla="*/ 0 w 4576"/>
                <a:gd name="T43" fmla="*/ 2288 h 4576"/>
                <a:gd name="T44" fmla="*/ 445 w 4576"/>
                <a:gd name="T45" fmla="*/ 3644 h 4576"/>
                <a:gd name="T46" fmla="*/ 616 w 4576"/>
                <a:gd name="T47" fmla="*/ 3581 h 4576"/>
                <a:gd name="T48" fmla="*/ 610 w 4576"/>
                <a:gd name="T49" fmla="*/ 3402 h 4576"/>
                <a:gd name="T50" fmla="*/ 565 w 4576"/>
                <a:gd name="T51" fmla="*/ 1982 h 4576"/>
                <a:gd name="T52" fmla="*/ 245 w 4576"/>
                <a:gd name="T53" fmla="*/ 1998 h 4576"/>
                <a:gd name="T54" fmla="*/ 261 w 4576"/>
                <a:gd name="T55" fmla="*/ 1735 h 4576"/>
                <a:gd name="T56" fmla="*/ 579 w 4576"/>
                <a:gd name="T57" fmla="*/ 1707 h 4576"/>
                <a:gd name="T58" fmla="*/ 596 w 4576"/>
                <a:gd name="T59" fmla="*/ 1479 h 4576"/>
                <a:gd name="T60" fmla="*/ 1542 w 4576"/>
                <a:gd name="T61" fmla="*/ 623 h 4576"/>
                <a:gd name="T62" fmla="*/ 1920 w 4576"/>
                <a:gd name="T63" fmla="*/ 561 h 4576"/>
                <a:gd name="T64" fmla="*/ 2018 w 4576"/>
                <a:gd name="T65" fmla="*/ 558 h 4576"/>
                <a:gd name="T66" fmla="*/ 2242 w 4576"/>
                <a:gd name="T67" fmla="*/ 603 h 4576"/>
                <a:gd name="T68" fmla="*/ 2508 w 4576"/>
                <a:gd name="T69" fmla="*/ 807 h 4576"/>
                <a:gd name="T70" fmla="*/ 2505 w 4576"/>
                <a:gd name="T71" fmla="*/ 873 h 4576"/>
                <a:gd name="T72" fmla="*/ 2379 w 4576"/>
                <a:gd name="T73" fmla="*/ 1020 h 4576"/>
                <a:gd name="T74" fmla="*/ 2278 w 4576"/>
                <a:gd name="T75" fmla="*/ 1033 h 4576"/>
                <a:gd name="T76" fmla="*/ 2065 w 4576"/>
                <a:gd name="T77" fmla="*/ 927 h 4576"/>
                <a:gd name="T78" fmla="*/ 1657 w 4576"/>
                <a:gd name="T79" fmla="*/ 818 h 4576"/>
                <a:gd name="T80" fmla="*/ 1466 w 4576"/>
                <a:gd name="T81" fmla="*/ 1048 h 4576"/>
                <a:gd name="T82" fmla="*/ 1438 w 4576"/>
                <a:gd name="T83" fmla="*/ 1664 h 4576"/>
                <a:gd name="T84" fmla="*/ 2218 w 4576"/>
                <a:gd name="T85" fmla="*/ 1651 h 4576"/>
                <a:gd name="T86" fmla="*/ 2218 w 4576"/>
                <a:gd name="T87" fmla="*/ 1831 h 4576"/>
                <a:gd name="T88" fmla="*/ 1959 w 4576"/>
                <a:gd name="T89" fmla="*/ 1950 h 4576"/>
                <a:gd name="T90" fmla="*/ 1431 w 4576"/>
                <a:gd name="T91" fmla="*/ 1957 h 4576"/>
                <a:gd name="T92" fmla="*/ 1454 w 4576"/>
                <a:gd name="T93" fmla="*/ 3469 h 4576"/>
                <a:gd name="T94" fmla="*/ 1482 w 4576"/>
                <a:gd name="T95" fmla="*/ 3663 h 4576"/>
                <a:gd name="T96" fmla="*/ 1961 w 4576"/>
                <a:gd name="T97" fmla="*/ 3789 h 4576"/>
                <a:gd name="T98" fmla="*/ 1965 w 4576"/>
                <a:gd name="T99" fmla="*/ 3947 h 4576"/>
                <a:gd name="T100" fmla="*/ 583 w 4576"/>
                <a:gd name="T101" fmla="*/ 3814 h 4576"/>
                <a:gd name="T102" fmla="*/ 2288 w 4576"/>
                <a:gd name="T103" fmla="*/ 4576 h 4576"/>
                <a:gd name="T104" fmla="*/ 4576 w 4576"/>
                <a:gd name="T105" fmla="*/ 2288 h 4576"/>
                <a:gd name="T106" fmla="*/ 4176 w 4576"/>
                <a:gd name="T107" fmla="*/ 996 h 457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4576" h="4576">
                  <a:moveTo>
                    <a:pt x="4176" y="996"/>
                  </a:moveTo>
                  <a:cubicBezTo>
                    <a:pt x="4148" y="1112"/>
                    <a:pt x="4134" y="1232"/>
                    <a:pt x="4106" y="1355"/>
                  </a:cubicBezTo>
                  <a:cubicBezTo>
                    <a:pt x="3763" y="1310"/>
                    <a:pt x="3360" y="1278"/>
                    <a:pt x="2907" y="1262"/>
                  </a:cubicBezTo>
                  <a:cubicBezTo>
                    <a:pt x="2871" y="1377"/>
                    <a:pt x="2836" y="1489"/>
                    <a:pt x="2797" y="1612"/>
                  </a:cubicBezTo>
                  <a:cubicBezTo>
                    <a:pt x="3555" y="1659"/>
                    <a:pt x="3923" y="1858"/>
                    <a:pt x="4141" y="2094"/>
                  </a:cubicBezTo>
                  <a:cubicBezTo>
                    <a:pt x="4354" y="2332"/>
                    <a:pt x="4399" y="2594"/>
                    <a:pt x="4386" y="2839"/>
                  </a:cubicBezTo>
                  <a:cubicBezTo>
                    <a:pt x="4359" y="3235"/>
                    <a:pt x="4184" y="3486"/>
                    <a:pt x="3944" y="3672"/>
                  </a:cubicBezTo>
                  <a:cubicBezTo>
                    <a:pt x="3702" y="3855"/>
                    <a:pt x="3408" y="3946"/>
                    <a:pt x="3173" y="3966"/>
                  </a:cubicBezTo>
                  <a:cubicBezTo>
                    <a:pt x="2826" y="3991"/>
                    <a:pt x="2362" y="3909"/>
                    <a:pt x="2263" y="3848"/>
                  </a:cubicBezTo>
                  <a:cubicBezTo>
                    <a:pt x="2204" y="3713"/>
                    <a:pt x="2145" y="3577"/>
                    <a:pt x="2082" y="3429"/>
                  </a:cubicBezTo>
                  <a:cubicBezTo>
                    <a:pt x="2067" y="3397"/>
                    <a:pt x="2057" y="3365"/>
                    <a:pt x="2101" y="3327"/>
                  </a:cubicBezTo>
                  <a:cubicBezTo>
                    <a:pt x="2168" y="3262"/>
                    <a:pt x="2233" y="3200"/>
                    <a:pt x="2301" y="3133"/>
                  </a:cubicBezTo>
                  <a:cubicBezTo>
                    <a:pt x="2332" y="3104"/>
                    <a:pt x="2365" y="3076"/>
                    <a:pt x="2390" y="3119"/>
                  </a:cubicBezTo>
                  <a:cubicBezTo>
                    <a:pt x="2484" y="3262"/>
                    <a:pt x="2571" y="3394"/>
                    <a:pt x="2659" y="3526"/>
                  </a:cubicBezTo>
                  <a:cubicBezTo>
                    <a:pt x="2758" y="3673"/>
                    <a:pt x="2910" y="3806"/>
                    <a:pt x="3240" y="3784"/>
                  </a:cubicBezTo>
                  <a:cubicBezTo>
                    <a:pt x="3519" y="3759"/>
                    <a:pt x="3730" y="3549"/>
                    <a:pt x="3753" y="3318"/>
                  </a:cubicBezTo>
                  <a:cubicBezTo>
                    <a:pt x="3777" y="2889"/>
                    <a:pt x="3344" y="2585"/>
                    <a:pt x="2217" y="2488"/>
                  </a:cubicBezTo>
                  <a:cubicBezTo>
                    <a:pt x="2433" y="1835"/>
                    <a:pt x="2644" y="1203"/>
                    <a:pt x="2812" y="701"/>
                  </a:cubicBezTo>
                  <a:cubicBezTo>
                    <a:pt x="3080" y="713"/>
                    <a:pt x="3328" y="735"/>
                    <a:pt x="3564" y="766"/>
                  </a:cubicBezTo>
                  <a:cubicBezTo>
                    <a:pt x="3740" y="788"/>
                    <a:pt x="3902" y="829"/>
                    <a:pt x="4065" y="848"/>
                  </a:cubicBezTo>
                  <a:cubicBezTo>
                    <a:pt x="3646" y="330"/>
                    <a:pt x="3006" y="0"/>
                    <a:pt x="2288" y="0"/>
                  </a:cubicBezTo>
                  <a:cubicBezTo>
                    <a:pt x="1024" y="0"/>
                    <a:pt x="0" y="1024"/>
                    <a:pt x="0" y="2288"/>
                  </a:cubicBezTo>
                  <a:cubicBezTo>
                    <a:pt x="0" y="2796"/>
                    <a:pt x="165" y="3264"/>
                    <a:pt x="445" y="3644"/>
                  </a:cubicBezTo>
                  <a:cubicBezTo>
                    <a:pt x="542" y="3645"/>
                    <a:pt x="609" y="3623"/>
                    <a:pt x="616" y="3581"/>
                  </a:cubicBezTo>
                  <a:cubicBezTo>
                    <a:pt x="625" y="3538"/>
                    <a:pt x="618" y="3470"/>
                    <a:pt x="610" y="3402"/>
                  </a:cubicBezTo>
                  <a:cubicBezTo>
                    <a:pt x="564" y="2953"/>
                    <a:pt x="548" y="2468"/>
                    <a:pt x="565" y="1982"/>
                  </a:cubicBezTo>
                  <a:cubicBezTo>
                    <a:pt x="449" y="1987"/>
                    <a:pt x="345" y="1992"/>
                    <a:pt x="245" y="1998"/>
                  </a:cubicBezTo>
                  <a:cubicBezTo>
                    <a:pt x="249" y="1908"/>
                    <a:pt x="254" y="1823"/>
                    <a:pt x="261" y="1735"/>
                  </a:cubicBezTo>
                  <a:cubicBezTo>
                    <a:pt x="360" y="1725"/>
                    <a:pt x="465" y="1717"/>
                    <a:pt x="579" y="1707"/>
                  </a:cubicBezTo>
                  <a:cubicBezTo>
                    <a:pt x="584" y="1630"/>
                    <a:pt x="590" y="1555"/>
                    <a:pt x="596" y="1479"/>
                  </a:cubicBezTo>
                  <a:cubicBezTo>
                    <a:pt x="648" y="1016"/>
                    <a:pt x="1136" y="732"/>
                    <a:pt x="1542" y="623"/>
                  </a:cubicBezTo>
                  <a:cubicBezTo>
                    <a:pt x="1723" y="579"/>
                    <a:pt x="1833" y="565"/>
                    <a:pt x="1920" y="561"/>
                  </a:cubicBezTo>
                  <a:cubicBezTo>
                    <a:pt x="1951" y="560"/>
                    <a:pt x="1985" y="558"/>
                    <a:pt x="2018" y="558"/>
                  </a:cubicBezTo>
                  <a:cubicBezTo>
                    <a:pt x="2102" y="558"/>
                    <a:pt x="2188" y="566"/>
                    <a:pt x="2242" y="603"/>
                  </a:cubicBezTo>
                  <a:cubicBezTo>
                    <a:pt x="2330" y="669"/>
                    <a:pt x="2416" y="734"/>
                    <a:pt x="2508" y="807"/>
                  </a:cubicBezTo>
                  <a:cubicBezTo>
                    <a:pt x="2518" y="819"/>
                    <a:pt x="2528" y="839"/>
                    <a:pt x="2505" y="873"/>
                  </a:cubicBezTo>
                  <a:cubicBezTo>
                    <a:pt x="2463" y="922"/>
                    <a:pt x="2422" y="969"/>
                    <a:pt x="2379" y="1020"/>
                  </a:cubicBezTo>
                  <a:cubicBezTo>
                    <a:pt x="2354" y="1050"/>
                    <a:pt x="2313" y="1042"/>
                    <a:pt x="2278" y="1033"/>
                  </a:cubicBezTo>
                  <a:cubicBezTo>
                    <a:pt x="2206" y="996"/>
                    <a:pt x="2136" y="962"/>
                    <a:pt x="2065" y="927"/>
                  </a:cubicBezTo>
                  <a:cubicBezTo>
                    <a:pt x="1937" y="870"/>
                    <a:pt x="1804" y="812"/>
                    <a:pt x="1657" y="818"/>
                  </a:cubicBezTo>
                  <a:cubicBezTo>
                    <a:pt x="1565" y="825"/>
                    <a:pt x="1475" y="919"/>
                    <a:pt x="1466" y="1048"/>
                  </a:cubicBezTo>
                  <a:cubicBezTo>
                    <a:pt x="1453" y="1244"/>
                    <a:pt x="1445" y="1446"/>
                    <a:pt x="1438" y="1664"/>
                  </a:cubicBezTo>
                  <a:cubicBezTo>
                    <a:pt x="1694" y="1656"/>
                    <a:pt x="1949" y="1652"/>
                    <a:pt x="2218" y="1651"/>
                  </a:cubicBezTo>
                  <a:cubicBezTo>
                    <a:pt x="2218" y="1712"/>
                    <a:pt x="2218" y="1768"/>
                    <a:pt x="2218" y="1831"/>
                  </a:cubicBezTo>
                  <a:cubicBezTo>
                    <a:pt x="2130" y="1870"/>
                    <a:pt x="2047" y="1910"/>
                    <a:pt x="1959" y="1950"/>
                  </a:cubicBezTo>
                  <a:cubicBezTo>
                    <a:pt x="1778" y="1952"/>
                    <a:pt x="1605" y="1954"/>
                    <a:pt x="1431" y="1957"/>
                  </a:cubicBezTo>
                  <a:cubicBezTo>
                    <a:pt x="1423" y="2475"/>
                    <a:pt x="1430" y="2992"/>
                    <a:pt x="1454" y="3469"/>
                  </a:cubicBezTo>
                  <a:cubicBezTo>
                    <a:pt x="1458" y="3541"/>
                    <a:pt x="1462" y="3614"/>
                    <a:pt x="1482" y="3663"/>
                  </a:cubicBezTo>
                  <a:cubicBezTo>
                    <a:pt x="1507" y="3725"/>
                    <a:pt x="1650" y="3772"/>
                    <a:pt x="1961" y="3789"/>
                  </a:cubicBezTo>
                  <a:cubicBezTo>
                    <a:pt x="1962" y="3844"/>
                    <a:pt x="1964" y="3895"/>
                    <a:pt x="1965" y="3947"/>
                  </a:cubicBezTo>
                  <a:cubicBezTo>
                    <a:pt x="1459" y="3932"/>
                    <a:pt x="973" y="3884"/>
                    <a:pt x="583" y="3814"/>
                  </a:cubicBezTo>
                  <a:cubicBezTo>
                    <a:pt x="1002" y="4282"/>
                    <a:pt x="1611" y="4576"/>
                    <a:pt x="2288" y="4576"/>
                  </a:cubicBezTo>
                  <a:cubicBezTo>
                    <a:pt x="3552" y="4576"/>
                    <a:pt x="4576" y="3552"/>
                    <a:pt x="4576" y="2288"/>
                  </a:cubicBezTo>
                  <a:cubicBezTo>
                    <a:pt x="4576" y="1809"/>
                    <a:pt x="4428" y="1364"/>
                    <a:pt x="4176" y="996"/>
                  </a:cubicBezTo>
                  <a:close/>
                </a:path>
              </a:pathLst>
            </a:custGeom>
            <a:solidFill>
              <a:srgbClr val="E4002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" name="Freeform 27">
              <a:extLst>
                <a:ext uri="{FF2B5EF4-FFF2-40B4-BE49-F238E27FC236}">
                  <a16:creationId xmlns:a16="http://schemas.microsoft.com/office/drawing/2014/main" id="{37DA5001-C688-9E9B-26FA-8EA95DD1C30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360" y="611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E3173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5ED3CDFE-F9DD-F5E0-E893-5F31127D466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6763513"/>
            <a:ext cx="12192000" cy="944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3327736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: Black Solid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updated logo" descr="Logo&#10;&#10;Description automatically generated">
            <a:extLst>
              <a:ext uri="{FF2B5EF4-FFF2-40B4-BE49-F238E27FC236}">
                <a16:creationId xmlns:a16="http://schemas.microsoft.com/office/drawing/2014/main" id="{772B347F-F7C5-F39C-2D59-19BAFA0C7B3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9899" y="471509"/>
            <a:ext cx="603504" cy="603504"/>
          </a:xfrm>
          <a:prstGeom prst="rect">
            <a:avLst/>
          </a:prstGeom>
        </p:spPr>
      </p:pic>
      <p:sp>
        <p:nvSpPr>
          <p:cNvPr id="22" name="Title 1">
            <a:extLst>
              <a:ext uri="{FF2B5EF4-FFF2-40B4-BE49-F238E27FC236}">
                <a16:creationId xmlns:a16="http://schemas.microsoft.com/office/drawing/2014/main" id="{898D6D05-97DF-4C74-8943-E0633B92DAB3}"/>
              </a:ext>
            </a:extLst>
          </p:cNvPr>
          <p:cNvSpPr>
            <a:spLocks noGrp="1"/>
          </p:cNvSpPr>
          <p:nvPr userDrawn="1">
            <p:ph type="ctrTitle"/>
          </p:nvPr>
        </p:nvSpPr>
        <p:spPr bwMode="black">
          <a:xfrm>
            <a:off x="457200" y="1143000"/>
            <a:ext cx="7970363" cy="2446038"/>
          </a:xfrm>
          <a:prstGeom prst="rect">
            <a:avLst/>
          </a:prstGeom>
        </p:spPr>
        <p:txBody>
          <a:bodyPr anchor="b"/>
          <a:lstStyle>
            <a:lvl1pPr algn="l">
              <a:defRPr sz="4800" spc="-13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C4FDFB-D8B5-4D90-9CC9-76F699041481}"/>
              </a:ext>
            </a:extLst>
          </p:cNvPr>
          <p:cNvSpPr>
            <a:spLocks noGrp="1"/>
          </p:cNvSpPr>
          <p:nvPr userDrawn="1">
            <p:ph type="body" sz="quarter" idx="11"/>
          </p:nvPr>
        </p:nvSpPr>
        <p:spPr>
          <a:xfrm>
            <a:off x="457200" y="3933825"/>
            <a:ext cx="7970362" cy="1781175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600">
                <a:solidFill>
                  <a:schemeClr val="bg1"/>
                </a:solidFill>
                <a:latin typeface="+mj-lt"/>
              </a:defRPr>
            </a:lvl1pPr>
            <a:lvl2pPr marL="228600" indent="-228600">
              <a:lnSpc>
                <a:spcPct val="100000"/>
              </a:lnSpc>
              <a:spcBef>
                <a:spcPts val="0"/>
              </a:spcBef>
              <a:buFontTx/>
              <a:buNone/>
              <a:defRPr sz="1600">
                <a:solidFill>
                  <a:schemeClr val="bg1"/>
                </a:solidFill>
              </a:defRPr>
            </a:lvl2pPr>
            <a:lvl3pPr marL="457200" indent="-457200">
              <a:buFontTx/>
              <a:buNone/>
              <a:defRPr sz="1600">
                <a:solidFill>
                  <a:schemeClr val="bg1"/>
                </a:solidFill>
              </a:defRPr>
            </a:lvl3pPr>
            <a:lvl4pPr marL="685800" indent="-685800">
              <a:buFontTx/>
              <a:buNone/>
              <a:defRPr sz="1600">
                <a:solidFill>
                  <a:schemeClr val="bg1"/>
                </a:solidFill>
              </a:defRPr>
            </a:lvl4pPr>
            <a:lvl5pPr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617DBCA-E6A3-642F-C1DA-19B0D0DB1E7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0" y="6763513"/>
            <a:ext cx="12192000" cy="94487"/>
          </a:xfrm>
          <a:prstGeom prst="rect">
            <a:avLst/>
          </a:prstGeom>
        </p:spPr>
      </p:pic>
      <p:sp>
        <p:nvSpPr>
          <p:cNvPr id="59" name="TextBox 58">
            <a:extLst>
              <a:ext uri="{FF2B5EF4-FFF2-40B4-BE49-F238E27FC236}">
                <a16:creationId xmlns:a16="http://schemas.microsoft.com/office/drawing/2014/main" id="{6B8864A6-576A-8318-F85F-1B4B935C24B7}"/>
              </a:ext>
            </a:extLst>
          </p:cNvPr>
          <p:cNvSpPr txBox="1"/>
          <p:nvPr userDrawn="1"/>
        </p:nvSpPr>
        <p:spPr>
          <a:xfrm>
            <a:off x="13920953" y="10706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/>
              <a:t>Primary palette</a:t>
            </a:r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D322E264-5E2E-FF4E-28A8-54B04BAEE42A}"/>
              </a:ext>
            </a:extLst>
          </p:cNvPr>
          <p:cNvSpPr/>
          <p:nvPr userDrawn="1"/>
        </p:nvSpPr>
        <p:spPr>
          <a:xfrm>
            <a:off x="13959929" y="377353"/>
            <a:ext cx="618392" cy="618392"/>
          </a:xfrm>
          <a:prstGeom prst="ellipse">
            <a:avLst/>
          </a:prstGeom>
          <a:solidFill>
            <a:srgbClr val="E400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9F53EDA2-BF29-D47C-81DE-E3073C9CD8AD}"/>
              </a:ext>
            </a:extLst>
          </p:cNvPr>
          <p:cNvSpPr/>
          <p:nvPr userDrawn="1"/>
        </p:nvSpPr>
        <p:spPr>
          <a:xfrm>
            <a:off x="15084675" y="517318"/>
            <a:ext cx="338462" cy="338462"/>
          </a:xfrm>
          <a:prstGeom prst="ellipse">
            <a:avLst/>
          </a:prstGeom>
          <a:solidFill>
            <a:srgbClr val="F7B2B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A568E3B3-90AA-1A0E-45EB-3E53ACAF9985}"/>
              </a:ext>
            </a:extLst>
          </p:cNvPr>
          <p:cNvSpPr/>
          <p:nvPr userDrawn="1"/>
        </p:nvSpPr>
        <p:spPr>
          <a:xfrm>
            <a:off x="15584292" y="517318"/>
            <a:ext cx="338462" cy="338462"/>
          </a:xfrm>
          <a:prstGeom prst="ellipse">
            <a:avLst/>
          </a:prstGeom>
          <a:solidFill>
            <a:srgbClr val="F066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99CC5F52-1D7A-193E-2E39-18A7AF2FA560}"/>
              </a:ext>
            </a:extLst>
          </p:cNvPr>
          <p:cNvSpPr/>
          <p:nvPr userDrawn="1"/>
        </p:nvSpPr>
        <p:spPr>
          <a:xfrm>
            <a:off x="16083909" y="517318"/>
            <a:ext cx="338462" cy="338462"/>
          </a:xfrm>
          <a:prstGeom prst="ellipse">
            <a:avLst/>
          </a:prstGeom>
          <a:solidFill>
            <a:srgbClr val="A7002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6227F9A4-0D3C-C77A-4708-454352FDC5DF}"/>
              </a:ext>
            </a:extLst>
          </p:cNvPr>
          <p:cNvSpPr/>
          <p:nvPr userDrawn="1"/>
        </p:nvSpPr>
        <p:spPr>
          <a:xfrm>
            <a:off x="16583525" y="517318"/>
            <a:ext cx="338462" cy="338462"/>
          </a:xfrm>
          <a:prstGeom prst="ellipse">
            <a:avLst/>
          </a:prstGeom>
          <a:solidFill>
            <a:srgbClr val="72001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018769E-1ADA-62A8-7E7C-C9CC147664FA}"/>
              </a:ext>
            </a:extLst>
          </p:cNvPr>
          <p:cNvSpPr txBox="1"/>
          <p:nvPr userDrawn="1"/>
        </p:nvSpPr>
        <p:spPr>
          <a:xfrm>
            <a:off x="15053447" y="10706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/>
              <a:t>Secondary palette</a:t>
            </a: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77EDD347-301A-933F-FA72-04FE94A0E448}"/>
              </a:ext>
            </a:extLst>
          </p:cNvPr>
          <p:cNvSpPr/>
          <p:nvPr userDrawn="1"/>
        </p:nvSpPr>
        <p:spPr>
          <a:xfrm>
            <a:off x="13959929" y="1097294"/>
            <a:ext cx="618392" cy="618392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D91CA7DA-6848-2D6D-68FE-CCEEC3E1036F}"/>
              </a:ext>
            </a:extLst>
          </p:cNvPr>
          <p:cNvSpPr/>
          <p:nvPr userDrawn="1"/>
        </p:nvSpPr>
        <p:spPr>
          <a:xfrm>
            <a:off x="15084675" y="1237259"/>
            <a:ext cx="338462" cy="338462"/>
          </a:xfrm>
          <a:prstGeom prst="ellipse">
            <a:avLst/>
          </a:prstGeom>
          <a:solidFill>
            <a:srgbClr val="FBE1C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04B9B0B8-A4EC-4055-D46B-A8C6084B9570}"/>
              </a:ext>
            </a:extLst>
          </p:cNvPr>
          <p:cNvSpPr/>
          <p:nvPr userDrawn="1"/>
        </p:nvSpPr>
        <p:spPr>
          <a:xfrm>
            <a:off x="15584292" y="1237259"/>
            <a:ext cx="338462" cy="338462"/>
          </a:xfrm>
          <a:prstGeom prst="ellipse">
            <a:avLst/>
          </a:prstGeom>
          <a:solidFill>
            <a:srgbClr val="F7C2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5ABFF16F-6A57-9D93-B80A-7974606047F5}"/>
              </a:ext>
            </a:extLst>
          </p:cNvPr>
          <p:cNvSpPr/>
          <p:nvPr userDrawn="1"/>
        </p:nvSpPr>
        <p:spPr>
          <a:xfrm>
            <a:off x="16083909" y="1237259"/>
            <a:ext cx="338462" cy="338462"/>
          </a:xfrm>
          <a:prstGeom prst="ellipse">
            <a:avLst/>
          </a:prstGeom>
          <a:solidFill>
            <a:srgbClr val="B2742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C5AE4437-4CEA-2E64-B06E-164F411FAA02}"/>
              </a:ext>
            </a:extLst>
          </p:cNvPr>
          <p:cNvSpPr/>
          <p:nvPr userDrawn="1"/>
        </p:nvSpPr>
        <p:spPr>
          <a:xfrm>
            <a:off x="16583525" y="1237259"/>
            <a:ext cx="338462" cy="338462"/>
          </a:xfrm>
          <a:prstGeom prst="ellipse">
            <a:avLst/>
          </a:prstGeom>
          <a:solidFill>
            <a:srgbClr val="794D1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BDB285A7-3D4E-76B4-89FD-AA90335FDEFE}"/>
              </a:ext>
            </a:extLst>
          </p:cNvPr>
          <p:cNvSpPr/>
          <p:nvPr userDrawn="1"/>
        </p:nvSpPr>
        <p:spPr>
          <a:xfrm>
            <a:off x="13959929" y="1817235"/>
            <a:ext cx="618392" cy="6183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06D2D769-6DB7-305B-BB14-A5B1AF26C650}"/>
              </a:ext>
            </a:extLst>
          </p:cNvPr>
          <p:cNvSpPr/>
          <p:nvPr userDrawn="1"/>
        </p:nvSpPr>
        <p:spPr>
          <a:xfrm>
            <a:off x="15084675" y="1957200"/>
            <a:ext cx="338462" cy="338462"/>
          </a:xfrm>
          <a:prstGeom prst="ellipse">
            <a:avLst/>
          </a:prstGeom>
          <a:solidFill>
            <a:srgbClr val="B7C6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0CBB62AE-8206-06DF-A50D-CDAEC10EE485}"/>
              </a:ext>
            </a:extLst>
          </p:cNvPr>
          <p:cNvSpPr/>
          <p:nvPr userDrawn="1"/>
        </p:nvSpPr>
        <p:spPr>
          <a:xfrm>
            <a:off x="15584292" y="1957200"/>
            <a:ext cx="338462" cy="338462"/>
          </a:xfrm>
          <a:prstGeom prst="ellipse">
            <a:avLst/>
          </a:prstGeom>
          <a:solidFill>
            <a:srgbClr val="6E8D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A9E3BEFD-76C6-132B-6550-20D4E61C84A4}"/>
              </a:ext>
            </a:extLst>
          </p:cNvPr>
          <p:cNvSpPr/>
          <p:nvPr userDrawn="1"/>
        </p:nvSpPr>
        <p:spPr>
          <a:xfrm>
            <a:off x="16083909" y="1957200"/>
            <a:ext cx="338462" cy="338462"/>
          </a:xfrm>
          <a:prstGeom prst="ellipse">
            <a:avLst/>
          </a:prstGeom>
          <a:solidFill>
            <a:srgbClr val="0B31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51AB2C7C-13DD-FF82-126C-60282244ADB5}"/>
              </a:ext>
            </a:extLst>
          </p:cNvPr>
          <p:cNvSpPr/>
          <p:nvPr userDrawn="1"/>
        </p:nvSpPr>
        <p:spPr>
          <a:xfrm>
            <a:off x="16583525" y="1957200"/>
            <a:ext cx="338462" cy="338462"/>
          </a:xfrm>
          <a:prstGeom prst="ellipse">
            <a:avLst/>
          </a:prstGeom>
          <a:solidFill>
            <a:srgbClr val="07215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8FB79684-B33D-E567-480A-452E4DDD99EC}"/>
              </a:ext>
            </a:extLst>
          </p:cNvPr>
          <p:cNvSpPr/>
          <p:nvPr userDrawn="1"/>
        </p:nvSpPr>
        <p:spPr>
          <a:xfrm>
            <a:off x="13959929" y="2537176"/>
            <a:ext cx="618392" cy="618392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D7B6B41F-38AD-766A-1498-079DDA03A55E}"/>
              </a:ext>
            </a:extLst>
          </p:cNvPr>
          <p:cNvSpPr/>
          <p:nvPr userDrawn="1"/>
        </p:nvSpPr>
        <p:spPr>
          <a:xfrm>
            <a:off x="15084675" y="2677141"/>
            <a:ext cx="338462" cy="338462"/>
          </a:xfrm>
          <a:prstGeom prst="ellipse">
            <a:avLst/>
          </a:prstGeom>
          <a:solidFill>
            <a:srgbClr val="E6BE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A6681E13-94AA-F635-6634-F3E6C83457AC}"/>
              </a:ext>
            </a:extLst>
          </p:cNvPr>
          <p:cNvSpPr/>
          <p:nvPr userDrawn="1"/>
        </p:nvSpPr>
        <p:spPr>
          <a:xfrm>
            <a:off x="15584292" y="2677141"/>
            <a:ext cx="338462" cy="338462"/>
          </a:xfrm>
          <a:prstGeom prst="ellipse">
            <a:avLst/>
          </a:prstGeom>
          <a:solidFill>
            <a:srgbClr val="CD7DB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BF0A6337-D7D8-F4EE-6E9B-0BDAFBDA480E}"/>
              </a:ext>
            </a:extLst>
          </p:cNvPr>
          <p:cNvSpPr/>
          <p:nvPr userDrawn="1"/>
        </p:nvSpPr>
        <p:spPr>
          <a:xfrm>
            <a:off x="16083909" y="2677141"/>
            <a:ext cx="338462" cy="338462"/>
          </a:xfrm>
          <a:prstGeom prst="ellipse">
            <a:avLst/>
          </a:prstGeom>
          <a:solidFill>
            <a:srgbClr val="801D6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EE2026BC-FF5D-9918-4FAE-FA078AA70554}"/>
              </a:ext>
            </a:extLst>
          </p:cNvPr>
          <p:cNvSpPr/>
          <p:nvPr userDrawn="1"/>
        </p:nvSpPr>
        <p:spPr>
          <a:xfrm>
            <a:off x="16583525" y="2677141"/>
            <a:ext cx="338462" cy="338462"/>
          </a:xfrm>
          <a:prstGeom prst="ellipse">
            <a:avLst/>
          </a:prstGeom>
          <a:solidFill>
            <a:srgbClr val="5614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8E327B19-6402-6607-9D15-D136F300CD80}"/>
              </a:ext>
            </a:extLst>
          </p:cNvPr>
          <p:cNvSpPr/>
          <p:nvPr userDrawn="1"/>
        </p:nvSpPr>
        <p:spPr>
          <a:xfrm>
            <a:off x="13959929" y="3257117"/>
            <a:ext cx="618392" cy="61839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C9A3D2F4-3EB3-F61F-856E-75DFB9F8129B}"/>
              </a:ext>
            </a:extLst>
          </p:cNvPr>
          <p:cNvSpPr/>
          <p:nvPr userDrawn="1"/>
        </p:nvSpPr>
        <p:spPr>
          <a:xfrm>
            <a:off x="15084675" y="3397082"/>
            <a:ext cx="338462" cy="338462"/>
          </a:xfrm>
          <a:prstGeom prst="ellipse">
            <a:avLst/>
          </a:prstGeom>
          <a:solidFill>
            <a:srgbClr val="B2DFC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C6455246-6704-07AF-4692-909F56F756FF}"/>
              </a:ext>
            </a:extLst>
          </p:cNvPr>
          <p:cNvSpPr/>
          <p:nvPr userDrawn="1"/>
        </p:nvSpPr>
        <p:spPr>
          <a:xfrm>
            <a:off x="15584292" y="3397082"/>
            <a:ext cx="338462" cy="338462"/>
          </a:xfrm>
          <a:prstGeom prst="ellipse">
            <a:avLst/>
          </a:prstGeom>
          <a:solidFill>
            <a:srgbClr val="66C0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D59AE0FA-67A8-E334-C76F-36BAEA96C580}"/>
              </a:ext>
            </a:extLst>
          </p:cNvPr>
          <p:cNvSpPr/>
          <p:nvPr userDrawn="1"/>
        </p:nvSpPr>
        <p:spPr>
          <a:xfrm>
            <a:off x="16083909" y="3397082"/>
            <a:ext cx="338462" cy="338462"/>
          </a:xfrm>
          <a:prstGeom prst="ellipse">
            <a:avLst/>
          </a:prstGeom>
          <a:solidFill>
            <a:srgbClr val="0071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5" name="Oval 84">
            <a:extLst>
              <a:ext uri="{FF2B5EF4-FFF2-40B4-BE49-F238E27FC236}">
                <a16:creationId xmlns:a16="http://schemas.microsoft.com/office/drawing/2014/main" id="{9B3FBF95-9FF1-5C0F-FA76-2CE94E3886E8}"/>
              </a:ext>
            </a:extLst>
          </p:cNvPr>
          <p:cNvSpPr/>
          <p:nvPr userDrawn="1"/>
        </p:nvSpPr>
        <p:spPr>
          <a:xfrm>
            <a:off x="16583525" y="3397082"/>
            <a:ext cx="338462" cy="338462"/>
          </a:xfrm>
          <a:prstGeom prst="ellipse">
            <a:avLst/>
          </a:prstGeom>
          <a:solidFill>
            <a:srgbClr val="004B1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720E2B0C-4A3C-F8A2-7B0D-055209C460D9}"/>
              </a:ext>
            </a:extLst>
          </p:cNvPr>
          <p:cNvSpPr/>
          <p:nvPr userDrawn="1"/>
        </p:nvSpPr>
        <p:spPr>
          <a:xfrm>
            <a:off x="13959929" y="3977058"/>
            <a:ext cx="618392" cy="6183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653C83E7-C6CC-A26D-D36D-5FE3DE86585B}"/>
              </a:ext>
            </a:extLst>
          </p:cNvPr>
          <p:cNvSpPr/>
          <p:nvPr userDrawn="1"/>
        </p:nvSpPr>
        <p:spPr>
          <a:xfrm>
            <a:off x="15084675" y="4117023"/>
            <a:ext cx="338462" cy="338462"/>
          </a:xfrm>
          <a:prstGeom prst="ellipse">
            <a:avLst/>
          </a:prstGeom>
          <a:solidFill>
            <a:srgbClr val="D0BC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6B8753BD-AF76-9023-8F80-375A6A1E034C}"/>
              </a:ext>
            </a:extLst>
          </p:cNvPr>
          <p:cNvSpPr/>
          <p:nvPr userDrawn="1"/>
        </p:nvSpPr>
        <p:spPr>
          <a:xfrm>
            <a:off x="15584292" y="4117023"/>
            <a:ext cx="338462" cy="338462"/>
          </a:xfrm>
          <a:prstGeom prst="ellipse">
            <a:avLst/>
          </a:prstGeom>
          <a:solidFill>
            <a:srgbClr val="A17AB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FAA65B46-C5CB-2E3C-8C73-71CC48E77D5D}"/>
              </a:ext>
            </a:extLst>
          </p:cNvPr>
          <p:cNvSpPr/>
          <p:nvPr userDrawn="1"/>
        </p:nvSpPr>
        <p:spPr>
          <a:xfrm>
            <a:off x="16083909" y="4117023"/>
            <a:ext cx="338462" cy="338462"/>
          </a:xfrm>
          <a:prstGeom prst="ellipse">
            <a:avLst/>
          </a:prstGeom>
          <a:solidFill>
            <a:srgbClr val="3813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BDFE2051-4E04-BFC6-4D6D-A62F6E1E1C75}"/>
              </a:ext>
            </a:extLst>
          </p:cNvPr>
          <p:cNvSpPr/>
          <p:nvPr userDrawn="1"/>
        </p:nvSpPr>
        <p:spPr>
          <a:xfrm>
            <a:off x="16583525" y="4117023"/>
            <a:ext cx="338462" cy="338462"/>
          </a:xfrm>
          <a:prstGeom prst="ellipse">
            <a:avLst/>
          </a:prstGeom>
          <a:solidFill>
            <a:srgbClr val="250D3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9DC5A179-7B71-9009-7BC5-108607A457A4}"/>
              </a:ext>
            </a:extLst>
          </p:cNvPr>
          <p:cNvSpPr/>
          <p:nvPr userDrawn="1"/>
        </p:nvSpPr>
        <p:spPr>
          <a:xfrm>
            <a:off x="13959929" y="4652930"/>
            <a:ext cx="618392" cy="618392"/>
          </a:xfrm>
          <a:prstGeom prst="ellipse">
            <a:avLst/>
          </a:prstGeom>
          <a:solidFill>
            <a:srgbClr val="007B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5D9B26BE-E14F-A017-C96B-36B2272121B8}"/>
              </a:ext>
            </a:extLst>
          </p:cNvPr>
          <p:cNvSpPr/>
          <p:nvPr userDrawn="1"/>
        </p:nvSpPr>
        <p:spPr>
          <a:xfrm>
            <a:off x="15084675" y="4836963"/>
            <a:ext cx="338462" cy="338462"/>
          </a:xfrm>
          <a:prstGeom prst="ellipse">
            <a:avLst/>
          </a:prstGeom>
          <a:solidFill>
            <a:srgbClr val="B2D7E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F9716F92-5184-CFC9-71AD-BFEF8DE029C6}"/>
              </a:ext>
            </a:extLst>
          </p:cNvPr>
          <p:cNvSpPr/>
          <p:nvPr userDrawn="1"/>
        </p:nvSpPr>
        <p:spPr>
          <a:xfrm>
            <a:off x="15584292" y="4836963"/>
            <a:ext cx="338462" cy="338462"/>
          </a:xfrm>
          <a:prstGeom prst="ellipse">
            <a:avLst/>
          </a:prstGeom>
          <a:solidFill>
            <a:srgbClr val="66AF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235DF6F2-FDE6-324E-131C-73434948B792}"/>
              </a:ext>
            </a:extLst>
          </p:cNvPr>
          <p:cNvSpPr/>
          <p:nvPr userDrawn="1"/>
        </p:nvSpPr>
        <p:spPr>
          <a:xfrm>
            <a:off x="16083909" y="4836963"/>
            <a:ext cx="338462" cy="338462"/>
          </a:xfrm>
          <a:prstGeom prst="ellipse">
            <a:avLst/>
          </a:prstGeom>
          <a:solidFill>
            <a:srgbClr val="005C8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60A67C6A-1714-AFE0-A8BD-8C1943F1A86B}"/>
              </a:ext>
            </a:extLst>
          </p:cNvPr>
          <p:cNvSpPr/>
          <p:nvPr userDrawn="1"/>
        </p:nvSpPr>
        <p:spPr>
          <a:xfrm>
            <a:off x="16583525" y="4836963"/>
            <a:ext cx="338462" cy="338462"/>
          </a:xfrm>
          <a:prstGeom prst="ellipse">
            <a:avLst/>
          </a:prstGeom>
          <a:solidFill>
            <a:srgbClr val="003D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05E209E9-C407-F63E-FB71-6863ECBECEDF}"/>
              </a:ext>
            </a:extLst>
          </p:cNvPr>
          <p:cNvSpPr txBox="1"/>
          <p:nvPr userDrawn="1"/>
        </p:nvSpPr>
        <p:spPr>
          <a:xfrm>
            <a:off x="13920953" y="570792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/>
              <a:t>Product Group Colors</a:t>
            </a:r>
          </a:p>
        </p:txBody>
      </p: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938F092C-651A-8CF4-F686-2E0E3301BC6F}"/>
              </a:ext>
            </a:extLst>
          </p:cNvPr>
          <p:cNvCxnSpPr>
            <a:cxnSpLocks/>
          </p:cNvCxnSpPr>
          <p:nvPr userDrawn="1"/>
        </p:nvCxnSpPr>
        <p:spPr>
          <a:xfrm>
            <a:off x="13920953" y="5583284"/>
            <a:ext cx="3109779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E0C0DD99-0082-B50C-F91E-E561FCF13F62}"/>
              </a:ext>
            </a:extLst>
          </p:cNvPr>
          <p:cNvCxnSpPr>
            <a:cxnSpLocks/>
          </p:cNvCxnSpPr>
          <p:nvPr userDrawn="1"/>
        </p:nvCxnSpPr>
        <p:spPr>
          <a:xfrm>
            <a:off x="13920953" y="0"/>
            <a:ext cx="907751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40FCEA22-D7DF-6C99-CA1D-090CD1F38718}"/>
              </a:ext>
            </a:extLst>
          </p:cNvPr>
          <p:cNvCxnSpPr>
            <a:cxnSpLocks/>
          </p:cNvCxnSpPr>
          <p:nvPr userDrawn="1"/>
        </p:nvCxnSpPr>
        <p:spPr>
          <a:xfrm>
            <a:off x="15040681" y="0"/>
            <a:ext cx="1963661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0555B1D1-229E-5B21-8E0A-3742ED15F48B}"/>
              </a:ext>
            </a:extLst>
          </p:cNvPr>
          <p:cNvSpPr/>
          <p:nvPr userDrawn="1"/>
        </p:nvSpPr>
        <p:spPr>
          <a:xfrm>
            <a:off x="14716831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>
                <a:solidFill>
                  <a:schemeClr val="tx1"/>
                </a:solidFill>
                <a:latin typeface="+mn-lt"/>
              </a:rPr>
              <a:t>BIG-IP Next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B68224D8-B9CF-D63D-3F6C-12037D0C3DEA}"/>
              </a:ext>
            </a:extLst>
          </p:cNvPr>
          <p:cNvSpPr/>
          <p:nvPr userDrawn="1"/>
        </p:nvSpPr>
        <p:spPr>
          <a:xfrm>
            <a:off x="14804987" y="6024739"/>
            <a:ext cx="338462" cy="338462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37FB0D3-2319-26F1-43EA-389B2DDE17D8}"/>
              </a:ext>
            </a:extLst>
          </p:cNvPr>
          <p:cNvSpPr/>
          <p:nvPr userDrawn="1"/>
        </p:nvSpPr>
        <p:spPr>
          <a:xfrm>
            <a:off x="13843869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>
                <a:solidFill>
                  <a:schemeClr val="tx1"/>
                </a:solidFill>
                <a:latin typeface="+mn-lt"/>
              </a:rPr>
              <a:t>Distributed Cloud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718A6EB-7918-4CC8-FC74-C33502EAAD21}"/>
              </a:ext>
            </a:extLst>
          </p:cNvPr>
          <p:cNvSpPr/>
          <p:nvPr userDrawn="1"/>
        </p:nvSpPr>
        <p:spPr>
          <a:xfrm>
            <a:off x="15568415" y="6388493"/>
            <a:ext cx="91440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000" kern="100">
                <a:solidFill>
                  <a:schemeClr val="tx1"/>
                </a:solidFill>
                <a:latin typeface="+mn-lt"/>
              </a:rPr>
              <a:t>BIG-IP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C8F97C5-E98B-18EC-CEF7-E802EF15EC71}"/>
              </a:ext>
            </a:extLst>
          </p:cNvPr>
          <p:cNvSpPr/>
          <p:nvPr userDrawn="1"/>
        </p:nvSpPr>
        <p:spPr>
          <a:xfrm>
            <a:off x="13916887" y="6024739"/>
            <a:ext cx="338462" cy="33846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F967909-A541-D1B3-E728-8BD37D464BBF}"/>
              </a:ext>
            </a:extLst>
          </p:cNvPr>
          <p:cNvSpPr/>
          <p:nvPr userDrawn="1"/>
        </p:nvSpPr>
        <p:spPr>
          <a:xfrm>
            <a:off x="15702617" y="6024739"/>
            <a:ext cx="338462" cy="33846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CA06DE6-0847-FEA1-EBC0-A24A0351B814}"/>
              </a:ext>
            </a:extLst>
          </p:cNvPr>
          <p:cNvSpPr/>
          <p:nvPr userDrawn="1"/>
        </p:nvSpPr>
        <p:spPr>
          <a:xfrm>
            <a:off x="16491659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>
                <a:solidFill>
                  <a:schemeClr val="tx1"/>
                </a:solidFill>
                <a:latin typeface="+mn-lt"/>
              </a:rPr>
              <a:t>NGINX 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2D63373-5783-6E64-EBAA-D26F34D6742B}"/>
              </a:ext>
            </a:extLst>
          </p:cNvPr>
          <p:cNvSpPr/>
          <p:nvPr userDrawn="1"/>
        </p:nvSpPr>
        <p:spPr>
          <a:xfrm>
            <a:off x="16590717" y="6024739"/>
            <a:ext cx="338462" cy="33846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2708409670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: Black Pattern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: Shape 4">
            <a:extLst>
              <a:ext uri="{FF2B5EF4-FFF2-40B4-BE49-F238E27FC236}">
                <a16:creationId xmlns:a16="http://schemas.microsoft.com/office/drawing/2014/main" id="{29EAAB68-B983-729A-E37F-D0E4D2C2CCA5}"/>
              </a:ext>
            </a:extLst>
          </p:cNvPr>
          <p:cNvSpPr/>
          <p:nvPr userDrawn="1"/>
        </p:nvSpPr>
        <p:spPr>
          <a:xfrm>
            <a:off x="1346425" y="0"/>
            <a:ext cx="8939754" cy="6761018"/>
          </a:xfrm>
          <a:custGeom>
            <a:avLst/>
            <a:gdLst>
              <a:gd name="connsiteX0" fmla="*/ 1503815 w 8939754"/>
              <a:gd name="connsiteY0" fmla="*/ 0 h 6766560"/>
              <a:gd name="connsiteX1" fmla="*/ 7435940 w 8939754"/>
              <a:gd name="connsiteY1" fmla="*/ 0 h 6766560"/>
              <a:gd name="connsiteX2" fmla="*/ 7630557 w 8939754"/>
              <a:gd name="connsiteY2" fmla="*/ 176881 h 6766560"/>
              <a:gd name="connsiteX3" fmla="*/ 8939754 w 8939754"/>
              <a:gd name="connsiteY3" fmla="*/ 3337560 h 6766560"/>
              <a:gd name="connsiteX4" fmla="*/ 7475321 w 8939754"/>
              <a:gd name="connsiteY4" fmla="*/ 6646243 h 6766560"/>
              <a:gd name="connsiteX5" fmla="*/ 7336423 w 8939754"/>
              <a:gd name="connsiteY5" fmla="*/ 6766560 h 6766560"/>
              <a:gd name="connsiteX6" fmla="*/ 1603331 w 8939754"/>
              <a:gd name="connsiteY6" fmla="*/ 6766560 h 6766560"/>
              <a:gd name="connsiteX7" fmla="*/ 1464433 w 8939754"/>
              <a:gd name="connsiteY7" fmla="*/ 6646243 h 6766560"/>
              <a:gd name="connsiteX8" fmla="*/ 0 w 8939754"/>
              <a:gd name="connsiteY8" fmla="*/ 3337560 h 6766560"/>
              <a:gd name="connsiteX9" fmla="*/ 1309197 w 8939754"/>
              <a:gd name="connsiteY9" fmla="*/ 176881 h 67665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939754" h="6766560">
                <a:moveTo>
                  <a:pt x="1503815" y="0"/>
                </a:moveTo>
                <a:lnTo>
                  <a:pt x="7435940" y="0"/>
                </a:lnTo>
                <a:lnTo>
                  <a:pt x="7630557" y="176881"/>
                </a:lnTo>
                <a:cubicBezTo>
                  <a:pt x="8439446" y="985769"/>
                  <a:pt x="8939754" y="2103238"/>
                  <a:pt x="8939754" y="3337560"/>
                </a:cubicBezTo>
                <a:cubicBezTo>
                  <a:pt x="8939754" y="4649027"/>
                  <a:pt x="8374953" y="5828578"/>
                  <a:pt x="7475321" y="6646243"/>
                </a:cubicBezTo>
                <a:lnTo>
                  <a:pt x="7336423" y="6766560"/>
                </a:lnTo>
                <a:lnTo>
                  <a:pt x="1603331" y="6766560"/>
                </a:lnTo>
                <a:lnTo>
                  <a:pt x="1464433" y="6646243"/>
                </a:lnTo>
                <a:cubicBezTo>
                  <a:pt x="564801" y="5828578"/>
                  <a:pt x="0" y="4649027"/>
                  <a:pt x="0" y="3337560"/>
                </a:cubicBezTo>
                <a:cubicBezTo>
                  <a:pt x="0" y="2103238"/>
                  <a:pt x="500308" y="985769"/>
                  <a:pt x="1309197" y="176881"/>
                </a:cubicBezTo>
                <a:close/>
              </a:path>
            </a:pathLst>
          </a:custGeom>
          <a:solidFill>
            <a:srgbClr val="1D1D1D">
              <a:alpha val="92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US" kern="10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5C7F33C6-E926-91A7-9DA2-D69142C95716}"/>
              </a:ext>
            </a:extLst>
          </p:cNvPr>
          <p:cNvSpPr/>
          <p:nvPr userDrawn="1"/>
        </p:nvSpPr>
        <p:spPr>
          <a:xfrm>
            <a:off x="1" y="0"/>
            <a:ext cx="6929793" cy="6761018"/>
          </a:xfrm>
          <a:custGeom>
            <a:avLst/>
            <a:gdLst>
              <a:gd name="connsiteX0" fmla="*/ 0 w 6929793"/>
              <a:gd name="connsiteY0" fmla="*/ 0 h 6761018"/>
              <a:gd name="connsiteX1" fmla="*/ 5425979 w 6929793"/>
              <a:gd name="connsiteY1" fmla="*/ 0 h 6761018"/>
              <a:gd name="connsiteX2" fmla="*/ 5620596 w 6929793"/>
              <a:gd name="connsiteY2" fmla="*/ 176736 h 6761018"/>
              <a:gd name="connsiteX3" fmla="*/ 6929793 w 6929793"/>
              <a:gd name="connsiteY3" fmla="*/ 3334827 h 6761018"/>
              <a:gd name="connsiteX4" fmla="*/ 5465360 w 6929793"/>
              <a:gd name="connsiteY4" fmla="*/ 6640800 h 6761018"/>
              <a:gd name="connsiteX5" fmla="*/ 5326462 w 6929793"/>
              <a:gd name="connsiteY5" fmla="*/ 6761018 h 6761018"/>
              <a:gd name="connsiteX6" fmla="*/ 0 w 6929793"/>
              <a:gd name="connsiteY6" fmla="*/ 6761018 h 67610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929793" h="6761018">
                <a:moveTo>
                  <a:pt x="0" y="0"/>
                </a:moveTo>
                <a:lnTo>
                  <a:pt x="5425979" y="0"/>
                </a:lnTo>
                <a:lnTo>
                  <a:pt x="5620596" y="176736"/>
                </a:lnTo>
                <a:cubicBezTo>
                  <a:pt x="6429485" y="984962"/>
                  <a:pt x="6929793" y="2101516"/>
                  <a:pt x="6929793" y="3334827"/>
                </a:cubicBezTo>
                <a:cubicBezTo>
                  <a:pt x="6929793" y="4645220"/>
                  <a:pt x="6364992" y="5823804"/>
                  <a:pt x="5465360" y="6640800"/>
                </a:cubicBezTo>
                <a:lnTo>
                  <a:pt x="5326462" y="6761018"/>
                </a:lnTo>
                <a:lnTo>
                  <a:pt x="0" y="6761018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US" kern="100" err="1">
              <a:solidFill>
                <a:schemeClr val="bg1"/>
              </a:solidFill>
              <a:latin typeface="+mj-lt"/>
            </a:endParaRPr>
          </a:p>
        </p:txBody>
      </p:sp>
      <p:pic>
        <p:nvPicPr>
          <p:cNvPr id="2" name="updated logo" descr="Logo&#10;&#10;Description automatically generated">
            <a:extLst>
              <a:ext uri="{FF2B5EF4-FFF2-40B4-BE49-F238E27FC236}">
                <a16:creationId xmlns:a16="http://schemas.microsoft.com/office/drawing/2014/main" id="{772B347F-F7C5-F39C-2D59-19BAFA0C7B3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9899" y="471509"/>
            <a:ext cx="603504" cy="603504"/>
          </a:xfrm>
          <a:prstGeom prst="rect">
            <a:avLst/>
          </a:prstGeom>
        </p:spPr>
      </p:pic>
      <p:sp>
        <p:nvSpPr>
          <p:cNvPr id="22" name="Title 1">
            <a:extLst>
              <a:ext uri="{FF2B5EF4-FFF2-40B4-BE49-F238E27FC236}">
                <a16:creationId xmlns:a16="http://schemas.microsoft.com/office/drawing/2014/main" id="{898D6D05-97DF-4C74-8943-E0633B92DAB3}"/>
              </a:ext>
            </a:extLst>
          </p:cNvPr>
          <p:cNvSpPr>
            <a:spLocks noGrp="1"/>
          </p:cNvSpPr>
          <p:nvPr userDrawn="1">
            <p:ph type="ctrTitle"/>
          </p:nvPr>
        </p:nvSpPr>
        <p:spPr bwMode="black">
          <a:xfrm>
            <a:off x="457200" y="1143000"/>
            <a:ext cx="7970363" cy="2446038"/>
          </a:xfrm>
          <a:prstGeom prst="rect">
            <a:avLst/>
          </a:prstGeom>
        </p:spPr>
        <p:txBody>
          <a:bodyPr anchor="b"/>
          <a:lstStyle>
            <a:lvl1pPr algn="l">
              <a:defRPr sz="4800" spc="-13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22F48ABA-D537-0BEA-5127-7333B84D859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57200" y="3933825"/>
            <a:ext cx="7970362" cy="1781175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600">
                <a:solidFill>
                  <a:schemeClr val="bg1"/>
                </a:solidFill>
                <a:latin typeface="+mj-lt"/>
              </a:defRPr>
            </a:lvl1pPr>
            <a:lvl2pPr marL="228600" indent="-228600">
              <a:lnSpc>
                <a:spcPct val="100000"/>
              </a:lnSpc>
              <a:spcBef>
                <a:spcPts val="0"/>
              </a:spcBef>
              <a:buFontTx/>
              <a:buNone/>
              <a:defRPr sz="1600">
                <a:solidFill>
                  <a:schemeClr val="bg1"/>
                </a:solidFill>
              </a:defRPr>
            </a:lvl2pPr>
            <a:lvl3pPr marL="457200" indent="-457200">
              <a:buFontTx/>
              <a:buNone/>
              <a:defRPr sz="1600">
                <a:solidFill>
                  <a:schemeClr val="bg1"/>
                </a:solidFill>
              </a:defRPr>
            </a:lvl3pPr>
            <a:lvl4pPr marL="685800" indent="-685800">
              <a:buFontTx/>
              <a:buNone/>
              <a:defRPr sz="1600">
                <a:solidFill>
                  <a:schemeClr val="bg1"/>
                </a:solidFill>
              </a:defRPr>
            </a:lvl4pPr>
            <a:lvl5pPr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17C84A8-0688-CEE1-300E-5D813C6F8FC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0" y="6763513"/>
            <a:ext cx="12192000" cy="9448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4979574-DBE3-4617-CBB2-BAA0216316E4}"/>
              </a:ext>
            </a:extLst>
          </p:cNvPr>
          <p:cNvSpPr txBox="1"/>
          <p:nvPr userDrawn="1"/>
        </p:nvSpPr>
        <p:spPr>
          <a:xfrm>
            <a:off x="13920953" y="10706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/>
              <a:t>Primary palette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6933D01-3FDE-1354-B19F-15F44F107750}"/>
              </a:ext>
            </a:extLst>
          </p:cNvPr>
          <p:cNvSpPr/>
          <p:nvPr userDrawn="1"/>
        </p:nvSpPr>
        <p:spPr>
          <a:xfrm>
            <a:off x="13959929" y="377353"/>
            <a:ext cx="618392" cy="618392"/>
          </a:xfrm>
          <a:prstGeom prst="ellipse">
            <a:avLst/>
          </a:prstGeom>
          <a:solidFill>
            <a:srgbClr val="E400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7B2605C-AF36-CE54-CAD8-CD1D38C6690F}"/>
              </a:ext>
            </a:extLst>
          </p:cNvPr>
          <p:cNvSpPr/>
          <p:nvPr userDrawn="1"/>
        </p:nvSpPr>
        <p:spPr>
          <a:xfrm>
            <a:off x="15084675" y="517318"/>
            <a:ext cx="338462" cy="338462"/>
          </a:xfrm>
          <a:prstGeom prst="ellipse">
            <a:avLst/>
          </a:prstGeom>
          <a:solidFill>
            <a:srgbClr val="F7B2B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FF6D0F8-09A9-085F-96E5-2A75E734CD61}"/>
              </a:ext>
            </a:extLst>
          </p:cNvPr>
          <p:cNvSpPr/>
          <p:nvPr userDrawn="1"/>
        </p:nvSpPr>
        <p:spPr>
          <a:xfrm>
            <a:off x="15584292" y="517318"/>
            <a:ext cx="338462" cy="338462"/>
          </a:xfrm>
          <a:prstGeom prst="ellipse">
            <a:avLst/>
          </a:prstGeom>
          <a:solidFill>
            <a:srgbClr val="F066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2A86A13C-B208-D1B3-E791-CAE6A4E0EB5B}"/>
              </a:ext>
            </a:extLst>
          </p:cNvPr>
          <p:cNvSpPr/>
          <p:nvPr userDrawn="1"/>
        </p:nvSpPr>
        <p:spPr>
          <a:xfrm>
            <a:off x="16083909" y="517318"/>
            <a:ext cx="338462" cy="338462"/>
          </a:xfrm>
          <a:prstGeom prst="ellipse">
            <a:avLst/>
          </a:prstGeom>
          <a:solidFill>
            <a:srgbClr val="A7002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4C22E1A1-C5CE-642E-A6D3-A20BE1B795F3}"/>
              </a:ext>
            </a:extLst>
          </p:cNvPr>
          <p:cNvSpPr/>
          <p:nvPr userDrawn="1"/>
        </p:nvSpPr>
        <p:spPr>
          <a:xfrm>
            <a:off x="16583525" y="517318"/>
            <a:ext cx="338462" cy="338462"/>
          </a:xfrm>
          <a:prstGeom prst="ellipse">
            <a:avLst/>
          </a:prstGeom>
          <a:solidFill>
            <a:srgbClr val="72001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596D6E7-BB8E-392D-7682-C3979A489D82}"/>
              </a:ext>
            </a:extLst>
          </p:cNvPr>
          <p:cNvSpPr txBox="1"/>
          <p:nvPr userDrawn="1"/>
        </p:nvSpPr>
        <p:spPr>
          <a:xfrm>
            <a:off x="15053447" y="10706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/>
              <a:t>Secondary palette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E7A449C1-8FFB-00E4-A9F2-871E1F0A5A3D}"/>
              </a:ext>
            </a:extLst>
          </p:cNvPr>
          <p:cNvSpPr/>
          <p:nvPr userDrawn="1"/>
        </p:nvSpPr>
        <p:spPr>
          <a:xfrm>
            <a:off x="13959929" y="1097294"/>
            <a:ext cx="618392" cy="618392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24E856F3-AB9C-206B-0199-82466B3209B1}"/>
              </a:ext>
            </a:extLst>
          </p:cNvPr>
          <p:cNvSpPr/>
          <p:nvPr userDrawn="1"/>
        </p:nvSpPr>
        <p:spPr>
          <a:xfrm>
            <a:off x="15084675" y="1237259"/>
            <a:ext cx="338462" cy="338462"/>
          </a:xfrm>
          <a:prstGeom prst="ellipse">
            <a:avLst/>
          </a:prstGeom>
          <a:solidFill>
            <a:srgbClr val="FBE1C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59BABC43-1101-FEA8-2521-A2ABDC83A614}"/>
              </a:ext>
            </a:extLst>
          </p:cNvPr>
          <p:cNvSpPr/>
          <p:nvPr userDrawn="1"/>
        </p:nvSpPr>
        <p:spPr>
          <a:xfrm>
            <a:off x="15584292" y="1237259"/>
            <a:ext cx="338462" cy="338462"/>
          </a:xfrm>
          <a:prstGeom prst="ellipse">
            <a:avLst/>
          </a:prstGeom>
          <a:solidFill>
            <a:srgbClr val="F7C2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DD447ECC-83E6-7D63-A665-3F545B11820D}"/>
              </a:ext>
            </a:extLst>
          </p:cNvPr>
          <p:cNvSpPr/>
          <p:nvPr userDrawn="1"/>
        </p:nvSpPr>
        <p:spPr>
          <a:xfrm>
            <a:off x="16083909" y="1237259"/>
            <a:ext cx="338462" cy="338462"/>
          </a:xfrm>
          <a:prstGeom prst="ellipse">
            <a:avLst/>
          </a:prstGeom>
          <a:solidFill>
            <a:srgbClr val="B2742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9105303C-8C91-F8EF-ADFB-8160177BE86B}"/>
              </a:ext>
            </a:extLst>
          </p:cNvPr>
          <p:cNvSpPr/>
          <p:nvPr userDrawn="1"/>
        </p:nvSpPr>
        <p:spPr>
          <a:xfrm>
            <a:off x="16583525" y="1237259"/>
            <a:ext cx="338462" cy="338462"/>
          </a:xfrm>
          <a:prstGeom prst="ellipse">
            <a:avLst/>
          </a:prstGeom>
          <a:solidFill>
            <a:srgbClr val="794D1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DC11CADE-5541-4DF5-6D9C-C5434D278583}"/>
              </a:ext>
            </a:extLst>
          </p:cNvPr>
          <p:cNvSpPr/>
          <p:nvPr userDrawn="1"/>
        </p:nvSpPr>
        <p:spPr>
          <a:xfrm>
            <a:off x="13959929" y="1817235"/>
            <a:ext cx="618392" cy="6183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9BA1A975-ECF0-AAEC-80AD-517E2CF75B6C}"/>
              </a:ext>
            </a:extLst>
          </p:cNvPr>
          <p:cNvSpPr/>
          <p:nvPr userDrawn="1"/>
        </p:nvSpPr>
        <p:spPr>
          <a:xfrm>
            <a:off x="15084675" y="1957200"/>
            <a:ext cx="338462" cy="338462"/>
          </a:xfrm>
          <a:prstGeom prst="ellipse">
            <a:avLst/>
          </a:prstGeom>
          <a:solidFill>
            <a:srgbClr val="B7C6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DA25D458-6994-8457-0DAB-6D78805B0889}"/>
              </a:ext>
            </a:extLst>
          </p:cNvPr>
          <p:cNvSpPr/>
          <p:nvPr userDrawn="1"/>
        </p:nvSpPr>
        <p:spPr>
          <a:xfrm>
            <a:off x="15584292" y="1957200"/>
            <a:ext cx="338462" cy="338462"/>
          </a:xfrm>
          <a:prstGeom prst="ellipse">
            <a:avLst/>
          </a:prstGeom>
          <a:solidFill>
            <a:srgbClr val="6E8D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EDA0C2A7-0626-6EA4-CB4C-3212B889EBD8}"/>
              </a:ext>
            </a:extLst>
          </p:cNvPr>
          <p:cNvSpPr/>
          <p:nvPr userDrawn="1"/>
        </p:nvSpPr>
        <p:spPr>
          <a:xfrm>
            <a:off x="16083909" y="1957200"/>
            <a:ext cx="338462" cy="338462"/>
          </a:xfrm>
          <a:prstGeom prst="ellipse">
            <a:avLst/>
          </a:prstGeom>
          <a:solidFill>
            <a:srgbClr val="0B31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3BB68E7F-4F90-3584-BAD9-C2D30DC91715}"/>
              </a:ext>
            </a:extLst>
          </p:cNvPr>
          <p:cNvSpPr/>
          <p:nvPr userDrawn="1"/>
        </p:nvSpPr>
        <p:spPr>
          <a:xfrm>
            <a:off x="16583525" y="1957200"/>
            <a:ext cx="338462" cy="338462"/>
          </a:xfrm>
          <a:prstGeom prst="ellipse">
            <a:avLst/>
          </a:prstGeom>
          <a:solidFill>
            <a:srgbClr val="07215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518BBCC1-8EF2-3F37-35B8-65657C135669}"/>
              </a:ext>
            </a:extLst>
          </p:cNvPr>
          <p:cNvSpPr/>
          <p:nvPr userDrawn="1"/>
        </p:nvSpPr>
        <p:spPr>
          <a:xfrm>
            <a:off x="13959929" y="2537176"/>
            <a:ext cx="618392" cy="618392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A455D5A2-0446-BAC3-D537-DE0B405AB2CC}"/>
              </a:ext>
            </a:extLst>
          </p:cNvPr>
          <p:cNvSpPr/>
          <p:nvPr userDrawn="1"/>
        </p:nvSpPr>
        <p:spPr>
          <a:xfrm>
            <a:off x="15084675" y="2677141"/>
            <a:ext cx="338462" cy="338462"/>
          </a:xfrm>
          <a:prstGeom prst="ellipse">
            <a:avLst/>
          </a:prstGeom>
          <a:solidFill>
            <a:srgbClr val="E6BE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7CD7C563-8F52-FAFF-806F-56A129A1B400}"/>
              </a:ext>
            </a:extLst>
          </p:cNvPr>
          <p:cNvSpPr/>
          <p:nvPr userDrawn="1"/>
        </p:nvSpPr>
        <p:spPr>
          <a:xfrm>
            <a:off x="15584292" y="2677141"/>
            <a:ext cx="338462" cy="338462"/>
          </a:xfrm>
          <a:prstGeom prst="ellipse">
            <a:avLst/>
          </a:prstGeom>
          <a:solidFill>
            <a:srgbClr val="CD7DB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D24C18C3-2834-0A1B-7DE6-4E8AA9E076CA}"/>
              </a:ext>
            </a:extLst>
          </p:cNvPr>
          <p:cNvSpPr/>
          <p:nvPr userDrawn="1"/>
        </p:nvSpPr>
        <p:spPr>
          <a:xfrm>
            <a:off x="16083909" y="2677141"/>
            <a:ext cx="338462" cy="338462"/>
          </a:xfrm>
          <a:prstGeom prst="ellipse">
            <a:avLst/>
          </a:prstGeom>
          <a:solidFill>
            <a:srgbClr val="801D6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BC30C5F0-53A6-7FFF-4834-A030D900BF1A}"/>
              </a:ext>
            </a:extLst>
          </p:cNvPr>
          <p:cNvSpPr/>
          <p:nvPr userDrawn="1"/>
        </p:nvSpPr>
        <p:spPr>
          <a:xfrm>
            <a:off x="16583525" y="2677141"/>
            <a:ext cx="338462" cy="338462"/>
          </a:xfrm>
          <a:prstGeom prst="ellipse">
            <a:avLst/>
          </a:prstGeom>
          <a:solidFill>
            <a:srgbClr val="5614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272AC02E-E901-DFB8-0E1B-ED6C381C5FB7}"/>
              </a:ext>
            </a:extLst>
          </p:cNvPr>
          <p:cNvSpPr/>
          <p:nvPr userDrawn="1"/>
        </p:nvSpPr>
        <p:spPr>
          <a:xfrm>
            <a:off x="13959929" y="3257117"/>
            <a:ext cx="618392" cy="61839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FB98464C-3117-19A7-24CC-D30E05D0DE72}"/>
              </a:ext>
            </a:extLst>
          </p:cNvPr>
          <p:cNvSpPr/>
          <p:nvPr userDrawn="1"/>
        </p:nvSpPr>
        <p:spPr>
          <a:xfrm>
            <a:off x="15084675" y="3397082"/>
            <a:ext cx="338462" cy="338462"/>
          </a:xfrm>
          <a:prstGeom prst="ellipse">
            <a:avLst/>
          </a:prstGeom>
          <a:solidFill>
            <a:srgbClr val="B2DFC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51177DF5-A723-9455-67E4-30549933B507}"/>
              </a:ext>
            </a:extLst>
          </p:cNvPr>
          <p:cNvSpPr/>
          <p:nvPr userDrawn="1"/>
        </p:nvSpPr>
        <p:spPr>
          <a:xfrm>
            <a:off x="15584292" y="3397082"/>
            <a:ext cx="338462" cy="338462"/>
          </a:xfrm>
          <a:prstGeom prst="ellipse">
            <a:avLst/>
          </a:prstGeom>
          <a:solidFill>
            <a:srgbClr val="66C0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AC3E859E-8983-2989-F353-782CB941285B}"/>
              </a:ext>
            </a:extLst>
          </p:cNvPr>
          <p:cNvSpPr/>
          <p:nvPr userDrawn="1"/>
        </p:nvSpPr>
        <p:spPr>
          <a:xfrm>
            <a:off x="16083909" y="3397082"/>
            <a:ext cx="338462" cy="338462"/>
          </a:xfrm>
          <a:prstGeom prst="ellipse">
            <a:avLst/>
          </a:prstGeom>
          <a:solidFill>
            <a:srgbClr val="0071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5FA993CE-D1E4-2B27-F284-875CBC869B6A}"/>
              </a:ext>
            </a:extLst>
          </p:cNvPr>
          <p:cNvSpPr/>
          <p:nvPr userDrawn="1"/>
        </p:nvSpPr>
        <p:spPr>
          <a:xfrm>
            <a:off x="16583525" y="3397082"/>
            <a:ext cx="338462" cy="338462"/>
          </a:xfrm>
          <a:prstGeom prst="ellipse">
            <a:avLst/>
          </a:prstGeom>
          <a:solidFill>
            <a:srgbClr val="004B1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3B40C4FD-80BD-AF65-76BA-465CAAAB0766}"/>
              </a:ext>
            </a:extLst>
          </p:cNvPr>
          <p:cNvSpPr/>
          <p:nvPr userDrawn="1"/>
        </p:nvSpPr>
        <p:spPr>
          <a:xfrm>
            <a:off x="13959929" y="3977058"/>
            <a:ext cx="618392" cy="6183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5" name="Oval 84">
            <a:extLst>
              <a:ext uri="{FF2B5EF4-FFF2-40B4-BE49-F238E27FC236}">
                <a16:creationId xmlns:a16="http://schemas.microsoft.com/office/drawing/2014/main" id="{C862B9D8-8C2F-659B-6177-BBFE6C5093A6}"/>
              </a:ext>
            </a:extLst>
          </p:cNvPr>
          <p:cNvSpPr/>
          <p:nvPr userDrawn="1"/>
        </p:nvSpPr>
        <p:spPr>
          <a:xfrm>
            <a:off x="15084675" y="4117023"/>
            <a:ext cx="338462" cy="338462"/>
          </a:xfrm>
          <a:prstGeom prst="ellipse">
            <a:avLst/>
          </a:prstGeom>
          <a:solidFill>
            <a:srgbClr val="D0BC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8115B2B2-C4D5-3306-556E-2B5080CDE56B}"/>
              </a:ext>
            </a:extLst>
          </p:cNvPr>
          <p:cNvSpPr/>
          <p:nvPr userDrawn="1"/>
        </p:nvSpPr>
        <p:spPr>
          <a:xfrm>
            <a:off x="15584292" y="4117023"/>
            <a:ext cx="338462" cy="338462"/>
          </a:xfrm>
          <a:prstGeom prst="ellipse">
            <a:avLst/>
          </a:prstGeom>
          <a:solidFill>
            <a:srgbClr val="A17AB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A36C393B-D87A-C0EB-FB02-9D16E8FFEA75}"/>
              </a:ext>
            </a:extLst>
          </p:cNvPr>
          <p:cNvSpPr/>
          <p:nvPr userDrawn="1"/>
        </p:nvSpPr>
        <p:spPr>
          <a:xfrm>
            <a:off x="16083909" y="4117023"/>
            <a:ext cx="338462" cy="338462"/>
          </a:xfrm>
          <a:prstGeom prst="ellipse">
            <a:avLst/>
          </a:prstGeom>
          <a:solidFill>
            <a:srgbClr val="3813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F8188CE3-0834-80C3-C7AA-4D268F5E23BC}"/>
              </a:ext>
            </a:extLst>
          </p:cNvPr>
          <p:cNvSpPr/>
          <p:nvPr userDrawn="1"/>
        </p:nvSpPr>
        <p:spPr>
          <a:xfrm>
            <a:off x="16583525" y="4117023"/>
            <a:ext cx="338462" cy="338462"/>
          </a:xfrm>
          <a:prstGeom prst="ellipse">
            <a:avLst/>
          </a:prstGeom>
          <a:solidFill>
            <a:srgbClr val="250D3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D56C2011-C1A2-4603-D755-E5FAAFF251B4}"/>
              </a:ext>
            </a:extLst>
          </p:cNvPr>
          <p:cNvSpPr/>
          <p:nvPr userDrawn="1"/>
        </p:nvSpPr>
        <p:spPr>
          <a:xfrm>
            <a:off x="13959929" y="4652930"/>
            <a:ext cx="618392" cy="618392"/>
          </a:xfrm>
          <a:prstGeom prst="ellipse">
            <a:avLst/>
          </a:prstGeom>
          <a:solidFill>
            <a:srgbClr val="007B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0FF6D801-18B3-4618-105A-28AA31CD858E}"/>
              </a:ext>
            </a:extLst>
          </p:cNvPr>
          <p:cNvSpPr/>
          <p:nvPr userDrawn="1"/>
        </p:nvSpPr>
        <p:spPr>
          <a:xfrm>
            <a:off x="15084675" y="4836963"/>
            <a:ext cx="338462" cy="338462"/>
          </a:xfrm>
          <a:prstGeom prst="ellipse">
            <a:avLst/>
          </a:prstGeom>
          <a:solidFill>
            <a:srgbClr val="B2D7E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5765A830-65AF-BA06-4F34-C436718FA4FB}"/>
              </a:ext>
            </a:extLst>
          </p:cNvPr>
          <p:cNvSpPr/>
          <p:nvPr userDrawn="1"/>
        </p:nvSpPr>
        <p:spPr>
          <a:xfrm>
            <a:off x="15584292" y="4836963"/>
            <a:ext cx="338462" cy="338462"/>
          </a:xfrm>
          <a:prstGeom prst="ellipse">
            <a:avLst/>
          </a:prstGeom>
          <a:solidFill>
            <a:srgbClr val="66AF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D48795FB-7A2C-1D2D-5797-14E62DCFDFDB}"/>
              </a:ext>
            </a:extLst>
          </p:cNvPr>
          <p:cNvSpPr/>
          <p:nvPr userDrawn="1"/>
        </p:nvSpPr>
        <p:spPr>
          <a:xfrm>
            <a:off x="16083909" y="4836963"/>
            <a:ext cx="338462" cy="338462"/>
          </a:xfrm>
          <a:prstGeom prst="ellipse">
            <a:avLst/>
          </a:prstGeom>
          <a:solidFill>
            <a:srgbClr val="005C8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1F23C6CF-16CF-E253-0577-9FBF21670F6A}"/>
              </a:ext>
            </a:extLst>
          </p:cNvPr>
          <p:cNvSpPr/>
          <p:nvPr userDrawn="1"/>
        </p:nvSpPr>
        <p:spPr>
          <a:xfrm>
            <a:off x="16583525" y="4836963"/>
            <a:ext cx="338462" cy="338462"/>
          </a:xfrm>
          <a:prstGeom prst="ellipse">
            <a:avLst/>
          </a:prstGeom>
          <a:solidFill>
            <a:srgbClr val="003D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AD731BB5-92A1-DCD5-2D49-EEA159DFF1D1}"/>
              </a:ext>
            </a:extLst>
          </p:cNvPr>
          <p:cNvSpPr txBox="1"/>
          <p:nvPr userDrawn="1"/>
        </p:nvSpPr>
        <p:spPr>
          <a:xfrm>
            <a:off x="13920953" y="570792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/>
              <a:t>Product Group Colors</a:t>
            </a:r>
          </a:p>
        </p:txBody>
      </p: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0CF69FD9-9B45-309A-077E-6298CA772ACD}"/>
              </a:ext>
            </a:extLst>
          </p:cNvPr>
          <p:cNvCxnSpPr>
            <a:cxnSpLocks/>
          </p:cNvCxnSpPr>
          <p:nvPr userDrawn="1"/>
        </p:nvCxnSpPr>
        <p:spPr>
          <a:xfrm>
            <a:off x="13920953" y="5583284"/>
            <a:ext cx="3109779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39CA517B-B8D6-B29D-17C4-D30C7D6FF401}"/>
              </a:ext>
            </a:extLst>
          </p:cNvPr>
          <p:cNvCxnSpPr>
            <a:cxnSpLocks/>
          </p:cNvCxnSpPr>
          <p:nvPr userDrawn="1"/>
        </p:nvCxnSpPr>
        <p:spPr>
          <a:xfrm>
            <a:off x="13920953" y="0"/>
            <a:ext cx="907751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8D195AAF-865A-3733-0A14-4B13B71FB3F7}"/>
              </a:ext>
            </a:extLst>
          </p:cNvPr>
          <p:cNvCxnSpPr>
            <a:cxnSpLocks/>
          </p:cNvCxnSpPr>
          <p:nvPr userDrawn="1"/>
        </p:nvCxnSpPr>
        <p:spPr>
          <a:xfrm>
            <a:off x="15040681" y="0"/>
            <a:ext cx="1963661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Rectangle 97">
            <a:extLst>
              <a:ext uri="{FF2B5EF4-FFF2-40B4-BE49-F238E27FC236}">
                <a16:creationId xmlns:a16="http://schemas.microsoft.com/office/drawing/2014/main" id="{AFDAA606-1405-0F78-FA22-1F8470E8AC08}"/>
              </a:ext>
            </a:extLst>
          </p:cNvPr>
          <p:cNvSpPr/>
          <p:nvPr userDrawn="1"/>
        </p:nvSpPr>
        <p:spPr>
          <a:xfrm>
            <a:off x="14716831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>
                <a:solidFill>
                  <a:schemeClr val="tx1"/>
                </a:solidFill>
                <a:latin typeface="+mn-lt"/>
              </a:rPr>
              <a:t>BIG-IP Next</a:t>
            </a:r>
          </a:p>
        </p:txBody>
      </p:sp>
      <p:sp>
        <p:nvSpPr>
          <p:cNvPr id="99" name="Oval 98">
            <a:extLst>
              <a:ext uri="{FF2B5EF4-FFF2-40B4-BE49-F238E27FC236}">
                <a16:creationId xmlns:a16="http://schemas.microsoft.com/office/drawing/2014/main" id="{C7969522-47E3-FF30-CE16-7C802E77F8CD}"/>
              </a:ext>
            </a:extLst>
          </p:cNvPr>
          <p:cNvSpPr/>
          <p:nvPr userDrawn="1"/>
        </p:nvSpPr>
        <p:spPr>
          <a:xfrm>
            <a:off x="14804987" y="6024739"/>
            <a:ext cx="338462" cy="338462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E5A99C1D-0D0F-BA7D-493E-91875B974DC4}"/>
              </a:ext>
            </a:extLst>
          </p:cNvPr>
          <p:cNvSpPr/>
          <p:nvPr userDrawn="1"/>
        </p:nvSpPr>
        <p:spPr>
          <a:xfrm>
            <a:off x="13843869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>
                <a:solidFill>
                  <a:schemeClr val="tx1"/>
                </a:solidFill>
                <a:latin typeface="+mn-lt"/>
              </a:rPr>
              <a:t>Distributed Cloud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D93CC254-8976-CB8E-6D2F-72180B211160}"/>
              </a:ext>
            </a:extLst>
          </p:cNvPr>
          <p:cNvSpPr/>
          <p:nvPr userDrawn="1"/>
        </p:nvSpPr>
        <p:spPr>
          <a:xfrm>
            <a:off x="15568415" y="6388493"/>
            <a:ext cx="91440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000" kern="100">
                <a:solidFill>
                  <a:schemeClr val="tx1"/>
                </a:solidFill>
                <a:latin typeface="+mn-lt"/>
              </a:rPr>
              <a:t>BIG-IP</a:t>
            </a:r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31854489-69EF-C459-B351-F5057FD2F403}"/>
              </a:ext>
            </a:extLst>
          </p:cNvPr>
          <p:cNvSpPr/>
          <p:nvPr userDrawn="1"/>
        </p:nvSpPr>
        <p:spPr>
          <a:xfrm>
            <a:off x="13916887" y="6024739"/>
            <a:ext cx="338462" cy="33846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49DB4412-F58C-EFB8-12EA-0EA92511CA7C}"/>
              </a:ext>
            </a:extLst>
          </p:cNvPr>
          <p:cNvSpPr/>
          <p:nvPr userDrawn="1"/>
        </p:nvSpPr>
        <p:spPr>
          <a:xfrm>
            <a:off x="15702617" y="6024739"/>
            <a:ext cx="338462" cy="33846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D3337016-AD60-95EC-647F-F0872DDD2AC4}"/>
              </a:ext>
            </a:extLst>
          </p:cNvPr>
          <p:cNvSpPr/>
          <p:nvPr userDrawn="1"/>
        </p:nvSpPr>
        <p:spPr>
          <a:xfrm>
            <a:off x="16491659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>
                <a:solidFill>
                  <a:schemeClr val="tx1"/>
                </a:solidFill>
                <a:latin typeface="+mn-lt"/>
              </a:rPr>
              <a:t>NGINX </a:t>
            </a:r>
          </a:p>
        </p:txBody>
      </p:sp>
      <p:sp>
        <p:nvSpPr>
          <p:cNvPr id="105" name="Oval 104">
            <a:extLst>
              <a:ext uri="{FF2B5EF4-FFF2-40B4-BE49-F238E27FC236}">
                <a16:creationId xmlns:a16="http://schemas.microsoft.com/office/drawing/2014/main" id="{F5EC3FA6-5858-07D1-784F-DEE436F1A46D}"/>
              </a:ext>
            </a:extLst>
          </p:cNvPr>
          <p:cNvSpPr/>
          <p:nvPr userDrawn="1"/>
        </p:nvSpPr>
        <p:spPr>
          <a:xfrm>
            <a:off x="16590717" y="6024739"/>
            <a:ext cx="338462" cy="33846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4054999719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no subhe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EF559F-436D-469C-A419-AE01C38B8CC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7199" y="1967112"/>
            <a:ext cx="11277600" cy="4318002"/>
          </a:xfrm>
        </p:spPr>
        <p:txBody>
          <a:bodyPr lIns="0" tIns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1C23D10D-1090-4427-9F31-293A8D9B4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1"/>
            <a:ext cx="11274552" cy="758952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Footer Placeholder 10">
            <a:extLst>
              <a:ext uri="{FF2B5EF4-FFF2-40B4-BE49-F238E27FC236}">
                <a16:creationId xmlns:a16="http://schemas.microsoft.com/office/drawing/2014/main" id="{D1B9E611-EBCB-4798-8F9E-3B0DB65C3D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2832244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no subhead: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1C23D10D-1090-4427-9F31-293A8D9B4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1"/>
            <a:ext cx="11274552" cy="7589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279606EA-FADA-4FE6-87E6-E09757D0B2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967112"/>
            <a:ext cx="5463540" cy="4325738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90CA3985-E3DD-4612-804A-CEB02709C77E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68212" y="1967112"/>
            <a:ext cx="5463540" cy="4325738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Footer Placeholder 10">
            <a:extLst>
              <a:ext uri="{FF2B5EF4-FFF2-40B4-BE49-F238E27FC236}">
                <a16:creationId xmlns:a16="http://schemas.microsoft.com/office/drawing/2014/main" id="{4A26347B-2021-4942-92C1-51B7B994DD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6622808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no subhead: Two content weighted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1C23D10D-1090-4427-9F31-293A8D9B4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1"/>
            <a:ext cx="11274552" cy="7589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7A025CA9-E115-4D52-8789-5A3534668F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41478" y="1967113"/>
            <a:ext cx="7390273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D53492ED-1851-4AF7-BFB3-E3A888CEEF82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57200" y="1967113"/>
            <a:ext cx="3538497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Footer Placeholder 10">
            <a:extLst>
              <a:ext uri="{FF2B5EF4-FFF2-40B4-BE49-F238E27FC236}">
                <a16:creationId xmlns:a16="http://schemas.microsoft.com/office/drawing/2014/main" id="{A113D465-78B8-4352-8A52-982DE49E00B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8144166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no subhead: Two content weighted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1C23D10D-1090-4427-9F31-293A8D9B4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1"/>
            <a:ext cx="11274552" cy="7589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2F0F5A16-0072-4CEB-B2D7-4ACEE38C201C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8198864" y="1967113"/>
            <a:ext cx="3519032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854B4451-4579-4EF1-B801-2FD8069040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967113"/>
            <a:ext cx="7395883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Footer Placeholder 10">
            <a:extLst>
              <a:ext uri="{FF2B5EF4-FFF2-40B4-BE49-F238E27FC236}">
                <a16:creationId xmlns:a16="http://schemas.microsoft.com/office/drawing/2014/main" id="{9A3BCCF9-FD2E-4741-9A94-8ED367E8288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4968863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no subhead: 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1C23D10D-1090-4427-9F31-293A8D9B4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1"/>
            <a:ext cx="11274552" cy="7589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61CC9BBA-547D-4E18-BCA7-FDB5D1F64034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57199" y="1967113"/>
            <a:ext cx="3523817" cy="431303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35C31D28-D6BF-43CC-A204-E65B83F1FE2C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334091" y="1967113"/>
            <a:ext cx="3523817" cy="431303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6EA8A136-B3F1-4CD4-96F0-FC2034A3A402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8198863" y="1967113"/>
            <a:ext cx="3523817" cy="431303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Footer Placeholder 10">
            <a:extLst>
              <a:ext uri="{FF2B5EF4-FFF2-40B4-BE49-F238E27FC236}">
                <a16:creationId xmlns:a16="http://schemas.microsoft.com/office/drawing/2014/main" id="{32F2873F-33B6-4CA9-93C0-00806D71AFF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5973466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no subhead: Fou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1C23D10D-1090-4427-9F31-293A8D9B4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1"/>
            <a:ext cx="11274552" cy="7589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B4FECF13-45A3-4E5E-9C50-1FB1D52E748C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455677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CF27CFD2-9839-4A48-8EC3-59FE0833DF69}"/>
              </a:ext>
            </a:extLst>
          </p:cNvPr>
          <p:cNvSpPr>
            <a:spLocks noGrp="1"/>
          </p:cNvSpPr>
          <p:nvPr>
            <p:ph idx="19"/>
          </p:nvPr>
        </p:nvSpPr>
        <p:spPr>
          <a:xfrm>
            <a:off x="3389212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9333903E-DD09-4D1B-A705-0126772D0C20}"/>
              </a:ext>
            </a:extLst>
          </p:cNvPr>
          <p:cNvSpPr>
            <a:spLocks noGrp="1"/>
          </p:cNvSpPr>
          <p:nvPr>
            <p:ph idx="20"/>
          </p:nvPr>
        </p:nvSpPr>
        <p:spPr>
          <a:xfrm>
            <a:off x="6322747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307A4E12-8941-4699-8891-EE211FDC74A2}"/>
              </a:ext>
            </a:extLst>
          </p:cNvPr>
          <p:cNvSpPr>
            <a:spLocks noGrp="1"/>
          </p:cNvSpPr>
          <p:nvPr>
            <p:ph idx="21"/>
          </p:nvPr>
        </p:nvSpPr>
        <p:spPr>
          <a:xfrm>
            <a:off x="9256280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Footer Placeholder 10">
            <a:extLst>
              <a:ext uri="{FF2B5EF4-FFF2-40B4-BE49-F238E27FC236}">
                <a16:creationId xmlns:a16="http://schemas.microsoft.com/office/drawing/2014/main" id="{E34D3C8B-5D25-412C-B2B6-1C230F6ECB6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597114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no subhead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4C6A006-79D6-4FC0-8944-ED8D33182F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4552" cy="7589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10">
            <a:extLst>
              <a:ext uri="{FF2B5EF4-FFF2-40B4-BE49-F238E27FC236}">
                <a16:creationId xmlns:a16="http://schemas.microsoft.com/office/drawing/2014/main" id="{8B40CF54-3FB2-43C4-8ED2-061175C03E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316065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-line title with subhe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26900AD-628D-4F3E-9698-1B0469E3E09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7200" y="882314"/>
            <a:ext cx="11274425" cy="365125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1C23D10D-1090-4427-9F31-293A8D9B4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4552" cy="46634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Footer Placeholder 10">
            <a:extLst>
              <a:ext uri="{FF2B5EF4-FFF2-40B4-BE49-F238E27FC236}">
                <a16:creationId xmlns:a16="http://schemas.microsoft.com/office/drawing/2014/main" id="{AA397C8B-D09B-41B4-A86B-A6CE5A8695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D73F4F-197F-7E57-AA50-C56A9C6D183A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57199" y="1967112"/>
            <a:ext cx="11274425" cy="4319388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2014851548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-line title with subhead: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47D26ED-DCAC-784D-8FBF-7B4971D8AD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967112"/>
            <a:ext cx="5463540" cy="4325738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AF362B3D-2ED9-9544-AB97-326723A5E00A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68212" y="1967112"/>
            <a:ext cx="5463540" cy="4325738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8074E31-D111-4E4A-BFED-12CF43E6D9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4552" cy="46634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AFE581CB-9630-442F-9F85-5B73CB1A9789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457200" y="876632"/>
            <a:ext cx="11274552" cy="373436"/>
          </a:xfrm>
          <a:prstGeom prst="rect">
            <a:avLst/>
          </a:prstGeom>
        </p:spPr>
        <p:txBody>
          <a:bodyPr wrap="square" lIns="0" anchor="t">
            <a:spAutoFit/>
          </a:bodyPr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600"/>
              </a:spcBef>
              <a:buFontTx/>
              <a:buNone/>
              <a:defRPr lang="en-US" sz="1800" kern="1200" spc="-2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0" indent="0">
              <a:buNone/>
              <a:defRPr lang="en-US" sz="1800" b="1" kern="100" cap="all" spc="50" baseline="0" dirty="0" smtClean="0">
                <a:solidFill>
                  <a:srgbClr val="7D7D7D"/>
                </a:solidFill>
                <a:latin typeface="Arial Narrow" panose="020B0606020202030204" pitchFamily="34" charset="0"/>
                <a:ea typeface="+mn-ea"/>
                <a:cs typeface="Arial" panose="020B0604020202020204" pitchFamily="34" charset="0"/>
              </a:defRPr>
            </a:lvl2pPr>
            <a:lvl3pPr marL="0" indent="0">
              <a:buNone/>
              <a:defRPr lang="en-US" sz="1800" b="1" kern="100" cap="all" spc="50" baseline="0" dirty="0" smtClean="0">
                <a:solidFill>
                  <a:srgbClr val="7D7D7D"/>
                </a:solidFill>
                <a:latin typeface="Arial Narrow" panose="020B0606020202030204" pitchFamily="34" charset="0"/>
                <a:ea typeface="+mn-ea"/>
                <a:cs typeface="Arial" panose="020B0604020202020204" pitchFamily="34" charset="0"/>
              </a:defRPr>
            </a:lvl3pPr>
            <a:lvl4pPr marL="0" indent="0">
              <a:buNone/>
              <a:defRPr lang="en-US" sz="1800" b="1" kern="100" cap="all" spc="50" baseline="0" dirty="0">
                <a:solidFill>
                  <a:srgbClr val="7D7D7D"/>
                </a:solidFill>
                <a:latin typeface="Arial Narrow" panose="020B0606020202030204" pitchFamily="34" charset="0"/>
                <a:ea typeface="+mn-ea"/>
                <a:cs typeface="Arial" panose="020B0604020202020204" pitchFamily="34" charset="0"/>
              </a:defRPr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10">
            <a:extLst>
              <a:ext uri="{FF2B5EF4-FFF2-40B4-BE49-F238E27FC236}">
                <a16:creationId xmlns:a16="http://schemas.microsoft.com/office/drawing/2014/main" id="{F8FD40ED-5AB8-4DC4-8FC4-4B5A986D340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9724915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-line title with subhead: Two content weighted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57A2ABEF-208D-4586-9E4F-EE74708860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967113"/>
            <a:ext cx="3538497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12643E8C-C561-4D13-B00A-51A91E0A440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341479" y="1967113"/>
            <a:ext cx="7390272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8074E31-D111-4E4A-BFED-12CF43E6D9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4552" cy="46634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AFE581CB-9630-442F-9F85-5B73CB1A9789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457200" y="876632"/>
            <a:ext cx="11274552" cy="373436"/>
          </a:xfrm>
          <a:prstGeom prst="rect">
            <a:avLst/>
          </a:prstGeom>
        </p:spPr>
        <p:txBody>
          <a:bodyPr wrap="square" lIns="0" anchor="t">
            <a:spAutoFit/>
          </a:bodyPr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600"/>
              </a:spcBef>
              <a:buFontTx/>
              <a:buNone/>
              <a:defRPr lang="en-US" sz="1800" kern="1200" spc="-2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0" indent="0">
              <a:buNone/>
              <a:defRPr lang="en-US" sz="1800" b="1" kern="100" cap="all" spc="50" baseline="0" dirty="0" smtClean="0">
                <a:solidFill>
                  <a:srgbClr val="7D7D7D"/>
                </a:solidFill>
                <a:latin typeface="Arial Narrow" panose="020B0606020202030204" pitchFamily="34" charset="0"/>
                <a:ea typeface="+mn-ea"/>
                <a:cs typeface="Arial" panose="020B0604020202020204" pitchFamily="34" charset="0"/>
              </a:defRPr>
            </a:lvl2pPr>
            <a:lvl3pPr marL="0" indent="0">
              <a:buNone/>
              <a:defRPr lang="en-US" sz="1800" b="1" kern="100" cap="all" spc="50" baseline="0" dirty="0" smtClean="0">
                <a:solidFill>
                  <a:srgbClr val="7D7D7D"/>
                </a:solidFill>
                <a:latin typeface="Arial Narrow" panose="020B0606020202030204" pitchFamily="34" charset="0"/>
                <a:ea typeface="+mn-ea"/>
                <a:cs typeface="Arial" panose="020B0604020202020204" pitchFamily="34" charset="0"/>
              </a:defRPr>
            </a:lvl3pPr>
            <a:lvl4pPr marL="0" indent="0">
              <a:buNone/>
              <a:defRPr lang="en-US" sz="1800" b="1" kern="100" cap="all" spc="50" baseline="0" dirty="0">
                <a:solidFill>
                  <a:srgbClr val="7D7D7D"/>
                </a:solidFill>
                <a:latin typeface="Arial Narrow" panose="020B0606020202030204" pitchFamily="34" charset="0"/>
                <a:ea typeface="+mn-ea"/>
                <a:cs typeface="Arial" panose="020B0604020202020204" pitchFamily="34" charset="0"/>
              </a:defRPr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10">
            <a:extLst>
              <a:ext uri="{FF2B5EF4-FFF2-40B4-BE49-F238E27FC236}">
                <a16:creationId xmlns:a16="http://schemas.microsoft.com/office/drawing/2014/main" id="{96D6A4C0-6EC8-4405-ADE8-043BEC650C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4937688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-line title with subhead: Two content weighted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21EEACE-D06E-49E0-A987-8E14B93C2F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4552" cy="46634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73543151-CB72-4095-A281-6E166F8202F1}"/>
              </a:ext>
            </a:extLst>
          </p:cNvPr>
          <p:cNvSpPr>
            <a:spLocks noGrp="1"/>
          </p:cNvSpPr>
          <p:nvPr>
            <p:ph type="body" idx="16"/>
          </p:nvPr>
        </p:nvSpPr>
        <p:spPr>
          <a:xfrm>
            <a:off x="457200" y="876632"/>
            <a:ext cx="11274552" cy="373436"/>
          </a:xfrm>
          <a:prstGeom prst="rect">
            <a:avLst/>
          </a:prstGeom>
        </p:spPr>
        <p:txBody>
          <a:bodyPr wrap="square" lIns="0" anchor="t">
            <a:spAutoFit/>
          </a:bodyPr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600"/>
              </a:spcBef>
              <a:buFontTx/>
              <a:buNone/>
              <a:defRPr lang="en-US" sz="1800" kern="1200" spc="-2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0" indent="0">
              <a:buNone/>
              <a:defRPr lang="en-US" sz="1800" b="1" kern="100" cap="all" spc="50" baseline="0" dirty="0" smtClean="0">
                <a:solidFill>
                  <a:srgbClr val="7D7D7D"/>
                </a:solidFill>
                <a:latin typeface="Arial Narrow" panose="020B0606020202030204" pitchFamily="34" charset="0"/>
                <a:ea typeface="+mn-ea"/>
                <a:cs typeface="Arial" panose="020B0604020202020204" pitchFamily="34" charset="0"/>
              </a:defRPr>
            </a:lvl2pPr>
            <a:lvl3pPr marL="0" indent="0">
              <a:buNone/>
              <a:defRPr lang="en-US" sz="1800" b="1" kern="100" cap="all" spc="50" baseline="0" dirty="0" smtClean="0">
                <a:solidFill>
                  <a:srgbClr val="7D7D7D"/>
                </a:solidFill>
                <a:latin typeface="Arial Narrow" panose="020B0606020202030204" pitchFamily="34" charset="0"/>
                <a:ea typeface="+mn-ea"/>
                <a:cs typeface="Arial" panose="020B0604020202020204" pitchFamily="34" charset="0"/>
              </a:defRPr>
            </a:lvl3pPr>
            <a:lvl4pPr marL="0" indent="0">
              <a:buNone/>
              <a:defRPr lang="en-US" sz="1800" b="1" kern="100" cap="all" spc="50" baseline="0" dirty="0">
                <a:solidFill>
                  <a:srgbClr val="7D7D7D"/>
                </a:solidFill>
                <a:latin typeface="Arial Narrow" panose="020B0606020202030204" pitchFamily="34" charset="0"/>
                <a:ea typeface="+mn-ea"/>
                <a:cs typeface="Arial" panose="020B0604020202020204" pitchFamily="34" charset="0"/>
              </a:defRPr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543447AD-9B2C-4F8B-8840-33CC5A99A884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57200" y="1967113"/>
            <a:ext cx="7395882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6F568C8B-28E5-4A13-87CC-8002898E4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98864" y="1967113"/>
            <a:ext cx="3519033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Footer Placeholder 10">
            <a:extLst>
              <a:ext uri="{FF2B5EF4-FFF2-40B4-BE49-F238E27FC236}">
                <a16:creationId xmlns:a16="http://schemas.microsoft.com/office/drawing/2014/main" id="{C563DA4D-3F63-4B6C-B996-0708DC1DB49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5302529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-line title with subhead: 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1FFE35A8-3B2A-4D50-B389-3EFEF7C33AEF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57199" y="1967113"/>
            <a:ext cx="3523817" cy="431303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EE448C72-99CE-44E5-9192-1C07E845DB90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334091" y="1967113"/>
            <a:ext cx="3523817" cy="431303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370C859-C19B-4489-A1B2-207EA480FA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4552" cy="46634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0AD172E0-9AA6-41A2-8A2C-69AC58E1A524}"/>
              </a:ext>
            </a:extLst>
          </p:cNvPr>
          <p:cNvSpPr>
            <a:spLocks noGrp="1"/>
          </p:cNvSpPr>
          <p:nvPr>
            <p:ph type="body" idx="18"/>
          </p:nvPr>
        </p:nvSpPr>
        <p:spPr>
          <a:xfrm>
            <a:off x="457200" y="876632"/>
            <a:ext cx="11274552" cy="373436"/>
          </a:xfrm>
          <a:prstGeom prst="rect">
            <a:avLst/>
          </a:prstGeom>
        </p:spPr>
        <p:txBody>
          <a:bodyPr wrap="square" lIns="0" anchor="t">
            <a:spAutoFit/>
          </a:bodyPr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600"/>
              </a:spcBef>
              <a:buFontTx/>
              <a:buNone/>
              <a:defRPr lang="en-US" sz="1800" kern="1200" spc="-2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0" indent="0">
              <a:buNone/>
              <a:defRPr lang="en-US" sz="1800" b="1" kern="100" cap="all" spc="50" baseline="0" dirty="0" smtClean="0">
                <a:solidFill>
                  <a:srgbClr val="7D7D7D"/>
                </a:solidFill>
                <a:latin typeface="Arial Narrow" panose="020B0606020202030204" pitchFamily="34" charset="0"/>
                <a:ea typeface="+mn-ea"/>
                <a:cs typeface="Arial" panose="020B0604020202020204" pitchFamily="34" charset="0"/>
              </a:defRPr>
            </a:lvl2pPr>
            <a:lvl3pPr marL="0" indent="0">
              <a:buNone/>
              <a:defRPr lang="en-US" sz="1800" b="1" kern="100" cap="all" spc="50" baseline="0" dirty="0" smtClean="0">
                <a:solidFill>
                  <a:srgbClr val="7D7D7D"/>
                </a:solidFill>
                <a:latin typeface="Arial Narrow" panose="020B0606020202030204" pitchFamily="34" charset="0"/>
                <a:ea typeface="+mn-ea"/>
                <a:cs typeface="Arial" panose="020B0604020202020204" pitchFamily="34" charset="0"/>
              </a:defRPr>
            </a:lvl3pPr>
            <a:lvl4pPr marL="0" indent="0">
              <a:buNone/>
              <a:defRPr lang="en-US" sz="1800" b="1" kern="100" cap="all" spc="50" baseline="0" dirty="0">
                <a:solidFill>
                  <a:srgbClr val="7D7D7D"/>
                </a:solidFill>
                <a:latin typeface="Arial Narrow" panose="020B0606020202030204" pitchFamily="34" charset="0"/>
                <a:ea typeface="+mn-ea"/>
                <a:cs typeface="Arial" panose="020B0604020202020204" pitchFamily="34" charset="0"/>
              </a:defRPr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F40B6C54-3A77-4D1F-9FE2-40B10EEB6CEA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8198863" y="1967113"/>
            <a:ext cx="3523817" cy="431303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Footer Placeholder 10">
            <a:extLst>
              <a:ext uri="{FF2B5EF4-FFF2-40B4-BE49-F238E27FC236}">
                <a16:creationId xmlns:a16="http://schemas.microsoft.com/office/drawing/2014/main" id="{FD6F40AF-208C-439C-A929-97812791AA4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6227973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-line title with subhead: Fou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35A8119-8A9D-4E8D-9FBE-CEFF19695D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4552" cy="46634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88B5D3F9-9FEE-4FC1-8557-65F2161D1E1B}"/>
              </a:ext>
            </a:extLst>
          </p:cNvPr>
          <p:cNvSpPr>
            <a:spLocks noGrp="1"/>
          </p:cNvSpPr>
          <p:nvPr>
            <p:ph type="body" idx="23"/>
          </p:nvPr>
        </p:nvSpPr>
        <p:spPr>
          <a:xfrm>
            <a:off x="457200" y="876632"/>
            <a:ext cx="11274552" cy="373436"/>
          </a:xfrm>
          <a:prstGeom prst="rect">
            <a:avLst/>
          </a:prstGeom>
        </p:spPr>
        <p:txBody>
          <a:bodyPr wrap="square" lIns="0" anchor="t">
            <a:spAutoFit/>
          </a:bodyPr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600"/>
              </a:spcBef>
              <a:buFontTx/>
              <a:buNone/>
              <a:defRPr lang="en-US" sz="1800" kern="1200" spc="-2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0" indent="0">
              <a:buNone/>
              <a:defRPr lang="en-US" sz="1800" b="1" kern="100" cap="all" spc="50" baseline="0" dirty="0" smtClean="0">
                <a:solidFill>
                  <a:srgbClr val="7D7D7D"/>
                </a:solidFill>
                <a:latin typeface="Arial Narrow" panose="020B0606020202030204" pitchFamily="34" charset="0"/>
                <a:ea typeface="+mn-ea"/>
                <a:cs typeface="Arial" panose="020B0604020202020204" pitchFamily="34" charset="0"/>
              </a:defRPr>
            </a:lvl2pPr>
            <a:lvl3pPr marL="0" indent="0">
              <a:buNone/>
              <a:defRPr lang="en-US" sz="1800" b="1" kern="100" cap="all" spc="50" baseline="0" dirty="0" smtClean="0">
                <a:solidFill>
                  <a:srgbClr val="7D7D7D"/>
                </a:solidFill>
                <a:latin typeface="Arial Narrow" panose="020B0606020202030204" pitchFamily="34" charset="0"/>
                <a:ea typeface="+mn-ea"/>
                <a:cs typeface="Arial" panose="020B0604020202020204" pitchFamily="34" charset="0"/>
              </a:defRPr>
            </a:lvl3pPr>
            <a:lvl4pPr marL="0" indent="0">
              <a:buNone/>
              <a:defRPr lang="en-US" sz="1800" b="1" kern="100" cap="all" spc="50" baseline="0" dirty="0">
                <a:solidFill>
                  <a:srgbClr val="7D7D7D"/>
                </a:solidFill>
                <a:latin typeface="Arial Narrow" panose="020B0606020202030204" pitchFamily="34" charset="0"/>
                <a:ea typeface="+mn-ea"/>
                <a:cs typeface="Arial" panose="020B0604020202020204" pitchFamily="34" charset="0"/>
              </a:defRPr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AEE73A41-482C-463A-8FE1-6CE47D59D0E2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455677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6C11CA0D-977D-49E5-9086-5ABC6F80618D}"/>
              </a:ext>
            </a:extLst>
          </p:cNvPr>
          <p:cNvSpPr>
            <a:spLocks noGrp="1"/>
          </p:cNvSpPr>
          <p:nvPr>
            <p:ph idx="19"/>
          </p:nvPr>
        </p:nvSpPr>
        <p:spPr>
          <a:xfrm>
            <a:off x="3389212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A8BF6AFA-475F-4876-BEA9-2BDA015EF2DD}"/>
              </a:ext>
            </a:extLst>
          </p:cNvPr>
          <p:cNvSpPr>
            <a:spLocks noGrp="1"/>
          </p:cNvSpPr>
          <p:nvPr>
            <p:ph idx="20"/>
          </p:nvPr>
        </p:nvSpPr>
        <p:spPr>
          <a:xfrm>
            <a:off x="6322747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2FB7FBF6-36AE-49CD-B5DB-672873569C89}"/>
              </a:ext>
            </a:extLst>
          </p:cNvPr>
          <p:cNvSpPr>
            <a:spLocks noGrp="1"/>
          </p:cNvSpPr>
          <p:nvPr>
            <p:ph idx="21"/>
          </p:nvPr>
        </p:nvSpPr>
        <p:spPr>
          <a:xfrm>
            <a:off x="9256280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Footer Placeholder 10">
            <a:extLst>
              <a:ext uri="{FF2B5EF4-FFF2-40B4-BE49-F238E27FC236}">
                <a16:creationId xmlns:a16="http://schemas.microsoft.com/office/drawing/2014/main" id="{58A3B94D-2155-4BEB-A474-C5E26315EEA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5719355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-line title with subhead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21EEACE-D06E-49E0-A987-8E14B93C2F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4552" cy="46634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73543151-CB72-4095-A281-6E166F8202F1}"/>
              </a:ext>
            </a:extLst>
          </p:cNvPr>
          <p:cNvSpPr>
            <a:spLocks noGrp="1"/>
          </p:cNvSpPr>
          <p:nvPr>
            <p:ph type="body" idx="16"/>
          </p:nvPr>
        </p:nvSpPr>
        <p:spPr>
          <a:xfrm>
            <a:off x="457200" y="876632"/>
            <a:ext cx="11274552" cy="373436"/>
          </a:xfrm>
          <a:prstGeom prst="rect">
            <a:avLst/>
          </a:prstGeom>
        </p:spPr>
        <p:txBody>
          <a:bodyPr wrap="square" lIns="0" anchor="t">
            <a:spAutoFit/>
          </a:bodyPr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600"/>
              </a:spcBef>
              <a:buFontTx/>
              <a:buNone/>
              <a:defRPr lang="en-US" sz="1800" kern="1200" spc="-2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0" indent="0">
              <a:buNone/>
              <a:defRPr lang="en-US" sz="1800" b="1" kern="100" cap="all" spc="50" baseline="0" dirty="0" smtClean="0">
                <a:solidFill>
                  <a:srgbClr val="7D7D7D"/>
                </a:solidFill>
                <a:latin typeface="Arial Narrow" panose="020B0606020202030204" pitchFamily="34" charset="0"/>
                <a:ea typeface="+mn-ea"/>
                <a:cs typeface="Arial" panose="020B0604020202020204" pitchFamily="34" charset="0"/>
              </a:defRPr>
            </a:lvl2pPr>
            <a:lvl3pPr marL="0" indent="0">
              <a:buNone/>
              <a:defRPr lang="en-US" sz="1800" b="1" kern="100" cap="all" spc="50" baseline="0" dirty="0" smtClean="0">
                <a:solidFill>
                  <a:srgbClr val="7D7D7D"/>
                </a:solidFill>
                <a:latin typeface="Arial Narrow" panose="020B0606020202030204" pitchFamily="34" charset="0"/>
                <a:ea typeface="+mn-ea"/>
                <a:cs typeface="Arial" panose="020B0604020202020204" pitchFamily="34" charset="0"/>
              </a:defRPr>
            </a:lvl3pPr>
            <a:lvl4pPr marL="0" indent="0">
              <a:buNone/>
              <a:defRPr lang="en-US" sz="1800" b="1" kern="100" cap="all" spc="50" baseline="0" dirty="0">
                <a:solidFill>
                  <a:srgbClr val="7D7D7D"/>
                </a:solidFill>
                <a:latin typeface="Arial Narrow" panose="020B0606020202030204" pitchFamily="34" charset="0"/>
                <a:ea typeface="+mn-ea"/>
                <a:cs typeface="Arial" panose="020B0604020202020204" pitchFamily="34" charset="0"/>
              </a:defRPr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Footer Placeholder 10">
            <a:extLst>
              <a:ext uri="{FF2B5EF4-FFF2-40B4-BE49-F238E27FC236}">
                <a16:creationId xmlns:a16="http://schemas.microsoft.com/office/drawing/2014/main" id="{A1CE9E29-EC43-47AD-89B5-9689BD910B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692223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-line title with subhe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60E130A3-E8DD-40D1-97C8-1ADDAAE7BDA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7200" y="1283032"/>
            <a:ext cx="11274425" cy="365125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1C23D10D-1090-4427-9F31-293A8D9B4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10">
            <a:extLst>
              <a:ext uri="{FF2B5EF4-FFF2-40B4-BE49-F238E27FC236}">
                <a16:creationId xmlns:a16="http://schemas.microsoft.com/office/drawing/2014/main" id="{79538170-21B6-4714-A9AD-5E119CA077D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58813C-E2AB-9D50-55C5-F8B396864FB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57200" y="1967113"/>
            <a:ext cx="11274424" cy="43193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2911613327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-line title with subhead: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60E130A3-E8DD-40D1-97C8-1ADDAAE7BDA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7200" y="1283032"/>
            <a:ext cx="11274425" cy="365125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1C23D10D-1090-4427-9F31-293A8D9B4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14558AAC-739A-4D30-9B92-0A9FE3CDA4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967112"/>
            <a:ext cx="5463540" cy="4319388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A9B787B0-48E4-433B-85C7-85541BFCFB95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68212" y="1967112"/>
            <a:ext cx="5463540" cy="4319388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Footer Placeholder 10">
            <a:extLst>
              <a:ext uri="{FF2B5EF4-FFF2-40B4-BE49-F238E27FC236}">
                <a16:creationId xmlns:a16="http://schemas.microsoft.com/office/drawing/2014/main" id="{DFD7C076-3F14-48C3-8F05-9CC51B385E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0145957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-line title with subhead: Two content weighted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60E130A3-E8DD-40D1-97C8-1ADDAAE7BDA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7200" y="1283032"/>
            <a:ext cx="11274425" cy="365125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1C23D10D-1090-4427-9F31-293A8D9B4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CC545FD2-7A6E-4515-AF06-2BB0F6C9AA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967113"/>
            <a:ext cx="3538497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0E33CA35-C6F0-4917-B7E6-A30CED91757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341479" y="1967113"/>
            <a:ext cx="7390273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Footer Placeholder 10">
            <a:extLst>
              <a:ext uri="{FF2B5EF4-FFF2-40B4-BE49-F238E27FC236}">
                <a16:creationId xmlns:a16="http://schemas.microsoft.com/office/drawing/2014/main" id="{21E9AEFA-CC51-4CE4-AF06-4E0BDE1E97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4015788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-line title with subhead: Two content weighted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60E130A3-E8DD-40D1-97C8-1ADDAAE7BDA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7200" y="1283032"/>
            <a:ext cx="11274425" cy="365125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1C23D10D-1090-4427-9F31-293A8D9B4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2EF85F38-9197-4646-B35C-FB5BF271A7A9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57200" y="1967113"/>
            <a:ext cx="7395882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BC7A3651-D256-41A5-AAFF-DB7CE7BFD3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98864" y="1967113"/>
            <a:ext cx="3519033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Footer Placeholder 10">
            <a:extLst>
              <a:ext uri="{FF2B5EF4-FFF2-40B4-BE49-F238E27FC236}">
                <a16:creationId xmlns:a16="http://schemas.microsoft.com/office/drawing/2014/main" id="{748F3F40-E9B0-4B1B-9E2E-81BF2177B7F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6113304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-line title with subhead: 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9C93C290-E978-440A-8017-3A133672AE22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57200" y="1967113"/>
            <a:ext cx="3523817" cy="431303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32ECA63C-E4C9-4727-B43F-4A7ABC84D728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334090" y="1967113"/>
            <a:ext cx="3523817" cy="431303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60E130A3-E8DD-40D1-97C8-1ADDAAE7BDA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7200" y="1283032"/>
            <a:ext cx="11274425" cy="365125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1C23D10D-1090-4427-9F31-293A8D9B4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7E333B3F-3E99-48D9-B017-755F0DAF0B4B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8198863" y="1967113"/>
            <a:ext cx="3523817" cy="431303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Footer Placeholder 10">
            <a:extLst>
              <a:ext uri="{FF2B5EF4-FFF2-40B4-BE49-F238E27FC236}">
                <a16:creationId xmlns:a16="http://schemas.microsoft.com/office/drawing/2014/main" id="{09D7F567-DEE9-4052-9068-ACC47817C2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208103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-line title with subhead: Fou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60E130A3-E8DD-40D1-97C8-1ADDAAE7BDA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7200" y="1283032"/>
            <a:ext cx="11274425" cy="365125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1C23D10D-1090-4427-9F31-293A8D9B4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E9CF6EB7-3F22-4CAA-9506-5B9D47D1ECFD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457200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94D2C927-853F-40F7-BEA8-EB87EBD405C4}"/>
              </a:ext>
            </a:extLst>
          </p:cNvPr>
          <p:cNvSpPr>
            <a:spLocks noGrp="1"/>
          </p:cNvSpPr>
          <p:nvPr>
            <p:ph idx="19"/>
          </p:nvPr>
        </p:nvSpPr>
        <p:spPr>
          <a:xfrm>
            <a:off x="3389212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F4C8CB9D-0E1B-4F5D-B9E7-3C1F8049818A}"/>
              </a:ext>
            </a:extLst>
          </p:cNvPr>
          <p:cNvSpPr>
            <a:spLocks noGrp="1"/>
          </p:cNvSpPr>
          <p:nvPr>
            <p:ph idx="20"/>
          </p:nvPr>
        </p:nvSpPr>
        <p:spPr>
          <a:xfrm>
            <a:off x="6322747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214F2138-4345-4175-BA09-5927B84F558D}"/>
              </a:ext>
            </a:extLst>
          </p:cNvPr>
          <p:cNvSpPr>
            <a:spLocks noGrp="1"/>
          </p:cNvSpPr>
          <p:nvPr>
            <p:ph idx="21"/>
          </p:nvPr>
        </p:nvSpPr>
        <p:spPr>
          <a:xfrm>
            <a:off x="9256280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Footer Placeholder 10">
            <a:extLst>
              <a:ext uri="{FF2B5EF4-FFF2-40B4-BE49-F238E27FC236}">
                <a16:creationId xmlns:a16="http://schemas.microsoft.com/office/drawing/2014/main" id="{456493A9-E23C-409C-A174-414FC86274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0433946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-line title with subhead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60E130A3-E8DD-40D1-97C8-1ADDAAE7BDA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7200" y="1283032"/>
            <a:ext cx="11274425" cy="365125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1C23D10D-1090-4427-9F31-293A8D9B4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10">
            <a:extLst>
              <a:ext uri="{FF2B5EF4-FFF2-40B4-BE49-F238E27FC236}">
                <a16:creationId xmlns:a16="http://schemas.microsoft.com/office/drawing/2014/main" id="{1C314CCC-913F-4DA2-91CF-D7C89A96EFF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1288859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yebrow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0">
            <a:extLst>
              <a:ext uri="{FF2B5EF4-FFF2-40B4-BE49-F238E27FC236}">
                <a16:creationId xmlns:a16="http://schemas.microsoft.com/office/drawing/2014/main" id="{15EB4C16-F274-42E0-B1FF-E1717C7E87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869950"/>
            <a:ext cx="11274552" cy="75399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AF75BD6-4444-4897-A7D2-43BB9BBF2C48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57200" y="431800"/>
            <a:ext cx="5937250" cy="198438"/>
          </a:xfrm>
        </p:spPr>
        <p:txBody>
          <a:bodyPr>
            <a:noAutofit/>
          </a:bodyPr>
          <a:lstStyle>
            <a:lvl1pPr marL="0" indent="0">
              <a:buNone/>
              <a:defRPr lang="en-US" sz="1100" b="1" kern="1200" cap="all" spc="200" baseline="0" dirty="0">
                <a:solidFill>
                  <a:schemeClr val="tx1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</a:pPr>
            <a:r>
              <a:rPr lang="en-US"/>
              <a:t>CLICK TO ADD EYEBROW</a:t>
            </a:r>
          </a:p>
        </p:txBody>
      </p:sp>
      <p:sp>
        <p:nvSpPr>
          <p:cNvPr id="5" name="Footer Placeholder 10">
            <a:extLst>
              <a:ext uri="{FF2B5EF4-FFF2-40B4-BE49-F238E27FC236}">
                <a16:creationId xmlns:a16="http://schemas.microsoft.com/office/drawing/2014/main" id="{4A4DCBC1-8EA3-4E87-837A-83F17AC845B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C1DC05-006E-F738-0EB7-C5B89C35E3DD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57200" y="1967113"/>
            <a:ext cx="11274425" cy="43193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2993710590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yebrow and title: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B2A4FB-D20C-E24D-1F1A-3662166BAE39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57200" y="1967110"/>
            <a:ext cx="5463540" cy="43193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037FE79-DBDE-5F53-2F29-E0206E2B2114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6268212" y="1967111"/>
            <a:ext cx="5463540" cy="43193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Title 10">
            <a:extLst>
              <a:ext uri="{FF2B5EF4-FFF2-40B4-BE49-F238E27FC236}">
                <a16:creationId xmlns:a16="http://schemas.microsoft.com/office/drawing/2014/main" id="{15EB4C16-F274-42E0-B1FF-E1717C7E87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869950"/>
            <a:ext cx="11274552" cy="75399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1" name="Content Placeholder 5">
            <a:extLst>
              <a:ext uri="{FF2B5EF4-FFF2-40B4-BE49-F238E27FC236}">
                <a16:creationId xmlns:a16="http://schemas.microsoft.com/office/drawing/2014/main" id="{0E0E0026-750C-4749-8A4B-F50BDFEB1D84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57200" y="431800"/>
            <a:ext cx="5937250" cy="198438"/>
          </a:xfrm>
        </p:spPr>
        <p:txBody>
          <a:bodyPr vert="horz" lIns="0" tIns="0" rIns="0" bIns="0" rtlCol="0">
            <a:noAutofit/>
          </a:bodyPr>
          <a:lstStyle>
            <a:lvl1pPr>
              <a:defRPr lang="en-US" sz="1100" b="1" cap="all" spc="200" baseline="0">
                <a:latin typeface="+mj-lt"/>
              </a:defRPr>
            </a:lvl1pPr>
          </a:lstStyle>
          <a:p>
            <a:pPr lvl="0">
              <a:spcBef>
                <a:spcPts val="600"/>
              </a:spcBef>
              <a:buFontTx/>
            </a:pPr>
            <a:r>
              <a:rPr lang="en-US"/>
              <a:t>CLICK TO ADD EYEBROW</a:t>
            </a:r>
          </a:p>
        </p:txBody>
      </p:sp>
      <p:sp>
        <p:nvSpPr>
          <p:cNvPr id="6" name="Footer Placeholder 10">
            <a:extLst>
              <a:ext uri="{FF2B5EF4-FFF2-40B4-BE49-F238E27FC236}">
                <a16:creationId xmlns:a16="http://schemas.microsoft.com/office/drawing/2014/main" id="{82695469-62BA-4F8A-9BAF-A9C4A0869C1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5503355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yebrow and title: Two content weighted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DF1117-59D9-A64E-88A8-03E6E5A4BE6A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57200" y="1967113"/>
            <a:ext cx="3538497" cy="43193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B49516B-F45D-9D14-C233-CD4CBC97DB01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341477" y="1967113"/>
            <a:ext cx="7390273" cy="43193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Title 10">
            <a:extLst>
              <a:ext uri="{FF2B5EF4-FFF2-40B4-BE49-F238E27FC236}">
                <a16:creationId xmlns:a16="http://schemas.microsoft.com/office/drawing/2014/main" id="{15EB4C16-F274-42E0-B1FF-E1717C7E87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869950"/>
            <a:ext cx="11274552" cy="75399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1" name="Content Placeholder 5">
            <a:extLst>
              <a:ext uri="{FF2B5EF4-FFF2-40B4-BE49-F238E27FC236}">
                <a16:creationId xmlns:a16="http://schemas.microsoft.com/office/drawing/2014/main" id="{B26C481B-8F05-454E-B9A0-E5483867A6CE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57200" y="431800"/>
            <a:ext cx="5937250" cy="198438"/>
          </a:xfrm>
        </p:spPr>
        <p:txBody>
          <a:bodyPr vert="horz" lIns="0" tIns="0" rIns="0" bIns="0" rtlCol="0">
            <a:noAutofit/>
          </a:bodyPr>
          <a:lstStyle>
            <a:lvl1pPr>
              <a:defRPr lang="en-US" sz="1100" b="1" cap="all" spc="200" baseline="0" dirty="0">
                <a:latin typeface="+mj-lt"/>
              </a:defRPr>
            </a:lvl1pPr>
          </a:lstStyle>
          <a:p>
            <a:pPr lvl="0">
              <a:spcBef>
                <a:spcPts val="600"/>
              </a:spcBef>
              <a:buFontTx/>
            </a:pPr>
            <a:r>
              <a:rPr lang="en-US"/>
              <a:t>CLICK TO ADD EYEBROW</a:t>
            </a:r>
          </a:p>
        </p:txBody>
      </p:sp>
      <p:sp>
        <p:nvSpPr>
          <p:cNvPr id="6" name="Footer Placeholder 10">
            <a:extLst>
              <a:ext uri="{FF2B5EF4-FFF2-40B4-BE49-F238E27FC236}">
                <a16:creationId xmlns:a16="http://schemas.microsoft.com/office/drawing/2014/main" id="{2A3D27C5-73FD-45B9-8B63-64387D57F04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4291373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yebrow and title: Two content weighted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BD8BB00-1CA4-78E2-2579-EB8D4E880AE5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57200" y="1967113"/>
            <a:ext cx="7395881" cy="43193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AD86D8F-1B52-2C03-D701-7D22429A2492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8198863" y="1967113"/>
            <a:ext cx="3519034" cy="43193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Title 10">
            <a:extLst>
              <a:ext uri="{FF2B5EF4-FFF2-40B4-BE49-F238E27FC236}">
                <a16:creationId xmlns:a16="http://schemas.microsoft.com/office/drawing/2014/main" id="{15EB4C16-F274-42E0-B1FF-E1717C7E87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869950"/>
            <a:ext cx="11274552" cy="75399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0" name="Content Placeholder 5">
            <a:extLst>
              <a:ext uri="{FF2B5EF4-FFF2-40B4-BE49-F238E27FC236}">
                <a16:creationId xmlns:a16="http://schemas.microsoft.com/office/drawing/2014/main" id="{862AB041-0459-420C-AFE3-C7423F7F4616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57200" y="431800"/>
            <a:ext cx="5937250" cy="198438"/>
          </a:xfrm>
        </p:spPr>
        <p:txBody>
          <a:bodyPr vert="horz" lIns="0" tIns="0" rIns="0" bIns="0" rtlCol="0">
            <a:noAutofit/>
          </a:bodyPr>
          <a:lstStyle>
            <a:lvl1pPr>
              <a:defRPr lang="en-US" sz="1100" b="1" cap="all" spc="200" baseline="0">
                <a:latin typeface="+mj-lt"/>
              </a:defRPr>
            </a:lvl1pPr>
          </a:lstStyle>
          <a:p>
            <a:pPr lvl="0">
              <a:spcBef>
                <a:spcPts val="600"/>
              </a:spcBef>
              <a:buFontTx/>
            </a:pPr>
            <a:r>
              <a:rPr lang="en-US"/>
              <a:t>CLICK TO ADD EYEBROW</a:t>
            </a:r>
          </a:p>
        </p:txBody>
      </p:sp>
      <p:sp>
        <p:nvSpPr>
          <p:cNvPr id="6" name="Footer Placeholder 10">
            <a:extLst>
              <a:ext uri="{FF2B5EF4-FFF2-40B4-BE49-F238E27FC236}">
                <a16:creationId xmlns:a16="http://schemas.microsoft.com/office/drawing/2014/main" id="{44CBCC9F-B157-48A2-8BCD-F4134ED0D8A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3703132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yebrow and title: 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D0FB5A-DE6D-A88A-FE9B-0EC06DDF8590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57200" y="1967113"/>
            <a:ext cx="3523817" cy="431303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CCC7378-96F3-0BE2-A9E9-820F178A5D1F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4334091" y="1967113"/>
            <a:ext cx="3523816" cy="431303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21E5068E-D382-F80C-7B98-62E993F74152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8198863" y="1967113"/>
            <a:ext cx="3524250" cy="431303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Title 10">
            <a:extLst>
              <a:ext uri="{FF2B5EF4-FFF2-40B4-BE49-F238E27FC236}">
                <a16:creationId xmlns:a16="http://schemas.microsoft.com/office/drawing/2014/main" id="{15EB4C16-F274-42E0-B1FF-E1717C7E87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869950"/>
            <a:ext cx="11274552" cy="75399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Footer Placeholder 10">
            <a:extLst>
              <a:ext uri="{FF2B5EF4-FFF2-40B4-BE49-F238E27FC236}">
                <a16:creationId xmlns:a16="http://schemas.microsoft.com/office/drawing/2014/main" id="{DCBE6651-8BD1-4E33-8D74-09677F47D6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sp>
        <p:nvSpPr>
          <p:cNvPr id="8" name="Content Placeholder 5">
            <a:extLst>
              <a:ext uri="{FF2B5EF4-FFF2-40B4-BE49-F238E27FC236}">
                <a16:creationId xmlns:a16="http://schemas.microsoft.com/office/drawing/2014/main" id="{2F760F50-2662-608E-F6AC-A961A45EF208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457200" y="431800"/>
            <a:ext cx="5937250" cy="198438"/>
          </a:xfrm>
        </p:spPr>
        <p:txBody>
          <a:bodyPr vert="horz" lIns="0" tIns="0" rIns="0" bIns="0" rtlCol="0">
            <a:noAutofit/>
          </a:bodyPr>
          <a:lstStyle>
            <a:lvl1pPr>
              <a:defRPr lang="en-US" sz="1100" b="1" cap="all" spc="200" baseline="0">
                <a:latin typeface="+mj-lt"/>
              </a:defRPr>
            </a:lvl1pPr>
          </a:lstStyle>
          <a:p>
            <a:pPr lvl="0">
              <a:spcBef>
                <a:spcPts val="600"/>
              </a:spcBef>
              <a:buFontTx/>
            </a:pPr>
            <a:r>
              <a:rPr lang="en-US"/>
              <a:t>CLICK TO ADD EYEBROW</a:t>
            </a:r>
          </a:p>
        </p:txBody>
      </p:sp>
    </p:spTree>
    <p:extLst>
      <p:ext uri="{BB962C8B-B14F-4D97-AF65-F5344CB8AC3E}">
        <p14:creationId xmlns:p14="http://schemas.microsoft.com/office/powerpoint/2010/main" val="3113681945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yebrow and title: Fou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0">
            <a:extLst>
              <a:ext uri="{FF2B5EF4-FFF2-40B4-BE49-F238E27FC236}">
                <a16:creationId xmlns:a16="http://schemas.microsoft.com/office/drawing/2014/main" id="{15EB4C16-F274-42E0-B1FF-E1717C7E87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869950"/>
            <a:ext cx="11274552" cy="75399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5A5FF981-4ABF-4AA7-BA8F-4DC0D5291152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457200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868D8A6A-0A57-4651-9366-A02DB21541BF}"/>
              </a:ext>
            </a:extLst>
          </p:cNvPr>
          <p:cNvSpPr>
            <a:spLocks noGrp="1"/>
          </p:cNvSpPr>
          <p:nvPr>
            <p:ph idx="19"/>
          </p:nvPr>
        </p:nvSpPr>
        <p:spPr>
          <a:xfrm>
            <a:off x="3389212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FBF88B71-0BB2-4601-B2CE-F4F9B29D02DE}"/>
              </a:ext>
            </a:extLst>
          </p:cNvPr>
          <p:cNvSpPr>
            <a:spLocks noGrp="1"/>
          </p:cNvSpPr>
          <p:nvPr>
            <p:ph idx="20"/>
          </p:nvPr>
        </p:nvSpPr>
        <p:spPr>
          <a:xfrm>
            <a:off x="6322747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9" name="Content Placeholder 2">
            <a:extLst>
              <a:ext uri="{FF2B5EF4-FFF2-40B4-BE49-F238E27FC236}">
                <a16:creationId xmlns:a16="http://schemas.microsoft.com/office/drawing/2014/main" id="{3CC96474-5772-40F1-BF7B-AB01EC8D4AB9}"/>
              </a:ext>
            </a:extLst>
          </p:cNvPr>
          <p:cNvSpPr>
            <a:spLocks noGrp="1"/>
          </p:cNvSpPr>
          <p:nvPr>
            <p:ph idx="21"/>
          </p:nvPr>
        </p:nvSpPr>
        <p:spPr>
          <a:xfrm>
            <a:off x="9256280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0" name="Content Placeholder 5">
            <a:extLst>
              <a:ext uri="{FF2B5EF4-FFF2-40B4-BE49-F238E27FC236}">
                <a16:creationId xmlns:a16="http://schemas.microsoft.com/office/drawing/2014/main" id="{675F5264-3B10-4E1A-8EAD-38FFE8ACFF6A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57200" y="431800"/>
            <a:ext cx="5937250" cy="198438"/>
          </a:xfrm>
        </p:spPr>
        <p:txBody>
          <a:bodyPr vert="horz" lIns="0" tIns="0" rIns="0" bIns="0" rtlCol="0">
            <a:noAutofit/>
          </a:bodyPr>
          <a:lstStyle>
            <a:lvl1pPr>
              <a:defRPr lang="en-US" sz="1100" b="1" cap="all" spc="200" baseline="0">
                <a:latin typeface="+mj-lt"/>
              </a:defRPr>
            </a:lvl1pPr>
          </a:lstStyle>
          <a:p>
            <a:pPr lvl="0">
              <a:spcBef>
                <a:spcPts val="600"/>
              </a:spcBef>
              <a:buFontTx/>
            </a:pPr>
            <a:r>
              <a:rPr lang="en-US"/>
              <a:t>CLICK TO ADD EYEBROW</a:t>
            </a:r>
          </a:p>
        </p:txBody>
      </p:sp>
      <p:sp>
        <p:nvSpPr>
          <p:cNvPr id="8" name="Footer Placeholder 10">
            <a:extLst>
              <a:ext uri="{FF2B5EF4-FFF2-40B4-BE49-F238E27FC236}">
                <a16:creationId xmlns:a16="http://schemas.microsoft.com/office/drawing/2014/main" id="{6CAFEAFB-1353-42C0-9A13-C38F635AC6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0057198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yebrow and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0">
            <a:extLst>
              <a:ext uri="{FF2B5EF4-FFF2-40B4-BE49-F238E27FC236}">
                <a16:creationId xmlns:a16="http://schemas.microsoft.com/office/drawing/2014/main" id="{15EB4C16-F274-42E0-B1FF-E1717C7E87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869950"/>
            <a:ext cx="11274552" cy="75399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AF75BD6-4444-4897-A7D2-43BB9BBF2C48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57200" y="431800"/>
            <a:ext cx="5937250" cy="198438"/>
          </a:xfrm>
        </p:spPr>
        <p:txBody>
          <a:bodyPr vert="horz" lIns="0" tIns="0" rIns="0" bIns="0" rtlCol="0">
            <a:noAutofit/>
          </a:bodyPr>
          <a:lstStyle>
            <a:lvl1pPr>
              <a:defRPr lang="en-US" sz="1100" b="1" cap="all" spc="200" baseline="0">
                <a:latin typeface="+mj-lt"/>
              </a:defRPr>
            </a:lvl1pPr>
          </a:lstStyle>
          <a:p>
            <a:pPr lvl="0">
              <a:spcBef>
                <a:spcPts val="600"/>
              </a:spcBef>
              <a:buFontTx/>
            </a:pPr>
            <a:r>
              <a:rPr lang="en-US"/>
              <a:t>CLICK TO ADD EYEBROW</a:t>
            </a:r>
          </a:p>
        </p:txBody>
      </p:sp>
      <p:sp>
        <p:nvSpPr>
          <p:cNvPr id="4" name="Footer Placeholder 10">
            <a:extLst>
              <a:ext uri="{FF2B5EF4-FFF2-40B4-BE49-F238E27FC236}">
                <a16:creationId xmlns:a16="http://schemas.microsoft.com/office/drawing/2014/main" id="{9D3F7C6D-D349-458D-A76F-C40DAFB994B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0276919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 Layout Black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02BE053-41B4-1E68-9FCD-20C3E4C8E483}"/>
              </a:ext>
            </a:extLst>
          </p:cNvPr>
          <p:cNvSpPr txBox="1"/>
          <p:nvPr userDrawn="1"/>
        </p:nvSpPr>
        <p:spPr>
          <a:xfrm>
            <a:off x="681343" y="6501327"/>
            <a:ext cx="730016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r>
              <a:rPr lang="en-US" sz="750" kern="100" cap="all" spc="100" baseline="0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©</a:t>
            </a:r>
            <a:r>
              <a:rPr lang="en-US" sz="750" kern="100" cap="all" spc="20" baseline="0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2025 F5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55B0D5E-6B4C-984B-FE38-77552D039843}"/>
              </a:ext>
            </a:extLst>
          </p:cNvPr>
          <p:cNvSpPr txBox="1"/>
          <p:nvPr userDrawn="1"/>
        </p:nvSpPr>
        <p:spPr>
          <a:xfrm>
            <a:off x="6805" y="6501327"/>
            <a:ext cx="567398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 algn="r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  <a:buFont typeface="Arial" panose="020B0604020202020204" pitchFamily="34" charset="0"/>
              <a:buChar char="​"/>
            </a:pPr>
            <a:fld id="{CB0320B6-2A61-43CE-9396-B5C4FB4B7D43}" type="slidenum">
              <a:rPr lang="en-US" sz="750" b="0" kern="100" cap="all" spc="50" smtClean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pPr marL="0" lvl="4" algn="r">
                <a:lnSpc>
                  <a:spcPct val="85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5"/>
                </a:buClr>
                <a:buFont typeface="Arial" panose="020B0604020202020204" pitchFamily="34" charset="0"/>
                <a:buChar char="​"/>
              </a:pPr>
              <a:t>‹#›</a:t>
            </a:fld>
            <a:endParaRPr lang="en-US" sz="750" b="0" kern="100" cap="all" spc="50">
              <a:solidFill>
                <a:schemeClr val="bg1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4" name="Footer Placeholder 10">
            <a:extLst>
              <a:ext uri="{FF2B5EF4-FFF2-40B4-BE49-F238E27FC236}">
                <a16:creationId xmlns:a16="http://schemas.microsoft.com/office/drawing/2014/main" id="{89FBA006-AAD9-E2DA-9665-227D1C85C1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>
                <a:solidFill>
                  <a:schemeClr val="bg1"/>
                </a:solidFill>
              </a:defRPr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pic>
        <p:nvPicPr>
          <p:cNvPr id="6" name="updated logo" descr="Logo&#10;&#10;Description automatically generated">
            <a:extLst>
              <a:ext uri="{FF2B5EF4-FFF2-40B4-BE49-F238E27FC236}">
                <a16:creationId xmlns:a16="http://schemas.microsoft.com/office/drawing/2014/main" id="{B30F7A4C-0A31-52CE-594B-041F5F76795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89503" y="6431000"/>
            <a:ext cx="246888" cy="24688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0711272-4EC6-A191-3E53-4DB7D1519F9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0" y="0"/>
            <a:ext cx="12192000" cy="9448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FF3AF8C-8BF6-E977-1ED6-76E97B59464B}"/>
              </a:ext>
            </a:extLst>
          </p:cNvPr>
          <p:cNvSpPr txBox="1"/>
          <p:nvPr userDrawn="1"/>
        </p:nvSpPr>
        <p:spPr>
          <a:xfrm>
            <a:off x="13920953" y="10706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/>
              <a:t>Primary palette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B3EF311-52DE-E691-1034-579E1896A7C5}"/>
              </a:ext>
            </a:extLst>
          </p:cNvPr>
          <p:cNvSpPr/>
          <p:nvPr userDrawn="1"/>
        </p:nvSpPr>
        <p:spPr>
          <a:xfrm>
            <a:off x="13959929" y="377353"/>
            <a:ext cx="618392" cy="618392"/>
          </a:xfrm>
          <a:prstGeom prst="ellipse">
            <a:avLst/>
          </a:prstGeom>
          <a:solidFill>
            <a:srgbClr val="E400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1640CDA-656F-2FE2-1886-B2762FB1B95D}"/>
              </a:ext>
            </a:extLst>
          </p:cNvPr>
          <p:cNvSpPr/>
          <p:nvPr userDrawn="1"/>
        </p:nvSpPr>
        <p:spPr>
          <a:xfrm>
            <a:off x="15084675" y="517318"/>
            <a:ext cx="338462" cy="338462"/>
          </a:xfrm>
          <a:prstGeom prst="ellipse">
            <a:avLst/>
          </a:prstGeom>
          <a:solidFill>
            <a:srgbClr val="F7B2B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F0DE3F64-F8A1-06B4-7961-3E4EAA8F3E1F}"/>
              </a:ext>
            </a:extLst>
          </p:cNvPr>
          <p:cNvSpPr/>
          <p:nvPr userDrawn="1"/>
        </p:nvSpPr>
        <p:spPr>
          <a:xfrm>
            <a:off x="15584292" y="517318"/>
            <a:ext cx="338462" cy="338462"/>
          </a:xfrm>
          <a:prstGeom prst="ellipse">
            <a:avLst/>
          </a:prstGeom>
          <a:solidFill>
            <a:srgbClr val="F066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9724F50A-34DA-2CAF-9733-20F91358702F}"/>
              </a:ext>
            </a:extLst>
          </p:cNvPr>
          <p:cNvSpPr/>
          <p:nvPr userDrawn="1"/>
        </p:nvSpPr>
        <p:spPr>
          <a:xfrm>
            <a:off x="16083909" y="517318"/>
            <a:ext cx="338462" cy="338462"/>
          </a:xfrm>
          <a:prstGeom prst="ellipse">
            <a:avLst/>
          </a:prstGeom>
          <a:solidFill>
            <a:srgbClr val="A7002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5C66B756-E0D2-EFDA-D051-9CC350742CA7}"/>
              </a:ext>
            </a:extLst>
          </p:cNvPr>
          <p:cNvSpPr/>
          <p:nvPr userDrawn="1"/>
        </p:nvSpPr>
        <p:spPr>
          <a:xfrm>
            <a:off x="16583525" y="517318"/>
            <a:ext cx="338462" cy="338462"/>
          </a:xfrm>
          <a:prstGeom prst="ellipse">
            <a:avLst/>
          </a:prstGeom>
          <a:solidFill>
            <a:srgbClr val="72001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8ED3B51-EEE0-2815-2684-180D1A78B636}"/>
              </a:ext>
            </a:extLst>
          </p:cNvPr>
          <p:cNvSpPr txBox="1"/>
          <p:nvPr userDrawn="1"/>
        </p:nvSpPr>
        <p:spPr>
          <a:xfrm>
            <a:off x="15053447" y="10706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/>
              <a:t>Secondary palette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BEBB1A24-6FC6-544F-5396-EB8EA58AAAF4}"/>
              </a:ext>
            </a:extLst>
          </p:cNvPr>
          <p:cNvSpPr/>
          <p:nvPr userDrawn="1"/>
        </p:nvSpPr>
        <p:spPr>
          <a:xfrm>
            <a:off x="13959929" y="1097294"/>
            <a:ext cx="618392" cy="618392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BC76C706-1B80-5B42-D892-E1D78EAF1F40}"/>
              </a:ext>
            </a:extLst>
          </p:cNvPr>
          <p:cNvSpPr/>
          <p:nvPr userDrawn="1"/>
        </p:nvSpPr>
        <p:spPr>
          <a:xfrm>
            <a:off x="15084675" y="1237259"/>
            <a:ext cx="338462" cy="338462"/>
          </a:xfrm>
          <a:prstGeom prst="ellipse">
            <a:avLst/>
          </a:prstGeom>
          <a:solidFill>
            <a:srgbClr val="FBE1C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FABCF115-0EBC-A99A-1050-09C1BC22D14D}"/>
              </a:ext>
            </a:extLst>
          </p:cNvPr>
          <p:cNvSpPr/>
          <p:nvPr userDrawn="1"/>
        </p:nvSpPr>
        <p:spPr>
          <a:xfrm>
            <a:off x="15584292" y="1237259"/>
            <a:ext cx="338462" cy="338462"/>
          </a:xfrm>
          <a:prstGeom prst="ellipse">
            <a:avLst/>
          </a:prstGeom>
          <a:solidFill>
            <a:srgbClr val="F7C2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9D359ECD-7A38-4105-DFC9-E0960499EEC7}"/>
              </a:ext>
            </a:extLst>
          </p:cNvPr>
          <p:cNvSpPr/>
          <p:nvPr userDrawn="1"/>
        </p:nvSpPr>
        <p:spPr>
          <a:xfrm>
            <a:off x="16083909" y="1237259"/>
            <a:ext cx="338462" cy="338462"/>
          </a:xfrm>
          <a:prstGeom prst="ellipse">
            <a:avLst/>
          </a:prstGeom>
          <a:solidFill>
            <a:srgbClr val="B2742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FD16B759-1DDE-1DB1-296B-D012A47796F4}"/>
              </a:ext>
            </a:extLst>
          </p:cNvPr>
          <p:cNvSpPr/>
          <p:nvPr userDrawn="1"/>
        </p:nvSpPr>
        <p:spPr>
          <a:xfrm>
            <a:off x="16583525" y="1237259"/>
            <a:ext cx="338462" cy="338462"/>
          </a:xfrm>
          <a:prstGeom prst="ellipse">
            <a:avLst/>
          </a:prstGeom>
          <a:solidFill>
            <a:srgbClr val="794D1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BBC9DD16-FA5B-D7A2-D2FC-D2F95F0D5C53}"/>
              </a:ext>
            </a:extLst>
          </p:cNvPr>
          <p:cNvSpPr/>
          <p:nvPr userDrawn="1"/>
        </p:nvSpPr>
        <p:spPr>
          <a:xfrm>
            <a:off x="13959929" y="1817235"/>
            <a:ext cx="618392" cy="6183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CB8563AC-C2CB-DDBA-48DD-DB89A6BB1A65}"/>
              </a:ext>
            </a:extLst>
          </p:cNvPr>
          <p:cNvSpPr/>
          <p:nvPr userDrawn="1"/>
        </p:nvSpPr>
        <p:spPr>
          <a:xfrm>
            <a:off x="15084675" y="1957200"/>
            <a:ext cx="338462" cy="338462"/>
          </a:xfrm>
          <a:prstGeom prst="ellipse">
            <a:avLst/>
          </a:prstGeom>
          <a:solidFill>
            <a:srgbClr val="B7C6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724A5343-199A-4136-972E-A7A7DB801974}"/>
              </a:ext>
            </a:extLst>
          </p:cNvPr>
          <p:cNvSpPr/>
          <p:nvPr userDrawn="1"/>
        </p:nvSpPr>
        <p:spPr>
          <a:xfrm>
            <a:off x="15584292" y="1957200"/>
            <a:ext cx="338462" cy="338462"/>
          </a:xfrm>
          <a:prstGeom prst="ellipse">
            <a:avLst/>
          </a:prstGeom>
          <a:solidFill>
            <a:srgbClr val="6E8D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0373BE05-6E3F-408F-FF03-29C6D2EBFA14}"/>
              </a:ext>
            </a:extLst>
          </p:cNvPr>
          <p:cNvSpPr/>
          <p:nvPr userDrawn="1"/>
        </p:nvSpPr>
        <p:spPr>
          <a:xfrm>
            <a:off x="16083909" y="1957200"/>
            <a:ext cx="338462" cy="338462"/>
          </a:xfrm>
          <a:prstGeom prst="ellipse">
            <a:avLst/>
          </a:prstGeom>
          <a:solidFill>
            <a:srgbClr val="0B31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44DE6423-D527-1B12-C5E1-18B16AFC7104}"/>
              </a:ext>
            </a:extLst>
          </p:cNvPr>
          <p:cNvSpPr/>
          <p:nvPr userDrawn="1"/>
        </p:nvSpPr>
        <p:spPr>
          <a:xfrm>
            <a:off x="16583525" y="1957200"/>
            <a:ext cx="338462" cy="338462"/>
          </a:xfrm>
          <a:prstGeom prst="ellipse">
            <a:avLst/>
          </a:prstGeom>
          <a:solidFill>
            <a:srgbClr val="07215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A4EC0FC7-D801-6D64-6B2A-898BBC2D7DC5}"/>
              </a:ext>
            </a:extLst>
          </p:cNvPr>
          <p:cNvSpPr/>
          <p:nvPr userDrawn="1"/>
        </p:nvSpPr>
        <p:spPr>
          <a:xfrm>
            <a:off x="13959929" y="2537176"/>
            <a:ext cx="618392" cy="618392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214DB9A1-E4FD-4225-8F46-3ECA77CDFA62}"/>
              </a:ext>
            </a:extLst>
          </p:cNvPr>
          <p:cNvSpPr/>
          <p:nvPr userDrawn="1"/>
        </p:nvSpPr>
        <p:spPr>
          <a:xfrm>
            <a:off x="15084675" y="2677141"/>
            <a:ext cx="338462" cy="338462"/>
          </a:xfrm>
          <a:prstGeom prst="ellipse">
            <a:avLst/>
          </a:prstGeom>
          <a:solidFill>
            <a:srgbClr val="E6BE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4636BB53-549C-8A42-D42A-3856F9B275BB}"/>
              </a:ext>
            </a:extLst>
          </p:cNvPr>
          <p:cNvSpPr/>
          <p:nvPr userDrawn="1"/>
        </p:nvSpPr>
        <p:spPr>
          <a:xfrm>
            <a:off x="15584292" y="2677141"/>
            <a:ext cx="338462" cy="338462"/>
          </a:xfrm>
          <a:prstGeom prst="ellipse">
            <a:avLst/>
          </a:prstGeom>
          <a:solidFill>
            <a:srgbClr val="CD7DB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536D9342-0353-758E-A6BF-C2CDFDFF1551}"/>
              </a:ext>
            </a:extLst>
          </p:cNvPr>
          <p:cNvSpPr/>
          <p:nvPr userDrawn="1"/>
        </p:nvSpPr>
        <p:spPr>
          <a:xfrm>
            <a:off x="16083909" y="2677141"/>
            <a:ext cx="338462" cy="338462"/>
          </a:xfrm>
          <a:prstGeom prst="ellipse">
            <a:avLst/>
          </a:prstGeom>
          <a:solidFill>
            <a:srgbClr val="801D6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E5F11BCF-7E53-B412-CF0D-794075FAE80D}"/>
              </a:ext>
            </a:extLst>
          </p:cNvPr>
          <p:cNvSpPr/>
          <p:nvPr userDrawn="1"/>
        </p:nvSpPr>
        <p:spPr>
          <a:xfrm>
            <a:off x="16583525" y="2677141"/>
            <a:ext cx="338462" cy="338462"/>
          </a:xfrm>
          <a:prstGeom prst="ellipse">
            <a:avLst/>
          </a:prstGeom>
          <a:solidFill>
            <a:srgbClr val="5614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7412552D-BEC6-D5A8-3082-8FA0D2A28692}"/>
              </a:ext>
            </a:extLst>
          </p:cNvPr>
          <p:cNvSpPr/>
          <p:nvPr userDrawn="1"/>
        </p:nvSpPr>
        <p:spPr>
          <a:xfrm>
            <a:off x="13959929" y="3257117"/>
            <a:ext cx="618392" cy="61839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DF3F8D10-18F1-1215-DB48-8B48EE006DDE}"/>
              </a:ext>
            </a:extLst>
          </p:cNvPr>
          <p:cNvSpPr/>
          <p:nvPr userDrawn="1"/>
        </p:nvSpPr>
        <p:spPr>
          <a:xfrm>
            <a:off x="15084675" y="3397082"/>
            <a:ext cx="338462" cy="338462"/>
          </a:xfrm>
          <a:prstGeom prst="ellipse">
            <a:avLst/>
          </a:prstGeom>
          <a:solidFill>
            <a:srgbClr val="B2DFC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49932621-6C39-C3B8-0D48-AEF8FC7E69D1}"/>
              </a:ext>
            </a:extLst>
          </p:cNvPr>
          <p:cNvSpPr/>
          <p:nvPr userDrawn="1"/>
        </p:nvSpPr>
        <p:spPr>
          <a:xfrm>
            <a:off x="15584292" y="3397082"/>
            <a:ext cx="338462" cy="338462"/>
          </a:xfrm>
          <a:prstGeom prst="ellipse">
            <a:avLst/>
          </a:prstGeom>
          <a:solidFill>
            <a:srgbClr val="66C0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B02990E9-C857-B734-4D55-165506F31D84}"/>
              </a:ext>
            </a:extLst>
          </p:cNvPr>
          <p:cNvSpPr/>
          <p:nvPr userDrawn="1"/>
        </p:nvSpPr>
        <p:spPr>
          <a:xfrm>
            <a:off x="16083909" y="3397082"/>
            <a:ext cx="338462" cy="338462"/>
          </a:xfrm>
          <a:prstGeom prst="ellipse">
            <a:avLst/>
          </a:prstGeom>
          <a:solidFill>
            <a:srgbClr val="0071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E1822A92-B38F-07B8-3FC6-D98BEA9A1E40}"/>
              </a:ext>
            </a:extLst>
          </p:cNvPr>
          <p:cNvSpPr/>
          <p:nvPr userDrawn="1"/>
        </p:nvSpPr>
        <p:spPr>
          <a:xfrm>
            <a:off x="16583525" y="3397082"/>
            <a:ext cx="338462" cy="338462"/>
          </a:xfrm>
          <a:prstGeom prst="ellipse">
            <a:avLst/>
          </a:prstGeom>
          <a:solidFill>
            <a:srgbClr val="004B1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FF4D9B0B-4E66-DE51-DBCE-051174713802}"/>
              </a:ext>
            </a:extLst>
          </p:cNvPr>
          <p:cNvSpPr/>
          <p:nvPr userDrawn="1"/>
        </p:nvSpPr>
        <p:spPr>
          <a:xfrm>
            <a:off x="13959929" y="3977058"/>
            <a:ext cx="618392" cy="6183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122B03B6-66D0-F1B9-66D8-848583646BD1}"/>
              </a:ext>
            </a:extLst>
          </p:cNvPr>
          <p:cNvSpPr/>
          <p:nvPr userDrawn="1"/>
        </p:nvSpPr>
        <p:spPr>
          <a:xfrm>
            <a:off x="15084675" y="4117023"/>
            <a:ext cx="338462" cy="338462"/>
          </a:xfrm>
          <a:prstGeom prst="ellipse">
            <a:avLst/>
          </a:prstGeom>
          <a:solidFill>
            <a:srgbClr val="D0BC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5" name="Oval 84">
            <a:extLst>
              <a:ext uri="{FF2B5EF4-FFF2-40B4-BE49-F238E27FC236}">
                <a16:creationId xmlns:a16="http://schemas.microsoft.com/office/drawing/2014/main" id="{9A5ED619-C75B-77B0-54CE-FB5CBD5C1F15}"/>
              </a:ext>
            </a:extLst>
          </p:cNvPr>
          <p:cNvSpPr/>
          <p:nvPr userDrawn="1"/>
        </p:nvSpPr>
        <p:spPr>
          <a:xfrm>
            <a:off x="15584292" y="4117023"/>
            <a:ext cx="338462" cy="338462"/>
          </a:xfrm>
          <a:prstGeom prst="ellipse">
            <a:avLst/>
          </a:prstGeom>
          <a:solidFill>
            <a:srgbClr val="A17AB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8C0C035F-A6ED-45E6-7BE0-778D4B900163}"/>
              </a:ext>
            </a:extLst>
          </p:cNvPr>
          <p:cNvSpPr/>
          <p:nvPr userDrawn="1"/>
        </p:nvSpPr>
        <p:spPr>
          <a:xfrm>
            <a:off x="16083909" y="4117023"/>
            <a:ext cx="338462" cy="338462"/>
          </a:xfrm>
          <a:prstGeom prst="ellipse">
            <a:avLst/>
          </a:prstGeom>
          <a:solidFill>
            <a:srgbClr val="3813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103E0462-799D-63CE-2CCC-6F132F22E2F8}"/>
              </a:ext>
            </a:extLst>
          </p:cNvPr>
          <p:cNvSpPr/>
          <p:nvPr userDrawn="1"/>
        </p:nvSpPr>
        <p:spPr>
          <a:xfrm>
            <a:off x="16583525" y="4117023"/>
            <a:ext cx="338462" cy="338462"/>
          </a:xfrm>
          <a:prstGeom prst="ellipse">
            <a:avLst/>
          </a:prstGeom>
          <a:solidFill>
            <a:srgbClr val="250D3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DE79FCA5-4920-1266-EDBB-2D20D8E43BEE}"/>
              </a:ext>
            </a:extLst>
          </p:cNvPr>
          <p:cNvSpPr/>
          <p:nvPr userDrawn="1"/>
        </p:nvSpPr>
        <p:spPr>
          <a:xfrm>
            <a:off x="13959929" y="4652930"/>
            <a:ext cx="618392" cy="618392"/>
          </a:xfrm>
          <a:prstGeom prst="ellipse">
            <a:avLst/>
          </a:prstGeom>
          <a:solidFill>
            <a:srgbClr val="007B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9ADEF5E0-6B1F-48E2-2B6F-93623572813A}"/>
              </a:ext>
            </a:extLst>
          </p:cNvPr>
          <p:cNvSpPr/>
          <p:nvPr userDrawn="1"/>
        </p:nvSpPr>
        <p:spPr>
          <a:xfrm>
            <a:off x="15084675" y="4836963"/>
            <a:ext cx="338462" cy="338462"/>
          </a:xfrm>
          <a:prstGeom prst="ellipse">
            <a:avLst/>
          </a:prstGeom>
          <a:solidFill>
            <a:srgbClr val="B2D7E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3041215E-30C8-1778-A1C2-B1F2212649A8}"/>
              </a:ext>
            </a:extLst>
          </p:cNvPr>
          <p:cNvSpPr/>
          <p:nvPr userDrawn="1"/>
        </p:nvSpPr>
        <p:spPr>
          <a:xfrm>
            <a:off x="15584292" y="4836963"/>
            <a:ext cx="338462" cy="338462"/>
          </a:xfrm>
          <a:prstGeom prst="ellipse">
            <a:avLst/>
          </a:prstGeom>
          <a:solidFill>
            <a:srgbClr val="66AF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612E9D98-CC06-76AF-8B5A-72C99B31A868}"/>
              </a:ext>
            </a:extLst>
          </p:cNvPr>
          <p:cNvSpPr/>
          <p:nvPr userDrawn="1"/>
        </p:nvSpPr>
        <p:spPr>
          <a:xfrm>
            <a:off x="16083909" y="4836963"/>
            <a:ext cx="338462" cy="338462"/>
          </a:xfrm>
          <a:prstGeom prst="ellipse">
            <a:avLst/>
          </a:prstGeom>
          <a:solidFill>
            <a:srgbClr val="005C8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1E4AFF7C-E24F-BD5B-D366-E761C9FE7E0E}"/>
              </a:ext>
            </a:extLst>
          </p:cNvPr>
          <p:cNvSpPr/>
          <p:nvPr userDrawn="1"/>
        </p:nvSpPr>
        <p:spPr>
          <a:xfrm>
            <a:off x="16583525" y="4836963"/>
            <a:ext cx="338462" cy="338462"/>
          </a:xfrm>
          <a:prstGeom prst="ellipse">
            <a:avLst/>
          </a:prstGeom>
          <a:solidFill>
            <a:srgbClr val="003D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4A97C000-16B3-2EBE-A8F0-C54DFB565F90}"/>
              </a:ext>
            </a:extLst>
          </p:cNvPr>
          <p:cNvSpPr txBox="1"/>
          <p:nvPr userDrawn="1"/>
        </p:nvSpPr>
        <p:spPr>
          <a:xfrm>
            <a:off x="13920953" y="570792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/>
              <a:t>Product Group Colors</a:t>
            </a:r>
          </a:p>
        </p:txBody>
      </p: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A456F0D9-3A8B-F010-A1B2-179763FBC44A}"/>
              </a:ext>
            </a:extLst>
          </p:cNvPr>
          <p:cNvCxnSpPr>
            <a:cxnSpLocks/>
          </p:cNvCxnSpPr>
          <p:nvPr userDrawn="1"/>
        </p:nvCxnSpPr>
        <p:spPr>
          <a:xfrm>
            <a:off x="13920953" y="5583284"/>
            <a:ext cx="3109779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31E14694-127C-EB71-D823-0C8C423339C3}"/>
              </a:ext>
            </a:extLst>
          </p:cNvPr>
          <p:cNvCxnSpPr>
            <a:cxnSpLocks/>
          </p:cNvCxnSpPr>
          <p:nvPr userDrawn="1"/>
        </p:nvCxnSpPr>
        <p:spPr>
          <a:xfrm>
            <a:off x="13920953" y="0"/>
            <a:ext cx="907751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88846252-4BA6-454C-F2C0-6E1885751A5E}"/>
              </a:ext>
            </a:extLst>
          </p:cNvPr>
          <p:cNvCxnSpPr>
            <a:cxnSpLocks/>
          </p:cNvCxnSpPr>
          <p:nvPr userDrawn="1"/>
        </p:nvCxnSpPr>
        <p:spPr>
          <a:xfrm>
            <a:off x="15040681" y="0"/>
            <a:ext cx="1963661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Rectangle 96">
            <a:extLst>
              <a:ext uri="{FF2B5EF4-FFF2-40B4-BE49-F238E27FC236}">
                <a16:creationId xmlns:a16="http://schemas.microsoft.com/office/drawing/2014/main" id="{554E8C43-8450-6CBA-7142-BC7F283CE3E2}"/>
              </a:ext>
            </a:extLst>
          </p:cNvPr>
          <p:cNvSpPr/>
          <p:nvPr userDrawn="1"/>
        </p:nvSpPr>
        <p:spPr>
          <a:xfrm>
            <a:off x="14716831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>
                <a:solidFill>
                  <a:schemeClr val="tx1"/>
                </a:solidFill>
                <a:latin typeface="+mn-lt"/>
              </a:rPr>
              <a:t>BIG-IP Next</a:t>
            </a:r>
          </a:p>
        </p:txBody>
      </p:sp>
      <p:sp>
        <p:nvSpPr>
          <p:cNvPr id="98" name="Oval 97">
            <a:extLst>
              <a:ext uri="{FF2B5EF4-FFF2-40B4-BE49-F238E27FC236}">
                <a16:creationId xmlns:a16="http://schemas.microsoft.com/office/drawing/2014/main" id="{83CC6AE2-2660-E986-B1AA-C9C5D6A1D061}"/>
              </a:ext>
            </a:extLst>
          </p:cNvPr>
          <p:cNvSpPr/>
          <p:nvPr userDrawn="1"/>
        </p:nvSpPr>
        <p:spPr>
          <a:xfrm>
            <a:off x="14804987" y="6024739"/>
            <a:ext cx="338462" cy="338462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9A2B5AC1-3639-B007-B72A-D3327E2769B8}"/>
              </a:ext>
            </a:extLst>
          </p:cNvPr>
          <p:cNvSpPr/>
          <p:nvPr userDrawn="1"/>
        </p:nvSpPr>
        <p:spPr>
          <a:xfrm>
            <a:off x="13843869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>
                <a:solidFill>
                  <a:schemeClr val="tx1"/>
                </a:solidFill>
                <a:latin typeface="+mn-lt"/>
              </a:rPr>
              <a:t>Distributed Cloud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75DB2862-925C-7CE3-E01C-C86C8158D0EB}"/>
              </a:ext>
            </a:extLst>
          </p:cNvPr>
          <p:cNvSpPr/>
          <p:nvPr userDrawn="1"/>
        </p:nvSpPr>
        <p:spPr>
          <a:xfrm>
            <a:off x="15568415" y="6388493"/>
            <a:ext cx="91440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000" kern="100">
                <a:solidFill>
                  <a:schemeClr val="tx1"/>
                </a:solidFill>
                <a:latin typeface="+mn-lt"/>
              </a:rPr>
              <a:t>BIG-IP</a:t>
            </a:r>
          </a:p>
        </p:txBody>
      </p:sp>
      <p:sp>
        <p:nvSpPr>
          <p:cNvPr id="101" name="Oval 100">
            <a:extLst>
              <a:ext uri="{FF2B5EF4-FFF2-40B4-BE49-F238E27FC236}">
                <a16:creationId xmlns:a16="http://schemas.microsoft.com/office/drawing/2014/main" id="{9A5749D0-0A7D-2E92-631A-C06C2FEB6532}"/>
              </a:ext>
            </a:extLst>
          </p:cNvPr>
          <p:cNvSpPr/>
          <p:nvPr userDrawn="1"/>
        </p:nvSpPr>
        <p:spPr>
          <a:xfrm>
            <a:off x="13916887" y="6024739"/>
            <a:ext cx="338462" cy="33846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957CC61D-2D18-3891-2077-6B56998DD8EE}"/>
              </a:ext>
            </a:extLst>
          </p:cNvPr>
          <p:cNvSpPr/>
          <p:nvPr userDrawn="1"/>
        </p:nvSpPr>
        <p:spPr>
          <a:xfrm>
            <a:off x="15702617" y="6024739"/>
            <a:ext cx="338462" cy="33846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EBCAC3AD-6926-0CA8-EC81-EEB0066D7D68}"/>
              </a:ext>
            </a:extLst>
          </p:cNvPr>
          <p:cNvSpPr/>
          <p:nvPr userDrawn="1"/>
        </p:nvSpPr>
        <p:spPr>
          <a:xfrm>
            <a:off x="16491659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>
                <a:solidFill>
                  <a:schemeClr val="tx1"/>
                </a:solidFill>
                <a:latin typeface="+mn-lt"/>
              </a:rPr>
              <a:t>NGINX </a:t>
            </a:r>
          </a:p>
        </p:txBody>
      </p:sp>
      <p:sp>
        <p:nvSpPr>
          <p:cNvPr id="104" name="Oval 103">
            <a:extLst>
              <a:ext uri="{FF2B5EF4-FFF2-40B4-BE49-F238E27FC236}">
                <a16:creationId xmlns:a16="http://schemas.microsoft.com/office/drawing/2014/main" id="{58AAE406-372E-4F4B-C37E-7155FCD2FA4B}"/>
              </a:ext>
            </a:extLst>
          </p:cNvPr>
          <p:cNvSpPr/>
          <p:nvPr userDrawn="1"/>
        </p:nvSpPr>
        <p:spPr>
          <a:xfrm>
            <a:off x="16590717" y="6024739"/>
            <a:ext cx="338462" cy="33846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2444742133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0">
            <a:extLst>
              <a:ext uri="{FF2B5EF4-FFF2-40B4-BE49-F238E27FC236}">
                <a16:creationId xmlns:a16="http://schemas.microsoft.com/office/drawing/2014/main" id="{6AAA353B-4225-4925-A76E-613DABA5B5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4999347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 Black: Pattern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: Shape 5">
            <a:extLst>
              <a:ext uri="{FF2B5EF4-FFF2-40B4-BE49-F238E27FC236}">
                <a16:creationId xmlns:a16="http://schemas.microsoft.com/office/drawing/2014/main" id="{10666487-4E88-236C-F36C-EB0ACE0FAFBE}"/>
              </a:ext>
            </a:extLst>
          </p:cNvPr>
          <p:cNvSpPr/>
          <p:nvPr userDrawn="1"/>
        </p:nvSpPr>
        <p:spPr>
          <a:xfrm>
            <a:off x="1346425" y="96982"/>
            <a:ext cx="8939754" cy="6761018"/>
          </a:xfrm>
          <a:custGeom>
            <a:avLst/>
            <a:gdLst>
              <a:gd name="connsiteX0" fmla="*/ 1503815 w 8939754"/>
              <a:gd name="connsiteY0" fmla="*/ 0 h 6766560"/>
              <a:gd name="connsiteX1" fmla="*/ 7435940 w 8939754"/>
              <a:gd name="connsiteY1" fmla="*/ 0 h 6766560"/>
              <a:gd name="connsiteX2" fmla="*/ 7630557 w 8939754"/>
              <a:gd name="connsiteY2" fmla="*/ 176881 h 6766560"/>
              <a:gd name="connsiteX3" fmla="*/ 8939754 w 8939754"/>
              <a:gd name="connsiteY3" fmla="*/ 3337560 h 6766560"/>
              <a:gd name="connsiteX4" fmla="*/ 7475321 w 8939754"/>
              <a:gd name="connsiteY4" fmla="*/ 6646243 h 6766560"/>
              <a:gd name="connsiteX5" fmla="*/ 7336423 w 8939754"/>
              <a:gd name="connsiteY5" fmla="*/ 6766560 h 6766560"/>
              <a:gd name="connsiteX6" fmla="*/ 1603331 w 8939754"/>
              <a:gd name="connsiteY6" fmla="*/ 6766560 h 6766560"/>
              <a:gd name="connsiteX7" fmla="*/ 1464433 w 8939754"/>
              <a:gd name="connsiteY7" fmla="*/ 6646243 h 6766560"/>
              <a:gd name="connsiteX8" fmla="*/ 0 w 8939754"/>
              <a:gd name="connsiteY8" fmla="*/ 3337560 h 6766560"/>
              <a:gd name="connsiteX9" fmla="*/ 1309197 w 8939754"/>
              <a:gd name="connsiteY9" fmla="*/ 176881 h 67665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939754" h="6766560">
                <a:moveTo>
                  <a:pt x="1503815" y="0"/>
                </a:moveTo>
                <a:lnTo>
                  <a:pt x="7435940" y="0"/>
                </a:lnTo>
                <a:lnTo>
                  <a:pt x="7630557" y="176881"/>
                </a:lnTo>
                <a:cubicBezTo>
                  <a:pt x="8439446" y="985769"/>
                  <a:pt x="8939754" y="2103238"/>
                  <a:pt x="8939754" y="3337560"/>
                </a:cubicBezTo>
                <a:cubicBezTo>
                  <a:pt x="8939754" y="4649027"/>
                  <a:pt x="8374953" y="5828578"/>
                  <a:pt x="7475321" y="6646243"/>
                </a:cubicBezTo>
                <a:lnTo>
                  <a:pt x="7336423" y="6766560"/>
                </a:lnTo>
                <a:lnTo>
                  <a:pt x="1603331" y="6766560"/>
                </a:lnTo>
                <a:lnTo>
                  <a:pt x="1464433" y="6646243"/>
                </a:lnTo>
                <a:cubicBezTo>
                  <a:pt x="564801" y="5828578"/>
                  <a:pt x="0" y="4649027"/>
                  <a:pt x="0" y="3337560"/>
                </a:cubicBezTo>
                <a:cubicBezTo>
                  <a:pt x="0" y="2103238"/>
                  <a:pt x="500308" y="985769"/>
                  <a:pt x="1309197" y="176881"/>
                </a:cubicBezTo>
                <a:close/>
              </a:path>
            </a:pathLst>
          </a:custGeom>
          <a:solidFill>
            <a:srgbClr val="1D1D1D">
              <a:alpha val="92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US" kern="10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DC246434-E95A-E62F-C048-B52CD08D73C3}"/>
              </a:ext>
            </a:extLst>
          </p:cNvPr>
          <p:cNvSpPr/>
          <p:nvPr userDrawn="1"/>
        </p:nvSpPr>
        <p:spPr>
          <a:xfrm>
            <a:off x="1" y="96982"/>
            <a:ext cx="6929793" cy="6761018"/>
          </a:xfrm>
          <a:custGeom>
            <a:avLst/>
            <a:gdLst>
              <a:gd name="connsiteX0" fmla="*/ 0 w 6929793"/>
              <a:gd name="connsiteY0" fmla="*/ 0 h 6761018"/>
              <a:gd name="connsiteX1" fmla="*/ 5425979 w 6929793"/>
              <a:gd name="connsiteY1" fmla="*/ 0 h 6761018"/>
              <a:gd name="connsiteX2" fmla="*/ 5620596 w 6929793"/>
              <a:gd name="connsiteY2" fmla="*/ 176736 h 6761018"/>
              <a:gd name="connsiteX3" fmla="*/ 6929793 w 6929793"/>
              <a:gd name="connsiteY3" fmla="*/ 3334827 h 6761018"/>
              <a:gd name="connsiteX4" fmla="*/ 5465360 w 6929793"/>
              <a:gd name="connsiteY4" fmla="*/ 6640800 h 6761018"/>
              <a:gd name="connsiteX5" fmla="*/ 5326462 w 6929793"/>
              <a:gd name="connsiteY5" fmla="*/ 6761018 h 6761018"/>
              <a:gd name="connsiteX6" fmla="*/ 0 w 6929793"/>
              <a:gd name="connsiteY6" fmla="*/ 6761018 h 67610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929793" h="6761018">
                <a:moveTo>
                  <a:pt x="0" y="0"/>
                </a:moveTo>
                <a:lnTo>
                  <a:pt x="5425979" y="0"/>
                </a:lnTo>
                <a:lnTo>
                  <a:pt x="5620596" y="176736"/>
                </a:lnTo>
                <a:cubicBezTo>
                  <a:pt x="6429485" y="984962"/>
                  <a:pt x="6929793" y="2101516"/>
                  <a:pt x="6929793" y="3334827"/>
                </a:cubicBezTo>
                <a:cubicBezTo>
                  <a:pt x="6929793" y="4645220"/>
                  <a:pt x="6364992" y="5823804"/>
                  <a:pt x="5465360" y="6640800"/>
                </a:cubicBezTo>
                <a:lnTo>
                  <a:pt x="5326462" y="6761018"/>
                </a:lnTo>
                <a:lnTo>
                  <a:pt x="0" y="6761018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US" kern="10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BC706BC-2671-42BA-B78B-426C50D7C0D7}"/>
              </a:ext>
            </a:extLst>
          </p:cNvPr>
          <p:cNvSpPr>
            <a:spLocks noGrp="1"/>
          </p:cNvSpPr>
          <p:nvPr userDrawn="1">
            <p:ph type="title"/>
          </p:nvPr>
        </p:nvSpPr>
        <p:spPr bwMode="black">
          <a:xfrm>
            <a:off x="495952" y="1162051"/>
            <a:ext cx="7415242" cy="2561626"/>
          </a:xfrm>
          <a:prstGeom prst="rect">
            <a:avLst/>
          </a:prstGeom>
        </p:spPr>
        <p:txBody>
          <a:bodyPr anchor="b"/>
          <a:lstStyle>
            <a:lvl1pPr>
              <a:defRPr sz="4800">
                <a:solidFill>
                  <a:srgbClr val="FEFEFE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grpSp>
        <p:nvGrpSpPr>
          <p:cNvPr id="17" name="Group 22">
            <a:extLst>
              <a:ext uri="{FF2B5EF4-FFF2-40B4-BE49-F238E27FC236}">
                <a16:creationId xmlns:a16="http://schemas.microsoft.com/office/drawing/2014/main" id="{E81C2FB5-A4C5-47F5-8604-A8693D6F2F76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11489503" y="6431001"/>
            <a:ext cx="245297" cy="245297"/>
            <a:chOff x="5266" y="0"/>
            <a:chExt cx="733" cy="733"/>
          </a:xfrm>
          <a:solidFill>
            <a:schemeClr val="bg1"/>
          </a:solidFill>
        </p:grpSpPr>
        <p:sp>
          <p:nvSpPr>
            <p:cNvPr id="18" name="Freeform 24">
              <a:extLst>
                <a:ext uri="{FF2B5EF4-FFF2-40B4-BE49-F238E27FC236}">
                  <a16:creationId xmlns:a16="http://schemas.microsoft.com/office/drawing/2014/main" id="{B62E0890-58BF-4B2C-856B-D6D2E94F696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360" y="611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73737"/>
                </a:solidFill>
                <a:effectLst/>
                <a:uLnTx/>
                <a:uFillTx/>
                <a:latin typeface="Arial Narrow"/>
                <a:ea typeface="+mn-ea"/>
                <a:cs typeface="+mn-cs"/>
              </a:endParaRPr>
            </a:p>
          </p:txBody>
        </p:sp>
        <p:sp>
          <p:nvSpPr>
            <p:cNvPr id="19" name="Freeform 25">
              <a:extLst>
                <a:ext uri="{FF2B5EF4-FFF2-40B4-BE49-F238E27FC236}">
                  <a16:creationId xmlns:a16="http://schemas.microsoft.com/office/drawing/2014/main" id="{5F0ECFCF-334C-4E4C-A25A-7E52C759FC3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5911" y="645"/>
              <a:ext cx="55" cy="55"/>
            </a:xfrm>
            <a:custGeom>
              <a:avLst/>
              <a:gdLst>
                <a:gd name="T0" fmla="*/ 277 w 345"/>
                <a:gd name="T1" fmla="*/ 68 h 345"/>
                <a:gd name="T2" fmla="*/ 320 w 345"/>
                <a:gd name="T3" fmla="*/ 172 h 345"/>
                <a:gd name="T4" fmla="*/ 277 w 345"/>
                <a:gd name="T5" fmla="*/ 278 h 345"/>
                <a:gd name="T6" fmla="*/ 172 w 345"/>
                <a:gd name="T7" fmla="*/ 322 h 345"/>
                <a:gd name="T8" fmla="*/ 67 w 345"/>
                <a:gd name="T9" fmla="*/ 278 h 345"/>
                <a:gd name="T10" fmla="*/ 24 w 345"/>
                <a:gd name="T11" fmla="*/ 172 h 345"/>
                <a:gd name="T12" fmla="*/ 67 w 345"/>
                <a:gd name="T13" fmla="*/ 68 h 345"/>
                <a:gd name="T14" fmla="*/ 172 w 345"/>
                <a:gd name="T15" fmla="*/ 23 h 345"/>
                <a:gd name="T16" fmla="*/ 277 w 345"/>
                <a:gd name="T17" fmla="*/ 68 h 345"/>
                <a:gd name="T18" fmla="*/ 295 w 345"/>
                <a:gd name="T19" fmla="*/ 50 h 345"/>
                <a:gd name="T20" fmla="*/ 172 w 345"/>
                <a:gd name="T21" fmla="*/ 0 h 345"/>
                <a:gd name="T22" fmla="*/ 51 w 345"/>
                <a:gd name="T23" fmla="*/ 50 h 345"/>
                <a:gd name="T24" fmla="*/ 0 w 345"/>
                <a:gd name="T25" fmla="*/ 172 h 345"/>
                <a:gd name="T26" fmla="*/ 50 w 345"/>
                <a:gd name="T27" fmla="*/ 295 h 345"/>
                <a:gd name="T28" fmla="*/ 172 w 345"/>
                <a:gd name="T29" fmla="*/ 345 h 345"/>
                <a:gd name="T30" fmla="*/ 295 w 345"/>
                <a:gd name="T31" fmla="*/ 295 h 345"/>
                <a:gd name="T32" fmla="*/ 345 w 345"/>
                <a:gd name="T33" fmla="*/ 172 h 345"/>
                <a:gd name="T34" fmla="*/ 295 w 345"/>
                <a:gd name="T35" fmla="*/ 50 h 345"/>
                <a:gd name="T36" fmla="*/ 198 w 345"/>
                <a:gd name="T37" fmla="*/ 164 h 345"/>
                <a:gd name="T38" fmla="*/ 166 w 345"/>
                <a:gd name="T39" fmla="*/ 168 h 345"/>
                <a:gd name="T40" fmla="*/ 136 w 345"/>
                <a:gd name="T41" fmla="*/ 168 h 345"/>
                <a:gd name="T42" fmla="*/ 136 w 345"/>
                <a:gd name="T43" fmla="*/ 100 h 345"/>
                <a:gd name="T44" fmla="*/ 164 w 345"/>
                <a:gd name="T45" fmla="*/ 100 h 345"/>
                <a:gd name="T46" fmla="*/ 205 w 345"/>
                <a:gd name="T47" fmla="*/ 107 h 345"/>
                <a:gd name="T48" fmla="*/ 217 w 345"/>
                <a:gd name="T49" fmla="*/ 134 h 345"/>
                <a:gd name="T50" fmla="*/ 198 w 345"/>
                <a:gd name="T51" fmla="*/ 164 h 345"/>
                <a:gd name="T52" fmla="*/ 103 w 345"/>
                <a:gd name="T53" fmla="*/ 266 h 345"/>
                <a:gd name="T54" fmla="*/ 136 w 345"/>
                <a:gd name="T55" fmla="*/ 266 h 345"/>
                <a:gd name="T56" fmla="*/ 136 w 345"/>
                <a:gd name="T57" fmla="*/ 192 h 345"/>
                <a:gd name="T58" fmla="*/ 162 w 345"/>
                <a:gd name="T59" fmla="*/ 192 h 345"/>
                <a:gd name="T60" fmla="*/ 200 w 345"/>
                <a:gd name="T61" fmla="*/ 198 h 345"/>
                <a:gd name="T62" fmla="*/ 217 w 345"/>
                <a:gd name="T63" fmla="*/ 241 h 345"/>
                <a:gd name="T64" fmla="*/ 217 w 345"/>
                <a:gd name="T65" fmla="*/ 256 h 345"/>
                <a:gd name="T66" fmla="*/ 218 w 345"/>
                <a:gd name="T67" fmla="*/ 262 h 345"/>
                <a:gd name="T68" fmla="*/ 218 w 345"/>
                <a:gd name="T69" fmla="*/ 265 h 345"/>
                <a:gd name="T70" fmla="*/ 219 w 345"/>
                <a:gd name="T71" fmla="*/ 266 h 345"/>
                <a:gd name="T72" fmla="*/ 250 w 345"/>
                <a:gd name="T73" fmla="*/ 266 h 345"/>
                <a:gd name="T74" fmla="*/ 249 w 345"/>
                <a:gd name="T75" fmla="*/ 264 h 345"/>
                <a:gd name="T76" fmla="*/ 247 w 345"/>
                <a:gd name="T77" fmla="*/ 254 h 345"/>
                <a:gd name="T78" fmla="*/ 247 w 345"/>
                <a:gd name="T79" fmla="*/ 240 h 345"/>
                <a:gd name="T80" fmla="*/ 247 w 345"/>
                <a:gd name="T81" fmla="*/ 226 h 345"/>
                <a:gd name="T82" fmla="*/ 237 w 345"/>
                <a:gd name="T83" fmla="*/ 197 h 345"/>
                <a:gd name="T84" fmla="*/ 204 w 345"/>
                <a:gd name="T85" fmla="*/ 178 h 345"/>
                <a:gd name="T86" fmla="*/ 231 w 345"/>
                <a:gd name="T87" fmla="*/ 169 h 345"/>
                <a:gd name="T88" fmla="*/ 250 w 345"/>
                <a:gd name="T89" fmla="*/ 132 h 345"/>
                <a:gd name="T90" fmla="*/ 220 w 345"/>
                <a:gd name="T91" fmla="*/ 84 h 345"/>
                <a:gd name="T92" fmla="*/ 169 w 345"/>
                <a:gd name="T93" fmla="*/ 77 h 345"/>
                <a:gd name="T94" fmla="*/ 103 w 345"/>
                <a:gd name="T95" fmla="*/ 77 h 345"/>
                <a:gd name="T96" fmla="*/ 103 w 345"/>
                <a:gd name="T97" fmla="*/ 266 h 3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345" h="345">
                  <a:moveTo>
                    <a:pt x="277" y="68"/>
                  </a:moveTo>
                  <a:cubicBezTo>
                    <a:pt x="306" y="96"/>
                    <a:pt x="320" y="131"/>
                    <a:pt x="320" y="172"/>
                  </a:cubicBezTo>
                  <a:cubicBezTo>
                    <a:pt x="320" y="213"/>
                    <a:pt x="306" y="249"/>
                    <a:pt x="277" y="278"/>
                  </a:cubicBezTo>
                  <a:cubicBezTo>
                    <a:pt x="248" y="307"/>
                    <a:pt x="213" y="322"/>
                    <a:pt x="172" y="322"/>
                  </a:cubicBezTo>
                  <a:cubicBezTo>
                    <a:pt x="131" y="322"/>
                    <a:pt x="96" y="307"/>
                    <a:pt x="67" y="278"/>
                  </a:cubicBezTo>
                  <a:cubicBezTo>
                    <a:pt x="38" y="249"/>
                    <a:pt x="24" y="213"/>
                    <a:pt x="24" y="172"/>
                  </a:cubicBezTo>
                  <a:cubicBezTo>
                    <a:pt x="24" y="131"/>
                    <a:pt x="38" y="96"/>
                    <a:pt x="67" y="68"/>
                  </a:cubicBezTo>
                  <a:cubicBezTo>
                    <a:pt x="96" y="38"/>
                    <a:pt x="131" y="23"/>
                    <a:pt x="172" y="23"/>
                  </a:cubicBezTo>
                  <a:cubicBezTo>
                    <a:pt x="213" y="23"/>
                    <a:pt x="248" y="38"/>
                    <a:pt x="277" y="68"/>
                  </a:cubicBezTo>
                  <a:close/>
                  <a:moveTo>
                    <a:pt x="295" y="50"/>
                  </a:moveTo>
                  <a:cubicBezTo>
                    <a:pt x="261" y="17"/>
                    <a:pt x="220" y="0"/>
                    <a:pt x="172" y="0"/>
                  </a:cubicBezTo>
                  <a:cubicBezTo>
                    <a:pt x="125" y="0"/>
                    <a:pt x="84" y="17"/>
                    <a:pt x="51" y="50"/>
                  </a:cubicBezTo>
                  <a:cubicBezTo>
                    <a:pt x="17" y="84"/>
                    <a:pt x="0" y="125"/>
                    <a:pt x="0" y="172"/>
                  </a:cubicBezTo>
                  <a:cubicBezTo>
                    <a:pt x="0" y="220"/>
                    <a:pt x="17" y="261"/>
                    <a:pt x="50" y="295"/>
                  </a:cubicBezTo>
                  <a:cubicBezTo>
                    <a:pt x="83" y="329"/>
                    <a:pt x="124" y="345"/>
                    <a:pt x="172" y="345"/>
                  </a:cubicBezTo>
                  <a:cubicBezTo>
                    <a:pt x="220" y="345"/>
                    <a:pt x="261" y="329"/>
                    <a:pt x="295" y="295"/>
                  </a:cubicBezTo>
                  <a:cubicBezTo>
                    <a:pt x="328" y="261"/>
                    <a:pt x="345" y="220"/>
                    <a:pt x="345" y="172"/>
                  </a:cubicBezTo>
                  <a:cubicBezTo>
                    <a:pt x="345" y="124"/>
                    <a:pt x="328" y="84"/>
                    <a:pt x="295" y="50"/>
                  </a:cubicBezTo>
                  <a:close/>
                  <a:moveTo>
                    <a:pt x="198" y="164"/>
                  </a:moveTo>
                  <a:cubicBezTo>
                    <a:pt x="191" y="167"/>
                    <a:pt x="180" y="168"/>
                    <a:pt x="166" y="168"/>
                  </a:cubicBezTo>
                  <a:cubicBezTo>
                    <a:pt x="136" y="168"/>
                    <a:pt x="136" y="168"/>
                    <a:pt x="136" y="168"/>
                  </a:cubicBezTo>
                  <a:cubicBezTo>
                    <a:pt x="136" y="100"/>
                    <a:pt x="136" y="100"/>
                    <a:pt x="136" y="100"/>
                  </a:cubicBezTo>
                  <a:cubicBezTo>
                    <a:pt x="164" y="100"/>
                    <a:pt x="164" y="100"/>
                    <a:pt x="164" y="100"/>
                  </a:cubicBezTo>
                  <a:cubicBezTo>
                    <a:pt x="183" y="100"/>
                    <a:pt x="196" y="102"/>
                    <a:pt x="205" y="107"/>
                  </a:cubicBezTo>
                  <a:cubicBezTo>
                    <a:pt x="213" y="112"/>
                    <a:pt x="217" y="121"/>
                    <a:pt x="217" y="134"/>
                  </a:cubicBezTo>
                  <a:cubicBezTo>
                    <a:pt x="217" y="149"/>
                    <a:pt x="211" y="159"/>
                    <a:pt x="198" y="164"/>
                  </a:cubicBezTo>
                  <a:close/>
                  <a:moveTo>
                    <a:pt x="103" y="266"/>
                  </a:moveTo>
                  <a:cubicBezTo>
                    <a:pt x="136" y="266"/>
                    <a:pt x="136" y="266"/>
                    <a:pt x="136" y="266"/>
                  </a:cubicBezTo>
                  <a:cubicBezTo>
                    <a:pt x="136" y="192"/>
                    <a:pt x="136" y="192"/>
                    <a:pt x="136" y="192"/>
                  </a:cubicBezTo>
                  <a:cubicBezTo>
                    <a:pt x="162" y="192"/>
                    <a:pt x="162" y="192"/>
                    <a:pt x="162" y="192"/>
                  </a:cubicBezTo>
                  <a:cubicBezTo>
                    <a:pt x="180" y="192"/>
                    <a:pt x="192" y="193"/>
                    <a:pt x="200" y="198"/>
                  </a:cubicBezTo>
                  <a:cubicBezTo>
                    <a:pt x="211" y="205"/>
                    <a:pt x="217" y="219"/>
                    <a:pt x="217" y="241"/>
                  </a:cubicBezTo>
                  <a:cubicBezTo>
                    <a:pt x="217" y="256"/>
                    <a:pt x="217" y="256"/>
                    <a:pt x="217" y="256"/>
                  </a:cubicBezTo>
                  <a:cubicBezTo>
                    <a:pt x="218" y="262"/>
                    <a:pt x="218" y="262"/>
                    <a:pt x="218" y="262"/>
                  </a:cubicBezTo>
                  <a:cubicBezTo>
                    <a:pt x="218" y="263"/>
                    <a:pt x="218" y="264"/>
                    <a:pt x="218" y="265"/>
                  </a:cubicBezTo>
                  <a:cubicBezTo>
                    <a:pt x="219" y="265"/>
                    <a:pt x="219" y="266"/>
                    <a:pt x="219" y="266"/>
                  </a:cubicBezTo>
                  <a:cubicBezTo>
                    <a:pt x="250" y="266"/>
                    <a:pt x="250" y="266"/>
                    <a:pt x="250" y="266"/>
                  </a:cubicBezTo>
                  <a:cubicBezTo>
                    <a:pt x="249" y="264"/>
                    <a:pt x="249" y="264"/>
                    <a:pt x="249" y="264"/>
                  </a:cubicBezTo>
                  <a:cubicBezTo>
                    <a:pt x="248" y="263"/>
                    <a:pt x="248" y="259"/>
                    <a:pt x="247" y="254"/>
                  </a:cubicBezTo>
                  <a:cubicBezTo>
                    <a:pt x="247" y="249"/>
                    <a:pt x="247" y="244"/>
                    <a:pt x="247" y="240"/>
                  </a:cubicBezTo>
                  <a:cubicBezTo>
                    <a:pt x="247" y="226"/>
                    <a:pt x="247" y="226"/>
                    <a:pt x="247" y="226"/>
                  </a:cubicBezTo>
                  <a:cubicBezTo>
                    <a:pt x="247" y="217"/>
                    <a:pt x="244" y="207"/>
                    <a:pt x="237" y="197"/>
                  </a:cubicBezTo>
                  <a:cubicBezTo>
                    <a:pt x="230" y="187"/>
                    <a:pt x="219" y="181"/>
                    <a:pt x="204" y="178"/>
                  </a:cubicBezTo>
                  <a:cubicBezTo>
                    <a:pt x="216" y="176"/>
                    <a:pt x="225" y="173"/>
                    <a:pt x="231" y="169"/>
                  </a:cubicBezTo>
                  <a:cubicBezTo>
                    <a:pt x="244" y="161"/>
                    <a:pt x="250" y="148"/>
                    <a:pt x="250" y="132"/>
                  </a:cubicBezTo>
                  <a:cubicBezTo>
                    <a:pt x="250" y="108"/>
                    <a:pt x="240" y="92"/>
                    <a:pt x="220" y="84"/>
                  </a:cubicBezTo>
                  <a:cubicBezTo>
                    <a:pt x="210" y="79"/>
                    <a:pt x="192" y="77"/>
                    <a:pt x="169" y="77"/>
                  </a:cubicBezTo>
                  <a:cubicBezTo>
                    <a:pt x="103" y="77"/>
                    <a:pt x="103" y="77"/>
                    <a:pt x="103" y="77"/>
                  </a:cubicBezTo>
                  <a:lnTo>
                    <a:pt x="103" y="2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73737"/>
                </a:solidFill>
                <a:effectLst/>
                <a:uLnTx/>
                <a:uFillTx/>
                <a:latin typeface="Arial Narrow"/>
                <a:ea typeface="+mn-ea"/>
                <a:cs typeface="+mn-cs"/>
              </a:endParaRPr>
            </a:p>
          </p:txBody>
        </p:sp>
        <p:sp>
          <p:nvSpPr>
            <p:cNvPr id="20" name="Freeform 26">
              <a:extLst>
                <a:ext uri="{FF2B5EF4-FFF2-40B4-BE49-F238E27FC236}">
                  <a16:creationId xmlns:a16="http://schemas.microsoft.com/office/drawing/2014/main" id="{E82DE2C4-EC6C-4CC8-A8E0-096130653314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266" y="0"/>
              <a:ext cx="733" cy="733"/>
            </a:xfrm>
            <a:custGeom>
              <a:avLst/>
              <a:gdLst>
                <a:gd name="T0" fmla="*/ 4176 w 4576"/>
                <a:gd name="T1" fmla="*/ 996 h 4576"/>
                <a:gd name="T2" fmla="*/ 4106 w 4576"/>
                <a:gd name="T3" fmla="*/ 1355 h 4576"/>
                <a:gd name="T4" fmla="*/ 2907 w 4576"/>
                <a:gd name="T5" fmla="*/ 1262 h 4576"/>
                <a:gd name="T6" fmla="*/ 2797 w 4576"/>
                <a:gd name="T7" fmla="*/ 1612 h 4576"/>
                <a:gd name="T8" fmla="*/ 4141 w 4576"/>
                <a:gd name="T9" fmla="*/ 2094 h 4576"/>
                <a:gd name="T10" fmla="*/ 4386 w 4576"/>
                <a:gd name="T11" fmla="*/ 2839 h 4576"/>
                <a:gd name="T12" fmla="*/ 3944 w 4576"/>
                <a:gd name="T13" fmla="*/ 3672 h 4576"/>
                <a:gd name="T14" fmla="*/ 3173 w 4576"/>
                <a:gd name="T15" fmla="*/ 3966 h 4576"/>
                <a:gd name="T16" fmla="*/ 2263 w 4576"/>
                <a:gd name="T17" fmla="*/ 3848 h 4576"/>
                <a:gd name="T18" fmla="*/ 2082 w 4576"/>
                <a:gd name="T19" fmla="*/ 3429 h 4576"/>
                <a:gd name="T20" fmla="*/ 2101 w 4576"/>
                <a:gd name="T21" fmla="*/ 3327 h 4576"/>
                <a:gd name="T22" fmla="*/ 2301 w 4576"/>
                <a:gd name="T23" fmla="*/ 3133 h 4576"/>
                <a:gd name="T24" fmla="*/ 2390 w 4576"/>
                <a:gd name="T25" fmla="*/ 3119 h 4576"/>
                <a:gd name="T26" fmla="*/ 2659 w 4576"/>
                <a:gd name="T27" fmla="*/ 3526 h 4576"/>
                <a:gd name="T28" fmla="*/ 3240 w 4576"/>
                <a:gd name="T29" fmla="*/ 3784 h 4576"/>
                <a:gd name="T30" fmla="*/ 3753 w 4576"/>
                <a:gd name="T31" fmla="*/ 3318 h 4576"/>
                <a:gd name="T32" fmla="*/ 2217 w 4576"/>
                <a:gd name="T33" fmla="*/ 2488 h 4576"/>
                <a:gd name="T34" fmla="*/ 2812 w 4576"/>
                <a:gd name="T35" fmla="*/ 701 h 4576"/>
                <a:gd name="T36" fmla="*/ 3564 w 4576"/>
                <a:gd name="T37" fmla="*/ 766 h 4576"/>
                <a:gd name="T38" fmla="*/ 4065 w 4576"/>
                <a:gd name="T39" fmla="*/ 848 h 4576"/>
                <a:gd name="T40" fmla="*/ 2288 w 4576"/>
                <a:gd name="T41" fmla="*/ 0 h 4576"/>
                <a:gd name="T42" fmla="*/ 0 w 4576"/>
                <a:gd name="T43" fmla="*/ 2288 h 4576"/>
                <a:gd name="T44" fmla="*/ 445 w 4576"/>
                <a:gd name="T45" fmla="*/ 3644 h 4576"/>
                <a:gd name="T46" fmla="*/ 616 w 4576"/>
                <a:gd name="T47" fmla="*/ 3581 h 4576"/>
                <a:gd name="T48" fmla="*/ 610 w 4576"/>
                <a:gd name="T49" fmla="*/ 3402 h 4576"/>
                <a:gd name="T50" fmla="*/ 565 w 4576"/>
                <a:gd name="T51" fmla="*/ 1982 h 4576"/>
                <a:gd name="T52" fmla="*/ 245 w 4576"/>
                <a:gd name="T53" fmla="*/ 1998 h 4576"/>
                <a:gd name="T54" fmla="*/ 261 w 4576"/>
                <a:gd name="T55" fmla="*/ 1735 h 4576"/>
                <a:gd name="T56" fmla="*/ 579 w 4576"/>
                <a:gd name="T57" fmla="*/ 1707 h 4576"/>
                <a:gd name="T58" fmla="*/ 596 w 4576"/>
                <a:gd name="T59" fmla="*/ 1479 h 4576"/>
                <a:gd name="T60" fmla="*/ 1542 w 4576"/>
                <a:gd name="T61" fmla="*/ 623 h 4576"/>
                <a:gd name="T62" fmla="*/ 1920 w 4576"/>
                <a:gd name="T63" fmla="*/ 561 h 4576"/>
                <a:gd name="T64" fmla="*/ 2018 w 4576"/>
                <a:gd name="T65" fmla="*/ 558 h 4576"/>
                <a:gd name="T66" fmla="*/ 2242 w 4576"/>
                <a:gd name="T67" fmla="*/ 603 h 4576"/>
                <a:gd name="T68" fmla="*/ 2508 w 4576"/>
                <a:gd name="T69" fmla="*/ 807 h 4576"/>
                <a:gd name="T70" fmla="*/ 2505 w 4576"/>
                <a:gd name="T71" fmla="*/ 873 h 4576"/>
                <a:gd name="T72" fmla="*/ 2379 w 4576"/>
                <a:gd name="T73" fmla="*/ 1020 h 4576"/>
                <a:gd name="T74" fmla="*/ 2278 w 4576"/>
                <a:gd name="T75" fmla="*/ 1033 h 4576"/>
                <a:gd name="T76" fmla="*/ 2065 w 4576"/>
                <a:gd name="T77" fmla="*/ 927 h 4576"/>
                <a:gd name="T78" fmla="*/ 1657 w 4576"/>
                <a:gd name="T79" fmla="*/ 818 h 4576"/>
                <a:gd name="T80" fmla="*/ 1466 w 4576"/>
                <a:gd name="T81" fmla="*/ 1048 h 4576"/>
                <a:gd name="T82" fmla="*/ 1438 w 4576"/>
                <a:gd name="T83" fmla="*/ 1664 h 4576"/>
                <a:gd name="T84" fmla="*/ 2218 w 4576"/>
                <a:gd name="T85" fmla="*/ 1651 h 4576"/>
                <a:gd name="T86" fmla="*/ 2218 w 4576"/>
                <a:gd name="T87" fmla="*/ 1831 h 4576"/>
                <a:gd name="T88" fmla="*/ 1959 w 4576"/>
                <a:gd name="T89" fmla="*/ 1950 h 4576"/>
                <a:gd name="T90" fmla="*/ 1431 w 4576"/>
                <a:gd name="T91" fmla="*/ 1957 h 4576"/>
                <a:gd name="T92" fmla="*/ 1454 w 4576"/>
                <a:gd name="T93" fmla="*/ 3469 h 4576"/>
                <a:gd name="T94" fmla="*/ 1482 w 4576"/>
                <a:gd name="T95" fmla="*/ 3663 h 4576"/>
                <a:gd name="T96" fmla="*/ 1961 w 4576"/>
                <a:gd name="T97" fmla="*/ 3789 h 4576"/>
                <a:gd name="T98" fmla="*/ 1965 w 4576"/>
                <a:gd name="T99" fmla="*/ 3947 h 4576"/>
                <a:gd name="T100" fmla="*/ 583 w 4576"/>
                <a:gd name="T101" fmla="*/ 3814 h 4576"/>
                <a:gd name="T102" fmla="*/ 2288 w 4576"/>
                <a:gd name="T103" fmla="*/ 4576 h 4576"/>
                <a:gd name="T104" fmla="*/ 4576 w 4576"/>
                <a:gd name="T105" fmla="*/ 2288 h 4576"/>
                <a:gd name="T106" fmla="*/ 4176 w 4576"/>
                <a:gd name="T107" fmla="*/ 996 h 457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4576" h="4576">
                  <a:moveTo>
                    <a:pt x="4176" y="996"/>
                  </a:moveTo>
                  <a:cubicBezTo>
                    <a:pt x="4148" y="1112"/>
                    <a:pt x="4134" y="1232"/>
                    <a:pt x="4106" y="1355"/>
                  </a:cubicBezTo>
                  <a:cubicBezTo>
                    <a:pt x="3763" y="1310"/>
                    <a:pt x="3360" y="1278"/>
                    <a:pt x="2907" y="1262"/>
                  </a:cubicBezTo>
                  <a:cubicBezTo>
                    <a:pt x="2871" y="1377"/>
                    <a:pt x="2836" y="1489"/>
                    <a:pt x="2797" y="1612"/>
                  </a:cubicBezTo>
                  <a:cubicBezTo>
                    <a:pt x="3555" y="1659"/>
                    <a:pt x="3923" y="1858"/>
                    <a:pt x="4141" y="2094"/>
                  </a:cubicBezTo>
                  <a:cubicBezTo>
                    <a:pt x="4354" y="2332"/>
                    <a:pt x="4399" y="2594"/>
                    <a:pt x="4386" y="2839"/>
                  </a:cubicBezTo>
                  <a:cubicBezTo>
                    <a:pt x="4359" y="3235"/>
                    <a:pt x="4184" y="3486"/>
                    <a:pt x="3944" y="3672"/>
                  </a:cubicBezTo>
                  <a:cubicBezTo>
                    <a:pt x="3702" y="3855"/>
                    <a:pt x="3408" y="3946"/>
                    <a:pt x="3173" y="3966"/>
                  </a:cubicBezTo>
                  <a:cubicBezTo>
                    <a:pt x="2826" y="3991"/>
                    <a:pt x="2362" y="3909"/>
                    <a:pt x="2263" y="3848"/>
                  </a:cubicBezTo>
                  <a:cubicBezTo>
                    <a:pt x="2204" y="3713"/>
                    <a:pt x="2145" y="3577"/>
                    <a:pt x="2082" y="3429"/>
                  </a:cubicBezTo>
                  <a:cubicBezTo>
                    <a:pt x="2067" y="3397"/>
                    <a:pt x="2057" y="3365"/>
                    <a:pt x="2101" y="3327"/>
                  </a:cubicBezTo>
                  <a:cubicBezTo>
                    <a:pt x="2168" y="3262"/>
                    <a:pt x="2233" y="3200"/>
                    <a:pt x="2301" y="3133"/>
                  </a:cubicBezTo>
                  <a:cubicBezTo>
                    <a:pt x="2332" y="3104"/>
                    <a:pt x="2365" y="3076"/>
                    <a:pt x="2390" y="3119"/>
                  </a:cubicBezTo>
                  <a:cubicBezTo>
                    <a:pt x="2484" y="3262"/>
                    <a:pt x="2571" y="3394"/>
                    <a:pt x="2659" y="3526"/>
                  </a:cubicBezTo>
                  <a:cubicBezTo>
                    <a:pt x="2758" y="3673"/>
                    <a:pt x="2910" y="3806"/>
                    <a:pt x="3240" y="3784"/>
                  </a:cubicBezTo>
                  <a:cubicBezTo>
                    <a:pt x="3519" y="3759"/>
                    <a:pt x="3730" y="3549"/>
                    <a:pt x="3753" y="3318"/>
                  </a:cubicBezTo>
                  <a:cubicBezTo>
                    <a:pt x="3777" y="2889"/>
                    <a:pt x="3344" y="2585"/>
                    <a:pt x="2217" y="2488"/>
                  </a:cubicBezTo>
                  <a:cubicBezTo>
                    <a:pt x="2433" y="1835"/>
                    <a:pt x="2644" y="1203"/>
                    <a:pt x="2812" y="701"/>
                  </a:cubicBezTo>
                  <a:cubicBezTo>
                    <a:pt x="3080" y="713"/>
                    <a:pt x="3328" y="735"/>
                    <a:pt x="3564" y="766"/>
                  </a:cubicBezTo>
                  <a:cubicBezTo>
                    <a:pt x="3740" y="788"/>
                    <a:pt x="3902" y="829"/>
                    <a:pt x="4065" y="848"/>
                  </a:cubicBezTo>
                  <a:cubicBezTo>
                    <a:pt x="3646" y="330"/>
                    <a:pt x="3006" y="0"/>
                    <a:pt x="2288" y="0"/>
                  </a:cubicBezTo>
                  <a:cubicBezTo>
                    <a:pt x="1024" y="0"/>
                    <a:pt x="0" y="1024"/>
                    <a:pt x="0" y="2288"/>
                  </a:cubicBezTo>
                  <a:cubicBezTo>
                    <a:pt x="0" y="2796"/>
                    <a:pt x="165" y="3264"/>
                    <a:pt x="445" y="3644"/>
                  </a:cubicBezTo>
                  <a:cubicBezTo>
                    <a:pt x="542" y="3645"/>
                    <a:pt x="609" y="3623"/>
                    <a:pt x="616" y="3581"/>
                  </a:cubicBezTo>
                  <a:cubicBezTo>
                    <a:pt x="625" y="3538"/>
                    <a:pt x="618" y="3470"/>
                    <a:pt x="610" y="3402"/>
                  </a:cubicBezTo>
                  <a:cubicBezTo>
                    <a:pt x="564" y="2953"/>
                    <a:pt x="548" y="2468"/>
                    <a:pt x="565" y="1982"/>
                  </a:cubicBezTo>
                  <a:cubicBezTo>
                    <a:pt x="449" y="1987"/>
                    <a:pt x="345" y="1992"/>
                    <a:pt x="245" y="1998"/>
                  </a:cubicBezTo>
                  <a:cubicBezTo>
                    <a:pt x="249" y="1908"/>
                    <a:pt x="254" y="1823"/>
                    <a:pt x="261" y="1735"/>
                  </a:cubicBezTo>
                  <a:cubicBezTo>
                    <a:pt x="360" y="1725"/>
                    <a:pt x="465" y="1717"/>
                    <a:pt x="579" y="1707"/>
                  </a:cubicBezTo>
                  <a:cubicBezTo>
                    <a:pt x="584" y="1630"/>
                    <a:pt x="590" y="1555"/>
                    <a:pt x="596" y="1479"/>
                  </a:cubicBezTo>
                  <a:cubicBezTo>
                    <a:pt x="648" y="1016"/>
                    <a:pt x="1136" y="732"/>
                    <a:pt x="1542" y="623"/>
                  </a:cubicBezTo>
                  <a:cubicBezTo>
                    <a:pt x="1723" y="579"/>
                    <a:pt x="1833" y="565"/>
                    <a:pt x="1920" y="561"/>
                  </a:cubicBezTo>
                  <a:cubicBezTo>
                    <a:pt x="1951" y="560"/>
                    <a:pt x="1985" y="558"/>
                    <a:pt x="2018" y="558"/>
                  </a:cubicBezTo>
                  <a:cubicBezTo>
                    <a:pt x="2102" y="558"/>
                    <a:pt x="2188" y="566"/>
                    <a:pt x="2242" y="603"/>
                  </a:cubicBezTo>
                  <a:cubicBezTo>
                    <a:pt x="2330" y="669"/>
                    <a:pt x="2416" y="734"/>
                    <a:pt x="2508" y="807"/>
                  </a:cubicBezTo>
                  <a:cubicBezTo>
                    <a:pt x="2518" y="819"/>
                    <a:pt x="2528" y="839"/>
                    <a:pt x="2505" y="873"/>
                  </a:cubicBezTo>
                  <a:cubicBezTo>
                    <a:pt x="2463" y="922"/>
                    <a:pt x="2422" y="969"/>
                    <a:pt x="2379" y="1020"/>
                  </a:cubicBezTo>
                  <a:cubicBezTo>
                    <a:pt x="2354" y="1050"/>
                    <a:pt x="2313" y="1042"/>
                    <a:pt x="2278" y="1033"/>
                  </a:cubicBezTo>
                  <a:cubicBezTo>
                    <a:pt x="2206" y="996"/>
                    <a:pt x="2136" y="962"/>
                    <a:pt x="2065" y="927"/>
                  </a:cubicBezTo>
                  <a:cubicBezTo>
                    <a:pt x="1937" y="870"/>
                    <a:pt x="1804" y="812"/>
                    <a:pt x="1657" y="818"/>
                  </a:cubicBezTo>
                  <a:cubicBezTo>
                    <a:pt x="1565" y="825"/>
                    <a:pt x="1475" y="919"/>
                    <a:pt x="1466" y="1048"/>
                  </a:cubicBezTo>
                  <a:cubicBezTo>
                    <a:pt x="1453" y="1244"/>
                    <a:pt x="1445" y="1446"/>
                    <a:pt x="1438" y="1664"/>
                  </a:cubicBezTo>
                  <a:cubicBezTo>
                    <a:pt x="1694" y="1656"/>
                    <a:pt x="1949" y="1652"/>
                    <a:pt x="2218" y="1651"/>
                  </a:cubicBezTo>
                  <a:cubicBezTo>
                    <a:pt x="2218" y="1712"/>
                    <a:pt x="2218" y="1768"/>
                    <a:pt x="2218" y="1831"/>
                  </a:cubicBezTo>
                  <a:cubicBezTo>
                    <a:pt x="2130" y="1870"/>
                    <a:pt x="2047" y="1910"/>
                    <a:pt x="1959" y="1950"/>
                  </a:cubicBezTo>
                  <a:cubicBezTo>
                    <a:pt x="1778" y="1952"/>
                    <a:pt x="1605" y="1954"/>
                    <a:pt x="1431" y="1957"/>
                  </a:cubicBezTo>
                  <a:cubicBezTo>
                    <a:pt x="1423" y="2475"/>
                    <a:pt x="1430" y="2992"/>
                    <a:pt x="1454" y="3469"/>
                  </a:cubicBezTo>
                  <a:cubicBezTo>
                    <a:pt x="1458" y="3541"/>
                    <a:pt x="1462" y="3614"/>
                    <a:pt x="1482" y="3663"/>
                  </a:cubicBezTo>
                  <a:cubicBezTo>
                    <a:pt x="1507" y="3725"/>
                    <a:pt x="1650" y="3772"/>
                    <a:pt x="1961" y="3789"/>
                  </a:cubicBezTo>
                  <a:cubicBezTo>
                    <a:pt x="1962" y="3844"/>
                    <a:pt x="1964" y="3895"/>
                    <a:pt x="1965" y="3947"/>
                  </a:cubicBezTo>
                  <a:cubicBezTo>
                    <a:pt x="1459" y="3932"/>
                    <a:pt x="973" y="3884"/>
                    <a:pt x="583" y="3814"/>
                  </a:cubicBezTo>
                  <a:cubicBezTo>
                    <a:pt x="1002" y="4282"/>
                    <a:pt x="1611" y="4576"/>
                    <a:pt x="2288" y="4576"/>
                  </a:cubicBezTo>
                  <a:cubicBezTo>
                    <a:pt x="3552" y="4576"/>
                    <a:pt x="4576" y="3552"/>
                    <a:pt x="4576" y="2288"/>
                  </a:cubicBezTo>
                  <a:cubicBezTo>
                    <a:pt x="4576" y="1809"/>
                    <a:pt x="4428" y="1364"/>
                    <a:pt x="4176" y="99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73737"/>
                </a:solidFill>
                <a:effectLst/>
                <a:uLnTx/>
                <a:uFillTx/>
                <a:latin typeface="Arial Narrow"/>
                <a:ea typeface="+mn-ea"/>
                <a:cs typeface="+mn-cs"/>
              </a:endParaRPr>
            </a:p>
          </p:txBody>
        </p:sp>
        <p:sp>
          <p:nvSpPr>
            <p:cNvPr id="21" name="Freeform 27">
              <a:extLst>
                <a:ext uri="{FF2B5EF4-FFF2-40B4-BE49-F238E27FC236}">
                  <a16:creationId xmlns:a16="http://schemas.microsoft.com/office/drawing/2014/main" id="{A66506BB-0716-4E34-AB30-0A9F59D625FE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360" y="611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73737"/>
                </a:solidFill>
                <a:effectLst/>
                <a:uLnTx/>
                <a:uFillTx/>
                <a:latin typeface="Arial Narrow"/>
                <a:ea typeface="+mn-ea"/>
                <a:cs typeface="+mn-cs"/>
              </a:endParaRP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9FFA8F4B-34D9-DC05-49D6-39E4DEAF5EAC}"/>
              </a:ext>
            </a:extLst>
          </p:cNvPr>
          <p:cNvSpPr txBox="1"/>
          <p:nvPr userDrawn="1"/>
        </p:nvSpPr>
        <p:spPr>
          <a:xfrm>
            <a:off x="681343" y="6501327"/>
            <a:ext cx="730016" cy="9810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r>
              <a:rPr lang="en-US" sz="750" kern="100" cap="all" spc="10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</a:t>
            </a:r>
            <a:r>
              <a:rPr lang="en-US" sz="750" kern="100" cap="all" spc="2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2025 F5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C9A88F3-E28E-275E-C041-7890AF9D0B4F}"/>
              </a:ext>
            </a:extLst>
          </p:cNvPr>
          <p:cNvSpPr txBox="1"/>
          <p:nvPr userDrawn="1"/>
        </p:nvSpPr>
        <p:spPr>
          <a:xfrm>
            <a:off x="6805" y="6501327"/>
            <a:ext cx="567398" cy="9810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 algn="r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  <a:buFont typeface="Arial" panose="020B0604020202020204" pitchFamily="34" charset="0"/>
              <a:buChar char="​"/>
            </a:pPr>
            <a:fld id="{CB0320B6-2A61-43CE-9396-B5C4FB4B7D43}" type="slidenum">
              <a:rPr lang="en-US" sz="750" b="1" kern="100" cap="all" spc="5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marL="0" lvl="4" algn="r">
                <a:lnSpc>
                  <a:spcPct val="85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5"/>
                </a:buClr>
                <a:buFont typeface="Arial" panose="020B0604020202020204" pitchFamily="34" charset="0"/>
                <a:buChar char="​"/>
              </a:pPr>
              <a:t>‹#›</a:t>
            </a:fld>
            <a:endParaRPr lang="en-US" sz="750" b="1" kern="100" cap="all" spc="5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Footer Placeholder 10">
            <a:extLst>
              <a:ext uri="{FF2B5EF4-FFF2-40B4-BE49-F238E27FC236}">
                <a16:creationId xmlns:a16="http://schemas.microsoft.com/office/drawing/2014/main" id="{66D49306-C1FB-AEFB-F32B-F136A4EA2BD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>
                <a:solidFill>
                  <a:schemeClr val="bg1"/>
                </a:solidFill>
              </a:defRPr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5A2EF32F-0F8C-0AC1-F581-52C79F9B1A4B}"/>
              </a:ext>
            </a:extLst>
          </p:cNvPr>
          <p:cNvSpPr>
            <a:spLocks noGrp="1"/>
          </p:cNvSpPr>
          <p:nvPr>
            <p:ph type="body" idx="1"/>
          </p:nvPr>
        </p:nvSpPr>
        <p:spPr bwMode="black">
          <a:xfrm>
            <a:off x="495952" y="3762096"/>
            <a:ext cx="7453993" cy="256162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00" spc="0" baseline="0">
                <a:solidFill>
                  <a:srgbClr val="FEFEFE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9A4DE22-440E-492B-6517-E59AC457D90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9448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B4CAA01-3853-59A4-A4BD-A2D17EA4CDC3}"/>
              </a:ext>
            </a:extLst>
          </p:cNvPr>
          <p:cNvSpPr txBox="1"/>
          <p:nvPr userDrawn="1"/>
        </p:nvSpPr>
        <p:spPr>
          <a:xfrm>
            <a:off x="13920953" y="10706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/>
              <a:t>Primary palette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A372142F-931D-3BFE-27E4-C7FDD394D802}"/>
              </a:ext>
            </a:extLst>
          </p:cNvPr>
          <p:cNvSpPr/>
          <p:nvPr userDrawn="1"/>
        </p:nvSpPr>
        <p:spPr>
          <a:xfrm>
            <a:off x="13959929" y="377353"/>
            <a:ext cx="618392" cy="618392"/>
          </a:xfrm>
          <a:prstGeom prst="ellipse">
            <a:avLst/>
          </a:prstGeom>
          <a:solidFill>
            <a:srgbClr val="E400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D25C3D87-4A12-E3B0-477D-F8A4811ECF32}"/>
              </a:ext>
            </a:extLst>
          </p:cNvPr>
          <p:cNvSpPr/>
          <p:nvPr userDrawn="1"/>
        </p:nvSpPr>
        <p:spPr>
          <a:xfrm>
            <a:off x="15084675" y="517318"/>
            <a:ext cx="338462" cy="338462"/>
          </a:xfrm>
          <a:prstGeom prst="ellipse">
            <a:avLst/>
          </a:prstGeom>
          <a:solidFill>
            <a:srgbClr val="F7B2B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5E5408D2-03F2-7512-1734-A663F0758C26}"/>
              </a:ext>
            </a:extLst>
          </p:cNvPr>
          <p:cNvSpPr/>
          <p:nvPr userDrawn="1"/>
        </p:nvSpPr>
        <p:spPr>
          <a:xfrm>
            <a:off x="15584292" y="517318"/>
            <a:ext cx="338462" cy="338462"/>
          </a:xfrm>
          <a:prstGeom prst="ellipse">
            <a:avLst/>
          </a:prstGeom>
          <a:solidFill>
            <a:srgbClr val="F066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0F320C2F-9FBF-9347-8EE7-3CD82A1B93F2}"/>
              </a:ext>
            </a:extLst>
          </p:cNvPr>
          <p:cNvSpPr/>
          <p:nvPr userDrawn="1"/>
        </p:nvSpPr>
        <p:spPr>
          <a:xfrm>
            <a:off x="16083909" y="517318"/>
            <a:ext cx="338462" cy="338462"/>
          </a:xfrm>
          <a:prstGeom prst="ellipse">
            <a:avLst/>
          </a:prstGeom>
          <a:solidFill>
            <a:srgbClr val="A7002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81737270-7FFE-B760-1D4D-2B5D55BDA27A}"/>
              </a:ext>
            </a:extLst>
          </p:cNvPr>
          <p:cNvSpPr/>
          <p:nvPr userDrawn="1"/>
        </p:nvSpPr>
        <p:spPr>
          <a:xfrm>
            <a:off x="16583525" y="517318"/>
            <a:ext cx="338462" cy="338462"/>
          </a:xfrm>
          <a:prstGeom prst="ellipse">
            <a:avLst/>
          </a:prstGeom>
          <a:solidFill>
            <a:srgbClr val="72001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8D8DA1F-E9B0-4731-D0EF-DF0C33BED9F5}"/>
              </a:ext>
            </a:extLst>
          </p:cNvPr>
          <p:cNvSpPr txBox="1"/>
          <p:nvPr userDrawn="1"/>
        </p:nvSpPr>
        <p:spPr>
          <a:xfrm>
            <a:off x="15053447" y="10706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/>
              <a:t>Secondary palette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97BCC9AA-13AC-9F2A-4D0B-59CF6C48E03A}"/>
              </a:ext>
            </a:extLst>
          </p:cNvPr>
          <p:cNvSpPr/>
          <p:nvPr userDrawn="1"/>
        </p:nvSpPr>
        <p:spPr>
          <a:xfrm>
            <a:off x="13959929" y="1097294"/>
            <a:ext cx="618392" cy="618392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AE6114C1-3CC9-50EA-5264-A5A749AA0FD2}"/>
              </a:ext>
            </a:extLst>
          </p:cNvPr>
          <p:cNvSpPr/>
          <p:nvPr userDrawn="1"/>
        </p:nvSpPr>
        <p:spPr>
          <a:xfrm>
            <a:off x="15084675" y="1237259"/>
            <a:ext cx="338462" cy="338462"/>
          </a:xfrm>
          <a:prstGeom prst="ellipse">
            <a:avLst/>
          </a:prstGeom>
          <a:solidFill>
            <a:srgbClr val="FBE1C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ED84654C-2A63-B9E6-B6DB-87F92D45C906}"/>
              </a:ext>
            </a:extLst>
          </p:cNvPr>
          <p:cNvSpPr/>
          <p:nvPr userDrawn="1"/>
        </p:nvSpPr>
        <p:spPr>
          <a:xfrm>
            <a:off x="15584292" y="1237259"/>
            <a:ext cx="338462" cy="338462"/>
          </a:xfrm>
          <a:prstGeom prst="ellipse">
            <a:avLst/>
          </a:prstGeom>
          <a:solidFill>
            <a:srgbClr val="F7C2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104D004F-FB76-E97A-74CF-41F9540B0D5C}"/>
              </a:ext>
            </a:extLst>
          </p:cNvPr>
          <p:cNvSpPr/>
          <p:nvPr userDrawn="1"/>
        </p:nvSpPr>
        <p:spPr>
          <a:xfrm>
            <a:off x="16083909" y="1237259"/>
            <a:ext cx="338462" cy="338462"/>
          </a:xfrm>
          <a:prstGeom prst="ellipse">
            <a:avLst/>
          </a:prstGeom>
          <a:solidFill>
            <a:srgbClr val="B2742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FB79A284-8F86-9292-BED9-F2A31D9362EA}"/>
              </a:ext>
            </a:extLst>
          </p:cNvPr>
          <p:cNvSpPr/>
          <p:nvPr userDrawn="1"/>
        </p:nvSpPr>
        <p:spPr>
          <a:xfrm>
            <a:off x="16583525" y="1237259"/>
            <a:ext cx="338462" cy="338462"/>
          </a:xfrm>
          <a:prstGeom prst="ellipse">
            <a:avLst/>
          </a:prstGeom>
          <a:solidFill>
            <a:srgbClr val="794D1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3645F86D-9883-C819-6278-E155724D6A7D}"/>
              </a:ext>
            </a:extLst>
          </p:cNvPr>
          <p:cNvSpPr/>
          <p:nvPr userDrawn="1"/>
        </p:nvSpPr>
        <p:spPr>
          <a:xfrm>
            <a:off x="13959929" y="1817235"/>
            <a:ext cx="618392" cy="6183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DDD7E87C-D139-3948-D3E0-810F88417DA6}"/>
              </a:ext>
            </a:extLst>
          </p:cNvPr>
          <p:cNvSpPr/>
          <p:nvPr userDrawn="1"/>
        </p:nvSpPr>
        <p:spPr>
          <a:xfrm>
            <a:off x="15084675" y="1957200"/>
            <a:ext cx="338462" cy="338462"/>
          </a:xfrm>
          <a:prstGeom prst="ellipse">
            <a:avLst/>
          </a:prstGeom>
          <a:solidFill>
            <a:srgbClr val="B7C6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4C197265-BA8B-6240-F5DC-95DEC7664C93}"/>
              </a:ext>
            </a:extLst>
          </p:cNvPr>
          <p:cNvSpPr/>
          <p:nvPr userDrawn="1"/>
        </p:nvSpPr>
        <p:spPr>
          <a:xfrm>
            <a:off x="15584292" y="1957200"/>
            <a:ext cx="338462" cy="338462"/>
          </a:xfrm>
          <a:prstGeom prst="ellipse">
            <a:avLst/>
          </a:prstGeom>
          <a:solidFill>
            <a:srgbClr val="6E8D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D4E453CC-DA6D-51C9-BB74-1A339B3937C2}"/>
              </a:ext>
            </a:extLst>
          </p:cNvPr>
          <p:cNvSpPr/>
          <p:nvPr userDrawn="1"/>
        </p:nvSpPr>
        <p:spPr>
          <a:xfrm>
            <a:off x="16083909" y="1957200"/>
            <a:ext cx="338462" cy="338462"/>
          </a:xfrm>
          <a:prstGeom prst="ellipse">
            <a:avLst/>
          </a:prstGeom>
          <a:solidFill>
            <a:srgbClr val="0B31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81B04795-65F5-6640-16B0-59F5A2225108}"/>
              </a:ext>
            </a:extLst>
          </p:cNvPr>
          <p:cNvSpPr/>
          <p:nvPr userDrawn="1"/>
        </p:nvSpPr>
        <p:spPr>
          <a:xfrm>
            <a:off x="16583525" y="1957200"/>
            <a:ext cx="338462" cy="338462"/>
          </a:xfrm>
          <a:prstGeom prst="ellipse">
            <a:avLst/>
          </a:prstGeom>
          <a:solidFill>
            <a:srgbClr val="07215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9FA0AF51-A1F0-526B-C2CC-492CD7E5F5F9}"/>
              </a:ext>
            </a:extLst>
          </p:cNvPr>
          <p:cNvSpPr/>
          <p:nvPr userDrawn="1"/>
        </p:nvSpPr>
        <p:spPr>
          <a:xfrm>
            <a:off x="13959929" y="2537176"/>
            <a:ext cx="618392" cy="618392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BE6E96DD-1D54-0E4A-B5EB-BECD7C17032F}"/>
              </a:ext>
            </a:extLst>
          </p:cNvPr>
          <p:cNvSpPr/>
          <p:nvPr userDrawn="1"/>
        </p:nvSpPr>
        <p:spPr>
          <a:xfrm>
            <a:off x="15084675" y="2677141"/>
            <a:ext cx="338462" cy="338462"/>
          </a:xfrm>
          <a:prstGeom prst="ellipse">
            <a:avLst/>
          </a:prstGeom>
          <a:solidFill>
            <a:srgbClr val="E6BE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81CF6750-D104-9E15-658E-419CCCC99FC4}"/>
              </a:ext>
            </a:extLst>
          </p:cNvPr>
          <p:cNvSpPr/>
          <p:nvPr userDrawn="1"/>
        </p:nvSpPr>
        <p:spPr>
          <a:xfrm>
            <a:off x="15584292" y="2677141"/>
            <a:ext cx="338462" cy="338462"/>
          </a:xfrm>
          <a:prstGeom prst="ellipse">
            <a:avLst/>
          </a:prstGeom>
          <a:solidFill>
            <a:srgbClr val="CD7DB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6464FE92-E55C-683C-D57A-E59C0FB2CE86}"/>
              </a:ext>
            </a:extLst>
          </p:cNvPr>
          <p:cNvSpPr/>
          <p:nvPr userDrawn="1"/>
        </p:nvSpPr>
        <p:spPr>
          <a:xfrm>
            <a:off x="16083909" y="2677141"/>
            <a:ext cx="338462" cy="338462"/>
          </a:xfrm>
          <a:prstGeom prst="ellipse">
            <a:avLst/>
          </a:prstGeom>
          <a:solidFill>
            <a:srgbClr val="801D6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5" name="Oval 84">
            <a:extLst>
              <a:ext uri="{FF2B5EF4-FFF2-40B4-BE49-F238E27FC236}">
                <a16:creationId xmlns:a16="http://schemas.microsoft.com/office/drawing/2014/main" id="{DF91EC73-58CB-32DC-CF48-5BD29A407A5A}"/>
              </a:ext>
            </a:extLst>
          </p:cNvPr>
          <p:cNvSpPr/>
          <p:nvPr userDrawn="1"/>
        </p:nvSpPr>
        <p:spPr>
          <a:xfrm>
            <a:off x="16583525" y="2677141"/>
            <a:ext cx="338462" cy="338462"/>
          </a:xfrm>
          <a:prstGeom prst="ellipse">
            <a:avLst/>
          </a:prstGeom>
          <a:solidFill>
            <a:srgbClr val="5614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38F8E220-F3A5-5DD2-BF42-5089A5B3C03E}"/>
              </a:ext>
            </a:extLst>
          </p:cNvPr>
          <p:cNvSpPr/>
          <p:nvPr userDrawn="1"/>
        </p:nvSpPr>
        <p:spPr>
          <a:xfrm>
            <a:off x="13959929" y="3257117"/>
            <a:ext cx="618392" cy="61839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8B5AB79B-F94B-064F-C6CC-CBAF9EFE039B}"/>
              </a:ext>
            </a:extLst>
          </p:cNvPr>
          <p:cNvSpPr/>
          <p:nvPr userDrawn="1"/>
        </p:nvSpPr>
        <p:spPr>
          <a:xfrm>
            <a:off x="15084675" y="3397082"/>
            <a:ext cx="338462" cy="338462"/>
          </a:xfrm>
          <a:prstGeom prst="ellipse">
            <a:avLst/>
          </a:prstGeom>
          <a:solidFill>
            <a:srgbClr val="B2DFC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C4F0B078-B3FC-CF30-9416-D2DCA6874C83}"/>
              </a:ext>
            </a:extLst>
          </p:cNvPr>
          <p:cNvSpPr/>
          <p:nvPr userDrawn="1"/>
        </p:nvSpPr>
        <p:spPr>
          <a:xfrm>
            <a:off x="15584292" y="3397082"/>
            <a:ext cx="338462" cy="338462"/>
          </a:xfrm>
          <a:prstGeom prst="ellipse">
            <a:avLst/>
          </a:prstGeom>
          <a:solidFill>
            <a:srgbClr val="66C0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E99236D8-E3BC-0D0E-AD8B-CC40681D12A1}"/>
              </a:ext>
            </a:extLst>
          </p:cNvPr>
          <p:cNvSpPr/>
          <p:nvPr userDrawn="1"/>
        </p:nvSpPr>
        <p:spPr>
          <a:xfrm>
            <a:off x="16083909" y="3397082"/>
            <a:ext cx="338462" cy="338462"/>
          </a:xfrm>
          <a:prstGeom prst="ellipse">
            <a:avLst/>
          </a:prstGeom>
          <a:solidFill>
            <a:srgbClr val="0071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181D7323-5A66-1B4B-C211-5C6C7EFA0BFE}"/>
              </a:ext>
            </a:extLst>
          </p:cNvPr>
          <p:cNvSpPr/>
          <p:nvPr userDrawn="1"/>
        </p:nvSpPr>
        <p:spPr>
          <a:xfrm>
            <a:off x="16583525" y="3397082"/>
            <a:ext cx="338462" cy="338462"/>
          </a:xfrm>
          <a:prstGeom prst="ellipse">
            <a:avLst/>
          </a:prstGeom>
          <a:solidFill>
            <a:srgbClr val="004B1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866D7660-6B90-58F1-FECD-4C950518D829}"/>
              </a:ext>
            </a:extLst>
          </p:cNvPr>
          <p:cNvSpPr/>
          <p:nvPr userDrawn="1"/>
        </p:nvSpPr>
        <p:spPr>
          <a:xfrm>
            <a:off x="13959929" y="3977058"/>
            <a:ext cx="618392" cy="6183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0F8B6273-B987-70A5-B72D-28D250A78B72}"/>
              </a:ext>
            </a:extLst>
          </p:cNvPr>
          <p:cNvSpPr/>
          <p:nvPr userDrawn="1"/>
        </p:nvSpPr>
        <p:spPr>
          <a:xfrm>
            <a:off x="15084675" y="4117023"/>
            <a:ext cx="338462" cy="338462"/>
          </a:xfrm>
          <a:prstGeom prst="ellipse">
            <a:avLst/>
          </a:prstGeom>
          <a:solidFill>
            <a:srgbClr val="D0BC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974F6F8E-0245-5166-63F3-F97B39813E51}"/>
              </a:ext>
            </a:extLst>
          </p:cNvPr>
          <p:cNvSpPr/>
          <p:nvPr userDrawn="1"/>
        </p:nvSpPr>
        <p:spPr>
          <a:xfrm>
            <a:off x="15584292" y="4117023"/>
            <a:ext cx="338462" cy="338462"/>
          </a:xfrm>
          <a:prstGeom prst="ellipse">
            <a:avLst/>
          </a:prstGeom>
          <a:solidFill>
            <a:srgbClr val="A17AB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C0CEA86C-642D-43DE-5DFD-00E473845366}"/>
              </a:ext>
            </a:extLst>
          </p:cNvPr>
          <p:cNvSpPr/>
          <p:nvPr userDrawn="1"/>
        </p:nvSpPr>
        <p:spPr>
          <a:xfrm>
            <a:off x="16083909" y="4117023"/>
            <a:ext cx="338462" cy="338462"/>
          </a:xfrm>
          <a:prstGeom prst="ellipse">
            <a:avLst/>
          </a:prstGeom>
          <a:solidFill>
            <a:srgbClr val="3813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1FA5B3DD-9E3F-EFB9-5509-05213F6CB5CA}"/>
              </a:ext>
            </a:extLst>
          </p:cNvPr>
          <p:cNvSpPr/>
          <p:nvPr userDrawn="1"/>
        </p:nvSpPr>
        <p:spPr>
          <a:xfrm>
            <a:off x="16583525" y="4117023"/>
            <a:ext cx="338462" cy="338462"/>
          </a:xfrm>
          <a:prstGeom prst="ellipse">
            <a:avLst/>
          </a:prstGeom>
          <a:solidFill>
            <a:srgbClr val="250D3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6" name="Oval 95">
            <a:extLst>
              <a:ext uri="{FF2B5EF4-FFF2-40B4-BE49-F238E27FC236}">
                <a16:creationId xmlns:a16="http://schemas.microsoft.com/office/drawing/2014/main" id="{1570214B-98A8-71E2-C5C8-D755E6EF3E2E}"/>
              </a:ext>
            </a:extLst>
          </p:cNvPr>
          <p:cNvSpPr/>
          <p:nvPr userDrawn="1"/>
        </p:nvSpPr>
        <p:spPr>
          <a:xfrm>
            <a:off x="13959929" y="4652930"/>
            <a:ext cx="618392" cy="618392"/>
          </a:xfrm>
          <a:prstGeom prst="ellipse">
            <a:avLst/>
          </a:prstGeom>
          <a:solidFill>
            <a:srgbClr val="007B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B1D54F65-D787-CB39-07AA-6740FF5C06E7}"/>
              </a:ext>
            </a:extLst>
          </p:cNvPr>
          <p:cNvSpPr/>
          <p:nvPr userDrawn="1"/>
        </p:nvSpPr>
        <p:spPr>
          <a:xfrm>
            <a:off x="15084675" y="4836963"/>
            <a:ext cx="338462" cy="338462"/>
          </a:xfrm>
          <a:prstGeom prst="ellipse">
            <a:avLst/>
          </a:prstGeom>
          <a:solidFill>
            <a:srgbClr val="B2D7E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8" name="Oval 97">
            <a:extLst>
              <a:ext uri="{FF2B5EF4-FFF2-40B4-BE49-F238E27FC236}">
                <a16:creationId xmlns:a16="http://schemas.microsoft.com/office/drawing/2014/main" id="{D4214E5A-039C-2B8B-9828-80F4FDC628D0}"/>
              </a:ext>
            </a:extLst>
          </p:cNvPr>
          <p:cNvSpPr/>
          <p:nvPr userDrawn="1"/>
        </p:nvSpPr>
        <p:spPr>
          <a:xfrm>
            <a:off x="15584292" y="4836963"/>
            <a:ext cx="338462" cy="338462"/>
          </a:xfrm>
          <a:prstGeom prst="ellipse">
            <a:avLst/>
          </a:prstGeom>
          <a:solidFill>
            <a:srgbClr val="66AF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9" name="Oval 98">
            <a:extLst>
              <a:ext uri="{FF2B5EF4-FFF2-40B4-BE49-F238E27FC236}">
                <a16:creationId xmlns:a16="http://schemas.microsoft.com/office/drawing/2014/main" id="{2E449EAF-CC25-CE90-735E-5F12F039BAF3}"/>
              </a:ext>
            </a:extLst>
          </p:cNvPr>
          <p:cNvSpPr/>
          <p:nvPr userDrawn="1"/>
        </p:nvSpPr>
        <p:spPr>
          <a:xfrm>
            <a:off x="16083909" y="4836963"/>
            <a:ext cx="338462" cy="338462"/>
          </a:xfrm>
          <a:prstGeom prst="ellipse">
            <a:avLst/>
          </a:prstGeom>
          <a:solidFill>
            <a:srgbClr val="005C8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100" name="Oval 99">
            <a:extLst>
              <a:ext uri="{FF2B5EF4-FFF2-40B4-BE49-F238E27FC236}">
                <a16:creationId xmlns:a16="http://schemas.microsoft.com/office/drawing/2014/main" id="{4458F72B-AE3B-9982-A162-D1B237E6F301}"/>
              </a:ext>
            </a:extLst>
          </p:cNvPr>
          <p:cNvSpPr/>
          <p:nvPr userDrawn="1"/>
        </p:nvSpPr>
        <p:spPr>
          <a:xfrm>
            <a:off x="16583525" y="4836963"/>
            <a:ext cx="338462" cy="338462"/>
          </a:xfrm>
          <a:prstGeom prst="ellipse">
            <a:avLst/>
          </a:prstGeom>
          <a:solidFill>
            <a:srgbClr val="003D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886388BF-F530-8204-1288-A7D3B8CB803D}"/>
              </a:ext>
            </a:extLst>
          </p:cNvPr>
          <p:cNvSpPr txBox="1"/>
          <p:nvPr userDrawn="1"/>
        </p:nvSpPr>
        <p:spPr>
          <a:xfrm>
            <a:off x="13920953" y="570792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/>
              <a:t>Product Group Colors</a:t>
            </a:r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BE581AD0-9147-1A09-D961-13B6F6FD1F27}"/>
              </a:ext>
            </a:extLst>
          </p:cNvPr>
          <p:cNvCxnSpPr>
            <a:cxnSpLocks/>
          </p:cNvCxnSpPr>
          <p:nvPr userDrawn="1"/>
        </p:nvCxnSpPr>
        <p:spPr>
          <a:xfrm>
            <a:off x="13920953" y="5583284"/>
            <a:ext cx="3109779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D5B5CD0C-2785-9A7C-E645-5508CAB23A5B}"/>
              </a:ext>
            </a:extLst>
          </p:cNvPr>
          <p:cNvCxnSpPr>
            <a:cxnSpLocks/>
          </p:cNvCxnSpPr>
          <p:nvPr userDrawn="1"/>
        </p:nvCxnSpPr>
        <p:spPr>
          <a:xfrm>
            <a:off x="13920953" y="0"/>
            <a:ext cx="907751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9F479EDC-6752-77F9-AD0D-6E89A8D680D7}"/>
              </a:ext>
            </a:extLst>
          </p:cNvPr>
          <p:cNvCxnSpPr>
            <a:cxnSpLocks/>
          </p:cNvCxnSpPr>
          <p:nvPr userDrawn="1"/>
        </p:nvCxnSpPr>
        <p:spPr>
          <a:xfrm>
            <a:off x="15040681" y="0"/>
            <a:ext cx="1963661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Rectangle 104">
            <a:extLst>
              <a:ext uri="{FF2B5EF4-FFF2-40B4-BE49-F238E27FC236}">
                <a16:creationId xmlns:a16="http://schemas.microsoft.com/office/drawing/2014/main" id="{F428FA40-C331-64BA-9A6E-51E85C871B43}"/>
              </a:ext>
            </a:extLst>
          </p:cNvPr>
          <p:cNvSpPr/>
          <p:nvPr userDrawn="1"/>
        </p:nvSpPr>
        <p:spPr>
          <a:xfrm>
            <a:off x="14716831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>
                <a:solidFill>
                  <a:schemeClr val="tx1"/>
                </a:solidFill>
                <a:latin typeface="+mn-lt"/>
              </a:rPr>
              <a:t>BIG-IP Next</a:t>
            </a:r>
          </a:p>
        </p:txBody>
      </p:sp>
      <p:sp>
        <p:nvSpPr>
          <p:cNvPr id="106" name="Oval 105">
            <a:extLst>
              <a:ext uri="{FF2B5EF4-FFF2-40B4-BE49-F238E27FC236}">
                <a16:creationId xmlns:a16="http://schemas.microsoft.com/office/drawing/2014/main" id="{D180F793-8213-45CF-85B3-9EE7A5521F07}"/>
              </a:ext>
            </a:extLst>
          </p:cNvPr>
          <p:cNvSpPr/>
          <p:nvPr userDrawn="1"/>
        </p:nvSpPr>
        <p:spPr>
          <a:xfrm>
            <a:off x="14804987" y="6024739"/>
            <a:ext cx="338462" cy="338462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5B0C3A18-0237-6446-8BCA-6229133DA02B}"/>
              </a:ext>
            </a:extLst>
          </p:cNvPr>
          <p:cNvSpPr/>
          <p:nvPr userDrawn="1"/>
        </p:nvSpPr>
        <p:spPr>
          <a:xfrm>
            <a:off x="13843869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>
                <a:solidFill>
                  <a:schemeClr val="tx1"/>
                </a:solidFill>
                <a:latin typeface="+mn-lt"/>
              </a:rPr>
              <a:t>Distributed Cloud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6C1C3AFF-03FD-5513-B0D1-59CC11E1D041}"/>
              </a:ext>
            </a:extLst>
          </p:cNvPr>
          <p:cNvSpPr/>
          <p:nvPr userDrawn="1"/>
        </p:nvSpPr>
        <p:spPr>
          <a:xfrm>
            <a:off x="15568415" y="6388493"/>
            <a:ext cx="91440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000" kern="100">
                <a:solidFill>
                  <a:schemeClr val="tx1"/>
                </a:solidFill>
                <a:latin typeface="+mn-lt"/>
              </a:rPr>
              <a:t>BIG-IP</a:t>
            </a:r>
          </a:p>
        </p:txBody>
      </p:sp>
      <p:sp>
        <p:nvSpPr>
          <p:cNvPr id="109" name="Oval 108">
            <a:extLst>
              <a:ext uri="{FF2B5EF4-FFF2-40B4-BE49-F238E27FC236}">
                <a16:creationId xmlns:a16="http://schemas.microsoft.com/office/drawing/2014/main" id="{14C35E35-B467-5F84-5236-793715E6054A}"/>
              </a:ext>
            </a:extLst>
          </p:cNvPr>
          <p:cNvSpPr/>
          <p:nvPr userDrawn="1"/>
        </p:nvSpPr>
        <p:spPr>
          <a:xfrm>
            <a:off x="13916887" y="6024739"/>
            <a:ext cx="338462" cy="33846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110" name="Oval 109">
            <a:extLst>
              <a:ext uri="{FF2B5EF4-FFF2-40B4-BE49-F238E27FC236}">
                <a16:creationId xmlns:a16="http://schemas.microsoft.com/office/drawing/2014/main" id="{806F5014-1336-97C8-2B0E-9C68A674C4FE}"/>
              </a:ext>
            </a:extLst>
          </p:cNvPr>
          <p:cNvSpPr/>
          <p:nvPr userDrawn="1"/>
        </p:nvSpPr>
        <p:spPr>
          <a:xfrm>
            <a:off x="15702617" y="6024739"/>
            <a:ext cx="338462" cy="33846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6CAA4011-5C9A-6716-3DCE-F999EE42B59D}"/>
              </a:ext>
            </a:extLst>
          </p:cNvPr>
          <p:cNvSpPr/>
          <p:nvPr userDrawn="1"/>
        </p:nvSpPr>
        <p:spPr>
          <a:xfrm>
            <a:off x="16491659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>
                <a:solidFill>
                  <a:schemeClr val="tx1"/>
                </a:solidFill>
                <a:latin typeface="+mn-lt"/>
              </a:rPr>
              <a:t>NGINX </a:t>
            </a:r>
          </a:p>
        </p:txBody>
      </p:sp>
      <p:sp>
        <p:nvSpPr>
          <p:cNvPr id="112" name="Oval 111">
            <a:extLst>
              <a:ext uri="{FF2B5EF4-FFF2-40B4-BE49-F238E27FC236}">
                <a16:creationId xmlns:a16="http://schemas.microsoft.com/office/drawing/2014/main" id="{904577A0-F1B2-FAF0-C2E3-98F3D5532C05}"/>
              </a:ext>
            </a:extLst>
          </p:cNvPr>
          <p:cNvSpPr/>
          <p:nvPr userDrawn="1"/>
        </p:nvSpPr>
        <p:spPr>
          <a:xfrm>
            <a:off x="16590717" y="6024739"/>
            <a:ext cx="338462" cy="33846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250761180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 Black: Solid 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706BC-2671-42BA-B78B-426C50D7C0D7}"/>
              </a:ext>
            </a:extLst>
          </p:cNvPr>
          <p:cNvSpPr>
            <a:spLocks noGrp="1"/>
          </p:cNvSpPr>
          <p:nvPr userDrawn="1">
            <p:ph type="title"/>
          </p:nvPr>
        </p:nvSpPr>
        <p:spPr bwMode="black">
          <a:xfrm>
            <a:off x="495952" y="1162051"/>
            <a:ext cx="7415242" cy="2561626"/>
          </a:xfrm>
          <a:prstGeom prst="rect">
            <a:avLst/>
          </a:prstGeom>
        </p:spPr>
        <p:txBody>
          <a:bodyPr anchor="b"/>
          <a:lstStyle>
            <a:lvl1pPr>
              <a:defRPr sz="4800">
                <a:solidFill>
                  <a:srgbClr val="FEFEFE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grpSp>
        <p:nvGrpSpPr>
          <p:cNvPr id="17" name="Group 22">
            <a:extLst>
              <a:ext uri="{FF2B5EF4-FFF2-40B4-BE49-F238E27FC236}">
                <a16:creationId xmlns:a16="http://schemas.microsoft.com/office/drawing/2014/main" id="{E81C2FB5-A4C5-47F5-8604-A8693D6F2F76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11489503" y="6431001"/>
            <a:ext cx="245297" cy="245297"/>
            <a:chOff x="5266" y="0"/>
            <a:chExt cx="733" cy="733"/>
          </a:xfrm>
          <a:solidFill>
            <a:schemeClr val="bg1"/>
          </a:solidFill>
        </p:grpSpPr>
        <p:sp>
          <p:nvSpPr>
            <p:cNvPr id="18" name="Freeform 24">
              <a:extLst>
                <a:ext uri="{FF2B5EF4-FFF2-40B4-BE49-F238E27FC236}">
                  <a16:creationId xmlns:a16="http://schemas.microsoft.com/office/drawing/2014/main" id="{B62E0890-58BF-4B2C-856B-D6D2E94F696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360" y="611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73737"/>
                </a:solidFill>
                <a:effectLst/>
                <a:uLnTx/>
                <a:uFillTx/>
                <a:latin typeface="Arial Narrow"/>
                <a:ea typeface="+mn-ea"/>
                <a:cs typeface="+mn-cs"/>
              </a:endParaRPr>
            </a:p>
          </p:txBody>
        </p:sp>
        <p:sp>
          <p:nvSpPr>
            <p:cNvPr id="19" name="Freeform 25">
              <a:extLst>
                <a:ext uri="{FF2B5EF4-FFF2-40B4-BE49-F238E27FC236}">
                  <a16:creationId xmlns:a16="http://schemas.microsoft.com/office/drawing/2014/main" id="{5F0ECFCF-334C-4E4C-A25A-7E52C759FC3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5911" y="645"/>
              <a:ext cx="55" cy="55"/>
            </a:xfrm>
            <a:custGeom>
              <a:avLst/>
              <a:gdLst>
                <a:gd name="T0" fmla="*/ 277 w 345"/>
                <a:gd name="T1" fmla="*/ 68 h 345"/>
                <a:gd name="T2" fmla="*/ 320 w 345"/>
                <a:gd name="T3" fmla="*/ 172 h 345"/>
                <a:gd name="T4" fmla="*/ 277 w 345"/>
                <a:gd name="T5" fmla="*/ 278 h 345"/>
                <a:gd name="T6" fmla="*/ 172 w 345"/>
                <a:gd name="T7" fmla="*/ 322 h 345"/>
                <a:gd name="T8" fmla="*/ 67 w 345"/>
                <a:gd name="T9" fmla="*/ 278 h 345"/>
                <a:gd name="T10" fmla="*/ 24 w 345"/>
                <a:gd name="T11" fmla="*/ 172 h 345"/>
                <a:gd name="T12" fmla="*/ 67 w 345"/>
                <a:gd name="T13" fmla="*/ 68 h 345"/>
                <a:gd name="T14" fmla="*/ 172 w 345"/>
                <a:gd name="T15" fmla="*/ 23 h 345"/>
                <a:gd name="T16" fmla="*/ 277 w 345"/>
                <a:gd name="T17" fmla="*/ 68 h 345"/>
                <a:gd name="T18" fmla="*/ 295 w 345"/>
                <a:gd name="T19" fmla="*/ 50 h 345"/>
                <a:gd name="T20" fmla="*/ 172 w 345"/>
                <a:gd name="T21" fmla="*/ 0 h 345"/>
                <a:gd name="T22" fmla="*/ 51 w 345"/>
                <a:gd name="T23" fmla="*/ 50 h 345"/>
                <a:gd name="T24" fmla="*/ 0 w 345"/>
                <a:gd name="T25" fmla="*/ 172 h 345"/>
                <a:gd name="T26" fmla="*/ 50 w 345"/>
                <a:gd name="T27" fmla="*/ 295 h 345"/>
                <a:gd name="T28" fmla="*/ 172 w 345"/>
                <a:gd name="T29" fmla="*/ 345 h 345"/>
                <a:gd name="T30" fmla="*/ 295 w 345"/>
                <a:gd name="T31" fmla="*/ 295 h 345"/>
                <a:gd name="T32" fmla="*/ 345 w 345"/>
                <a:gd name="T33" fmla="*/ 172 h 345"/>
                <a:gd name="T34" fmla="*/ 295 w 345"/>
                <a:gd name="T35" fmla="*/ 50 h 345"/>
                <a:gd name="T36" fmla="*/ 198 w 345"/>
                <a:gd name="T37" fmla="*/ 164 h 345"/>
                <a:gd name="T38" fmla="*/ 166 w 345"/>
                <a:gd name="T39" fmla="*/ 168 h 345"/>
                <a:gd name="T40" fmla="*/ 136 w 345"/>
                <a:gd name="T41" fmla="*/ 168 h 345"/>
                <a:gd name="T42" fmla="*/ 136 w 345"/>
                <a:gd name="T43" fmla="*/ 100 h 345"/>
                <a:gd name="T44" fmla="*/ 164 w 345"/>
                <a:gd name="T45" fmla="*/ 100 h 345"/>
                <a:gd name="T46" fmla="*/ 205 w 345"/>
                <a:gd name="T47" fmla="*/ 107 h 345"/>
                <a:gd name="T48" fmla="*/ 217 w 345"/>
                <a:gd name="T49" fmla="*/ 134 h 345"/>
                <a:gd name="T50" fmla="*/ 198 w 345"/>
                <a:gd name="T51" fmla="*/ 164 h 345"/>
                <a:gd name="T52" fmla="*/ 103 w 345"/>
                <a:gd name="T53" fmla="*/ 266 h 345"/>
                <a:gd name="T54" fmla="*/ 136 w 345"/>
                <a:gd name="T55" fmla="*/ 266 h 345"/>
                <a:gd name="T56" fmla="*/ 136 w 345"/>
                <a:gd name="T57" fmla="*/ 192 h 345"/>
                <a:gd name="T58" fmla="*/ 162 w 345"/>
                <a:gd name="T59" fmla="*/ 192 h 345"/>
                <a:gd name="T60" fmla="*/ 200 w 345"/>
                <a:gd name="T61" fmla="*/ 198 h 345"/>
                <a:gd name="T62" fmla="*/ 217 w 345"/>
                <a:gd name="T63" fmla="*/ 241 h 345"/>
                <a:gd name="T64" fmla="*/ 217 w 345"/>
                <a:gd name="T65" fmla="*/ 256 h 345"/>
                <a:gd name="T66" fmla="*/ 218 w 345"/>
                <a:gd name="T67" fmla="*/ 262 h 345"/>
                <a:gd name="T68" fmla="*/ 218 w 345"/>
                <a:gd name="T69" fmla="*/ 265 h 345"/>
                <a:gd name="T70" fmla="*/ 219 w 345"/>
                <a:gd name="T71" fmla="*/ 266 h 345"/>
                <a:gd name="T72" fmla="*/ 250 w 345"/>
                <a:gd name="T73" fmla="*/ 266 h 345"/>
                <a:gd name="T74" fmla="*/ 249 w 345"/>
                <a:gd name="T75" fmla="*/ 264 h 345"/>
                <a:gd name="T76" fmla="*/ 247 w 345"/>
                <a:gd name="T77" fmla="*/ 254 h 345"/>
                <a:gd name="T78" fmla="*/ 247 w 345"/>
                <a:gd name="T79" fmla="*/ 240 h 345"/>
                <a:gd name="T80" fmla="*/ 247 w 345"/>
                <a:gd name="T81" fmla="*/ 226 h 345"/>
                <a:gd name="T82" fmla="*/ 237 w 345"/>
                <a:gd name="T83" fmla="*/ 197 h 345"/>
                <a:gd name="T84" fmla="*/ 204 w 345"/>
                <a:gd name="T85" fmla="*/ 178 h 345"/>
                <a:gd name="T86" fmla="*/ 231 w 345"/>
                <a:gd name="T87" fmla="*/ 169 h 345"/>
                <a:gd name="T88" fmla="*/ 250 w 345"/>
                <a:gd name="T89" fmla="*/ 132 h 345"/>
                <a:gd name="T90" fmla="*/ 220 w 345"/>
                <a:gd name="T91" fmla="*/ 84 h 345"/>
                <a:gd name="T92" fmla="*/ 169 w 345"/>
                <a:gd name="T93" fmla="*/ 77 h 345"/>
                <a:gd name="T94" fmla="*/ 103 w 345"/>
                <a:gd name="T95" fmla="*/ 77 h 345"/>
                <a:gd name="T96" fmla="*/ 103 w 345"/>
                <a:gd name="T97" fmla="*/ 266 h 3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345" h="345">
                  <a:moveTo>
                    <a:pt x="277" y="68"/>
                  </a:moveTo>
                  <a:cubicBezTo>
                    <a:pt x="306" y="96"/>
                    <a:pt x="320" y="131"/>
                    <a:pt x="320" y="172"/>
                  </a:cubicBezTo>
                  <a:cubicBezTo>
                    <a:pt x="320" y="213"/>
                    <a:pt x="306" y="249"/>
                    <a:pt x="277" y="278"/>
                  </a:cubicBezTo>
                  <a:cubicBezTo>
                    <a:pt x="248" y="307"/>
                    <a:pt x="213" y="322"/>
                    <a:pt x="172" y="322"/>
                  </a:cubicBezTo>
                  <a:cubicBezTo>
                    <a:pt x="131" y="322"/>
                    <a:pt x="96" y="307"/>
                    <a:pt x="67" y="278"/>
                  </a:cubicBezTo>
                  <a:cubicBezTo>
                    <a:pt x="38" y="249"/>
                    <a:pt x="24" y="213"/>
                    <a:pt x="24" y="172"/>
                  </a:cubicBezTo>
                  <a:cubicBezTo>
                    <a:pt x="24" y="131"/>
                    <a:pt x="38" y="96"/>
                    <a:pt x="67" y="68"/>
                  </a:cubicBezTo>
                  <a:cubicBezTo>
                    <a:pt x="96" y="38"/>
                    <a:pt x="131" y="23"/>
                    <a:pt x="172" y="23"/>
                  </a:cubicBezTo>
                  <a:cubicBezTo>
                    <a:pt x="213" y="23"/>
                    <a:pt x="248" y="38"/>
                    <a:pt x="277" y="68"/>
                  </a:cubicBezTo>
                  <a:close/>
                  <a:moveTo>
                    <a:pt x="295" y="50"/>
                  </a:moveTo>
                  <a:cubicBezTo>
                    <a:pt x="261" y="17"/>
                    <a:pt x="220" y="0"/>
                    <a:pt x="172" y="0"/>
                  </a:cubicBezTo>
                  <a:cubicBezTo>
                    <a:pt x="125" y="0"/>
                    <a:pt x="84" y="17"/>
                    <a:pt x="51" y="50"/>
                  </a:cubicBezTo>
                  <a:cubicBezTo>
                    <a:pt x="17" y="84"/>
                    <a:pt x="0" y="125"/>
                    <a:pt x="0" y="172"/>
                  </a:cubicBezTo>
                  <a:cubicBezTo>
                    <a:pt x="0" y="220"/>
                    <a:pt x="17" y="261"/>
                    <a:pt x="50" y="295"/>
                  </a:cubicBezTo>
                  <a:cubicBezTo>
                    <a:pt x="83" y="329"/>
                    <a:pt x="124" y="345"/>
                    <a:pt x="172" y="345"/>
                  </a:cubicBezTo>
                  <a:cubicBezTo>
                    <a:pt x="220" y="345"/>
                    <a:pt x="261" y="329"/>
                    <a:pt x="295" y="295"/>
                  </a:cubicBezTo>
                  <a:cubicBezTo>
                    <a:pt x="328" y="261"/>
                    <a:pt x="345" y="220"/>
                    <a:pt x="345" y="172"/>
                  </a:cubicBezTo>
                  <a:cubicBezTo>
                    <a:pt x="345" y="124"/>
                    <a:pt x="328" y="84"/>
                    <a:pt x="295" y="50"/>
                  </a:cubicBezTo>
                  <a:close/>
                  <a:moveTo>
                    <a:pt x="198" y="164"/>
                  </a:moveTo>
                  <a:cubicBezTo>
                    <a:pt x="191" y="167"/>
                    <a:pt x="180" y="168"/>
                    <a:pt x="166" y="168"/>
                  </a:cubicBezTo>
                  <a:cubicBezTo>
                    <a:pt x="136" y="168"/>
                    <a:pt x="136" y="168"/>
                    <a:pt x="136" y="168"/>
                  </a:cubicBezTo>
                  <a:cubicBezTo>
                    <a:pt x="136" y="100"/>
                    <a:pt x="136" y="100"/>
                    <a:pt x="136" y="100"/>
                  </a:cubicBezTo>
                  <a:cubicBezTo>
                    <a:pt x="164" y="100"/>
                    <a:pt x="164" y="100"/>
                    <a:pt x="164" y="100"/>
                  </a:cubicBezTo>
                  <a:cubicBezTo>
                    <a:pt x="183" y="100"/>
                    <a:pt x="196" y="102"/>
                    <a:pt x="205" y="107"/>
                  </a:cubicBezTo>
                  <a:cubicBezTo>
                    <a:pt x="213" y="112"/>
                    <a:pt x="217" y="121"/>
                    <a:pt x="217" y="134"/>
                  </a:cubicBezTo>
                  <a:cubicBezTo>
                    <a:pt x="217" y="149"/>
                    <a:pt x="211" y="159"/>
                    <a:pt x="198" y="164"/>
                  </a:cubicBezTo>
                  <a:close/>
                  <a:moveTo>
                    <a:pt x="103" y="266"/>
                  </a:moveTo>
                  <a:cubicBezTo>
                    <a:pt x="136" y="266"/>
                    <a:pt x="136" y="266"/>
                    <a:pt x="136" y="266"/>
                  </a:cubicBezTo>
                  <a:cubicBezTo>
                    <a:pt x="136" y="192"/>
                    <a:pt x="136" y="192"/>
                    <a:pt x="136" y="192"/>
                  </a:cubicBezTo>
                  <a:cubicBezTo>
                    <a:pt x="162" y="192"/>
                    <a:pt x="162" y="192"/>
                    <a:pt x="162" y="192"/>
                  </a:cubicBezTo>
                  <a:cubicBezTo>
                    <a:pt x="180" y="192"/>
                    <a:pt x="192" y="193"/>
                    <a:pt x="200" y="198"/>
                  </a:cubicBezTo>
                  <a:cubicBezTo>
                    <a:pt x="211" y="205"/>
                    <a:pt x="217" y="219"/>
                    <a:pt x="217" y="241"/>
                  </a:cubicBezTo>
                  <a:cubicBezTo>
                    <a:pt x="217" y="256"/>
                    <a:pt x="217" y="256"/>
                    <a:pt x="217" y="256"/>
                  </a:cubicBezTo>
                  <a:cubicBezTo>
                    <a:pt x="218" y="262"/>
                    <a:pt x="218" y="262"/>
                    <a:pt x="218" y="262"/>
                  </a:cubicBezTo>
                  <a:cubicBezTo>
                    <a:pt x="218" y="263"/>
                    <a:pt x="218" y="264"/>
                    <a:pt x="218" y="265"/>
                  </a:cubicBezTo>
                  <a:cubicBezTo>
                    <a:pt x="219" y="265"/>
                    <a:pt x="219" y="266"/>
                    <a:pt x="219" y="266"/>
                  </a:cubicBezTo>
                  <a:cubicBezTo>
                    <a:pt x="250" y="266"/>
                    <a:pt x="250" y="266"/>
                    <a:pt x="250" y="266"/>
                  </a:cubicBezTo>
                  <a:cubicBezTo>
                    <a:pt x="249" y="264"/>
                    <a:pt x="249" y="264"/>
                    <a:pt x="249" y="264"/>
                  </a:cubicBezTo>
                  <a:cubicBezTo>
                    <a:pt x="248" y="263"/>
                    <a:pt x="248" y="259"/>
                    <a:pt x="247" y="254"/>
                  </a:cubicBezTo>
                  <a:cubicBezTo>
                    <a:pt x="247" y="249"/>
                    <a:pt x="247" y="244"/>
                    <a:pt x="247" y="240"/>
                  </a:cubicBezTo>
                  <a:cubicBezTo>
                    <a:pt x="247" y="226"/>
                    <a:pt x="247" y="226"/>
                    <a:pt x="247" y="226"/>
                  </a:cubicBezTo>
                  <a:cubicBezTo>
                    <a:pt x="247" y="217"/>
                    <a:pt x="244" y="207"/>
                    <a:pt x="237" y="197"/>
                  </a:cubicBezTo>
                  <a:cubicBezTo>
                    <a:pt x="230" y="187"/>
                    <a:pt x="219" y="181"/>
                    <a:pt x="204" y="178"/>
                  </a:cubicBezTo>
                  <a:cubicBezTo>
                    <a:pt x="216" y="176"/>
                    <a:pt x="225" y="173"/>
                    <a:pt x="231" y="169"/>
                  </a:cubicBezTo>
                  <a:cubicBezTo>
                    <a:pt x="244" y="161"/>
                    <a:pt x="250" y="148"/>
                    <a:pt x="250" y="132"/>
                  </a:cubicBezTo>
                  <a:cubicBezTo>
                    <a:pt x="250" y="108"/>
                    <a:pt x="240" y="92"/>
                    <a:pt x="220" y="84"/>
                  </a:cubicBezTo>
                  <a:cubicBezTo>
                    <a:pt x="210" y="79"/>
                    <a:pt x="192" y="77"/>
                    <a:pt x="169" y="77"/>
                  </a:cubicBezTo>
                  <a:cubicBezTo>
                    <a:pt x="103" y="77"/>
                    <a:pt x="103" y="77"/>
                    <a:pt x="103" y="77"/>
                  </a:cubicBezTo>
                  <a:lnTo>
                    <a:pt x="103" y="2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73737"/>
                </a:solidFill>
                <a:effectLst/>
                <a:uLnTx/>
                <a:uFillTx/>
                <a:latin typeface="Arial Narrow"/>
                <a:ea typeface="+mn-ea"/>
                <a:cs typeface="+mn-cs"/>
              </a:endParaRPr>
            </a:p>
          </p:txBody>
        </p:sp>
        <p:sp>
          <p:nvSpPr>
            <p:cNvPr id="20" name="Freeform 26">
              <a:extLst>
                <a:ext uri="{FF2B5EF4-FFF2-40B4-BE49-F238E27FC236}">
                  <a16:creationId xmlns:a16="http://schemas.microsoft.com/office/drawing/2014/main" id="{E82DE2C4-EC6C-4CC8-A8E0-096130653314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266" y="0"/>
              <a:ext cx="733" cy="733"/>
            </a:xfrm>
            <a:custGeom>
              <a:avLst/>
              <a:gdLst>
                <a:gd name="T0" fmla="*/ 4176 w 4576"/>
                <a:gd name="T1" fmla="*/ 996 h 4576"/>
                <a:gd name="T2" fmla="*/ 4106 w 4576"/>
                <a:gd name="T3" fmla="*/ 1355 h 4576"/>
                <a:gd name="T4" fmla="*/ 2907 w 4576"/>
                <a:gd name="T5" fmla="*/ 1262 h 4576"/>
                <a:gd name="T6" fmla="*/ 2797 w 4576"/>
                <a:gd name="T7" fmla="*/ 1612 h 4576"/>
                <a:gd name="T8" fmla="*/ 4141 w 4576"/>
                <a:gd name="T9" fmla="*/ 2094 h 4576"/>
                <a:gd name="T10" fmla="*/ 4386 w 4576"/>
                <a:gd name="T11" fmla="*/ 2839 h 4576"/>
                <a:gd name="T12" fmla="*/ 3944 w 4576"/>
                <a:gd name="T13" fmla="*/ 3672 h 4576"/>
                <a:gd name="T14" fmla="*/ 3173 w 4576"/>
                <a:gd name="T15" fmla="*/ 3966 h 4576"/>
                <a:gd name="T16" fmla="*/ 2263 w 4576"/>
                <a:gd name="T17" fmla="*/ 3848 h 4576"/>
                <a:gd name="T18" fmla="*/ 2082 w 4576"/>
                <a:gd name="T19" fmla="*/ 3429 h 4576"/>
                <a:gd name="T20" fmla="*/ 2101 w 4576"/>
                <a:gd name="T21" fmla="*/ 3327 h 4576"/>
                <a:gd name="T22" fmla="*/ 2301 w 4576"/>
                <a:gd name="T23" fmla="*/ 3133 h 4576"/>
                <a:gd name="T24" fmla="*/ 2390 w 4576"/>
                <a:gd name="T25" fmla="*/ 3119 h 4576"/>
                <a:gd name="T26" fmla="*/ 2659 w 4576"/>
                <a:gd name="T27" fmla="*/ 3526 h 4576"/>
                <a:gd name="T28" fmla="*/ 3240 w 4576"/>
                <a:gd name="T29" fmla="*/ 3784 h 4576"/>
                <a:gd name="T30" fmla="*/ 3753 w 4576"/>
                <a:gd name="T31" fmla="*/ 3318 h 4576"/>
                <a:gd name="T32" fmla="*/ 2217 w 4576"/>
                <a:gd name="T33" fmla="*/ 2488 h 4576"/>
                <a:gd name="T34" fmla="*/ 2812 w 4576"/>
                <a:gd name="T35" fmla="*/ 701 h 4576"/>
                <a:gd name="T36" fmla="*/ 3564 w 4576"/>
                <a:gd name="T37" fmla="*/ 766 h 4576"/>
                <a:gd name="T38" fmla="*/ 4065 w 4576"/>
                <a:gd name="T39" fmla="*/ 848 h 4576"/>
                <a:gd name="T40" fmla="*/ 2288 w 4576"/>
                <a:gd name="T41" fmla="*/ 0 h 4576"/>
                <a:gd name="T42" fmla="*/ 0 w 4576"/>
                <a:gd name="T43" fmla="*/ 2288 h 4576"/>
                <a:gd name="T44" fmla="*/ 445 w 4576"/>
                <a:gd name="T45" fmla="*/ 3644 h 4576"/>
                <a:gd name="T46" fmla="*/ 616 w 4576"/>
                <a:gd name="T47" fmla="*/ 3581 h 4576"/>
                <a:gd name="T48" fmla="*/ 610 w 4576"/>
                <a:gd name="T49" fmla="*/ 3402 h 4576"/>
                <a:gd name="T50" fmla="*/ 565 w 4576"/>
                <a:gd name="T51" fmla="*/ 1982 h 4576"/>
                <a:gd name="T52" fmla="*/ 245 w 4576"/>
                <a:gd name="T53" fmla="*/ 1998 h 4576"/>
                <a:gd name="T54" fmla="*/ 261 w 4576"/>
                <a:gd name="T55" fmla="*/ 1735 h 4576"/>
                <a:gd name="T56" fmla="*/ 579 w 4576"/>
                <a:gd name="T57" fmla="*/ 1707 h 4576"/>
                <a:gd name="T58" fmla="*/ 596 w 4576"/>
                <a:gd name="T59" fmla="*/ 1479 h 4576"/>
                <a:gd name="T60" fmla="*/ 1542 w 4576"/>
                <a:gd name="T61" fmla="*/ 623 h 4576"/>
                <a:gd name="T62" fmla="*/ 1920 w 4576"/>
                <a:gd name="T63" fmla="*/ 561 h 4576"/>
                <a:gd name="T64" fmla="*/ 2018 w 4576"/>
                <a:gd name="T65" fmla="*/ 558 h 4576"/>
                <a:gd name="T66" fmla="*/ 2242 w 4576"/>
                <a:gd name="T67" fmla="*/ 603 h 4576"/>
                <a:gd name="T68" fmla="*/ 2508 w 4576"/>
                <a:gd name="T69" fmla="*/ 807 h 4576"/>
                <a:gd name="T70" fmla="*/ 2505 w 4576"/>
                <a:gd name="T71" fmla="*/ 873 h 4576"/>
                <a:gd name="T72" fmla="*/ 2379 w 4576"/>
                <a:gd name="T73" fmla="*/ 1020 h 4576"/>
                <a:gd name="T74" fmla="*/ 2278 w 4576"/>
                <a:gd name="T75" fmla="*/ 1033 h 4576"/>
                <a:gd name="T76" fmla="*/ 2065 w 4576"/>
                <a:gd name="T77" fmla="*/ 927 h 4576"/>
                <a:gd name="T78" fmla="*/ 1657 w 4576"/>
                <a:gd name="T79" fmla="*/ 818 h 4576"/>
                <a:gd name="T80" fmla="*/ 1466 w 4576"/>
                <a:gd name="T81" fmla="*/ 1048 h 4576"/>
                <a:gd name="T82" fmla="*/ 1438 w 4576"/>
                <a:gd name="T83" fmla="*/ 1664 h 4576"/>
                <a:gd name="T84" fmla="*/ 2218 w 4576"/>
                <a:gd name="T85" fmla="*/ 1651 h 4576"/>
                <a:gd name="T86" fmla="*/ 2218 w 4576"/>
                <a:gd name="T87" fmla="*/ 1831 h 4576"/>
                <a:gd name="T88" fmla="*/ 1959 w 4576"/>
                <a:gd name="T89" fmla="*/ 1950 h 4576"/>
                <a:gd name="T90" fmla="*/ 1431 w 4576"/>
                <a:gd name="T91" fmla="*/ 1957 h 4576"/>
                <a:gd name="T92" fmla="*/ 1454 w 4576"/>
                <a:gd name="T93" fmla="*/ 3469 h 4576"/>
                <a:gd name="T94" fmla="*/ 1482 w 4576"/>
                <a:gd name="T95" fmla="*/ 3663 h 4576"/>
                <a:gd name="T96" fmla="*/ 1961 w 4576"/>
                <a:gd name="T97" fmla="*/ 3789 h 4576"/>
                <a:gd name="T98" fmla="*/ 1965 w 4576"/>
                <a:gd name="T99" fmla="*/ 3947 h 4576"/>
                <a:gd name="T100" fmla="*/ 583 w 4576"/>
                <a:gd name="T101" fmla="*/ 3814 h 4576"/>
                <a:gd name="T102" fmla="*/ 2288 w 4576"/>
                <a:gd name="T103" fmla="*/ 4576 h 4576"/>
                <a:gd name="T104" fmla="*/ 4576 w 4576"/>
                <a:gd name="T105" fmla="*/ 2288 h 4576"/>
                <a:gd name="T106" fmla="*/ 4176 w 4576"/>
                <a:gd name="T107" fmla="*/ 996 h 457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4576" h="4576">
                  <a:moveTo>
                    <a:pt x="4176" y="996"/>
                  </a:moveTo>
                  <a:cubicBezTo>
                    <a:pt x="4148" y="1112"/>
                    <a:pt x="4134" y="1232"/>
                    <a:pt x="4106" y="1355"/>
                  </a:cubicBezTo>
                  <a:cubicBezTo>
                    <a:pt x="3763" y="1310"/>
                    <a:pt x="3360" y="1278"/>
                    <a:pt x="2907" y="1262"/>
                  </a:cubicBezTo>
                  <a:cubicBezTo>
                    <a:pt x="2871" y="1377"/>
                    <a:pt x="2836" y="1489"/>
                    <a:pt x="2797" y="1612"/>
                  </a:cubicBezTo>
                  <a:cubicBezTo>
                    <a:pt x="3555" y="1659"/>
                    <a:pt x="3923" y="1858"/>
                    <a:pt x="4141" y="2094"/>
                  </a:cubicBezTo>
                  <a:cubicBezTo>
                    <a:pt x="4354" y="2332"/>
                    <a:pt x="4399" y="2594"/>
                    <a:pt x="4386" y="2839"/>
                  </a:cubicBezTo>
                  <a:cubicBezTo>
                    <a:pt x="4359" y="3235"/>
                    <a:pt x="4184" y="3486"/>
                    <a:pt x="3944" y="3672"/>
                  </a:cubicBezTo>
                  <a:cubicBezTo>
                    <a:pt x="3702" y="3855"/>
                    <a:pt x="3408" y="3946"/>
                    <a:pt x="3173" y="3966"/>
                  </a:cubicBezTo>
                  <a:cubicBezTo>
                    <a:pt x="2826" y="3991"/>
                    <a:pt x="2362" y="3909"/>
                    <a:pt x="2263" y="3848"/>
                  </a:cubicBezTo>
                  <a:cubicBezTo>
                    <a:pt x="2204" y="3713"/>
                    <a:pt x="2145" y="3577"/>
                    <a:pt x="2082" y="3429"/>
                  </a:cubicBezTo>
                  <a:cubicBezTo>
                    <a:pt x="2067" y="3397"/>
                    <a:pt x="2057" y="3365"/>
                    <a:pt x="2101" y="3327"/>
                  </a:cubicBezTo>
                  <a:cubicBezTo>
                    <a:pt x="2168" y="3262"/>
                    <a:pt x="2233" y="3200"/>
                    <a:pt x="2301" y="3133"/>
                  </a:cubicBezTo>
                  <a:cubicBezTo>
                    <a:pt x="2332" y="3104"/>
                    <a:pt x="2365" y="3076"/>
                    <a:pt x="2390" y="3119"/>
                  </a:cubicBezTo>
                  <a:cubicBezTo>
                    <a:pt x="2484" y="3262"/>
                    <a:pt x="2571" y="3394"/>
                    <a:pt x="2659" y="3526"/>
                  </a:cubicBezTo>
                  <a:cubicBezTo>
                    <a:pt x="2758" y="3673"/>
                    <a:pt x="2910" y="3806"/>
                    <a:pt x="3240" y="3784"/>
                  </a:cubicBezTo>
                  <a:cubicBezTo>
                    <a:pt x="3519" y="3759"/>
                    <a:pt x="3730" y="3549"/>
                    <a:pt x="3753" y="3318"/>
                  </a:cubicBezTo>
                  <a:cubicBezTo>
                    <a:pt x="3777" y="2889"/>
                    <a:pt x="3344" y="2585"/>
                    <a:pt x="2217" y="2488"/>
                  </a:cubicBezTo>
                  <a:cubicBezTo>
                    <a:pt x="2433" y="1835"/>
                    <a:pt x="2644" y="1203"/>
                    <a:pt x="2812" y="701"/>
                  </a:cubicBezTo>
                  <a:cubicBezTo>
                    <a:pt x="3080" y="713"/>
                    <a:pt x="3328" y="735"/>
                    <a:pt x="3564" y="766"/>
                  </a:cubicBezTo>
                  <a:cubicBezTo>
                    <a:pt x="3740" y="788"/>
                    <a:pt x="3902" y="829"/>
                    <a:pt x="4065" y="848"/>
                  </a:cubicBezTo>
                  <a:cubicBezTo>
                    <a:pt x="3646" y="330"/>
                    <a:pt x="3006" y="0"/>
                    <a:pt x="2288" y="0"/>
                  </a:cubicBezTo>
                  <a:cubicBezTo>
                    <a:pt x="1024" y="0"/>
                    <a:pt x="0" y="1024"/>
                    <a:pt x="0" y="2288"/>
                  </a:cubicBezTo>
                  <a:cubicBezTo>
                    <a:pt x="0" y="2796"/>
                    <a:pt x="165" y="3264"/>
                    <a:pt x="445" y="3644"/>
                  </a:cubicBezTo>
                  <a:cubicBezTo>
                    <a:pt x="542" y="3645"/>
                    <a:pt x="609" y="3623"/>
                    <a:pt x="616" y="3581"/>
                  </a:cubicBezTo>
                  <a:cubicBezTo>
                    <a:pt x="625" y="3538"/>
                    <a:pt x="618" y="3470"/>
                    <a:pt x="610" y="3402"/>
                  </a:cubicBezTo>
                  <a:cubicBezTo>
                    <a:pt x="564" y="2953"/>
                    <a:pt x="548" y="2468"/>
                    <a:pt x="565" y="1982"/>
                  </a:cubicBezTo>
                  <a:cubicBezTo>
                    <a:pt x="449" y="1987"/>
                    <a:pt x="345" y="1992"/>
                    <a:pt x="245" y="1998"/>
                  </a:cubicBezTo>
                  <a:cubicBezTo>
                    <a:pt x="249" y="1908"/>
                    <a:pt x="254" y="1823"/>
                    <a:pt x="261" y="1735"/>
                  </a:cubicBezTo>
                  <a:cubicBezTo>
                    <a:pt x="360" y="1725"/>
                    <a:pt x="465" y="1717"/>
                    <a:pt x="579" y="1707"/>
                  </a:cubicBezTo>
                  <a:cubicBezTo>
                    <a:pt x="584" y="1630"/>
                    <a:pt x="590" y="1555"/>
                    <a:pt x="596" y="1479"/>
                  </a:cubicBezTo>
                  <a:cubicBezTo>
                    <a:pt x="648" y="1016"/>
                    <a:pt x="1136" y="732"/>
                    <a:pt x="1542" y="623"/>
                  </a:cubicBezTo>
                  <a:cubicBezTo>
                    <a:pt x="1723" y="579"/>
                    <a:pt x="1833" y="565"/>
                    <a:pt x="1920" y="561"/>
                  </a:cubicBezTo>
                  <a:cubicBezTo>
                    <a:pt x="1951" y="560"/>
                    <a:pt x="1985" y="558"/>
                    <a:pt x="2018" y="558"/>
                  </a:cubicBezTo>
                  <a:cubicBezTo>
                    <a:pt x="2102" y="558"/>
                    <a:pt x="2188" y="566"/>
                    <a:pt x="2242" y="603"/>
                  </a:cubicBezTo>
                  <a:cubicBezTo>
                    <a:pt x="2330" y="669"/>
                    <a:pt x="2416" y="734"/>
                    <a:pt x="2508" y="807"/>
                  </a:cubicBezTo>
                  <a:cubicBezTo>
                    <a:pt x="2518" y="819"/>
                    <a:pt x="2528" y="839"/>
                    <a:pt x="2505" y="873"/>
                  </a:cubicBezTo>
                  <a:cubicBezTo>
                    <a:pt x="2463" y="922"/>
                    <a:pt x="2422" y="969"/>
                    <a:pt x="2379" y="1020"/>
                  </a:cubicBezTo>
                  <a:cubicBezTo>
                    <a:pt x="2354" y="1050"/>
                    <a:pt x="2313" y="1042"/>
                    <a:pt x="2278" y="1033"/>
                  </a:cubicBezTo>
                  <a:cubicBezTo>
                    <a:pt x="2206" y="996"/>
                    <a:pt x="2136" y="962"/>
                    <a:pt x="2065" y="927"/>
                  </a:cubicBezTo>
                  <a:cubicBezTo>
                    <a:pt x="1937" y="870"/>
                    <a:pt x="1804" y="812"/>
                    <a:pt x="1657" y="818"/>
                  </a:cubicBezTo>
                  <a:cubicBezTo>
                    <a:pt x="1565" y="825"/>
                    <a:pt x="1475" y="919"/>
                    <a:pt x="1466" y="1048"/>
                  </a:cubicBezTo>
                  <a:cubicBezTo>
                    <a:pt x="1453" y="1244"/>
                    <a:pt x="1445" y="1446"/>
                    <a:pt x="1438" y="1664"/>
                  </a:cubicBezTo>
                  <a:cubicBezTo>
                    <a:pt x="1694" y="1656"/>
                    <a:pt x="1949" y="1652"/>
                    <a:pt x="2218" y="1651"/>
                  </a:cubicBezTo>
                  <a:cubicBezTo>
                    <a:pt x="2218" y="1712"/>
                    <a:pt x="2218" y="1768"/>
                    <a:pt x="2218" y="1831"/>
                  </a:cubicBezTo>
                  <a:cubicBezTo>
                    <a:pt x="2130" y="1870"/>
                    <a:pt x="2047" y="1910"/>
                    <a:pt x="1959" y="1950"/>
                  </a:cubicBezTo>
                  <a:cubicBezTo>
                    <a:pt x="1778" y="1952"/>
                    <a:pt x="1605" y="1954"/>
                    <a:pt x="1431" y="1957"/>
                  </a:cubicBezTo>
                  <a:cubicBezTo>
                    <a:pt x="1423" y="2475"/>
                    <a:pt x="1430" y="2992"/>
                    <a:pt x="1454" y="3469"/>
                  </a:cubicBezTo>
                  <a:cubicBezTo>
                    <a:pt x="1458" y="3541"/>
                    <a:pt x="1462" y="3614"/>
                    <a:pt x="1482" y="3663"/>
                  </a:cubicBezTo>
                  <a:cubicBezTo>
                    <a:pt x="1507" y="3725"/>
                    <a:pt x="1650" y="3772"/>
                    <a:pt x="1961" y="3789"/>
                  </a:cubicBezTo>
                  <a:cubicBezTo>
                    <a:pt x="1962" y="3844"/>
                    <a:pt x="1964" y="3895"/>
                    <a:pt x="1965" y="3947"/>
                  </a:cubicBezTo>
                  <a:cubicBezTo>
                    <a:pt x="1459" y="3932"/>
                    <a:pt x="973" y="3884"/>
                    <a:pt x="583" y="3814"/>
                  </a:cubicBezTo>
                  <a:cubicBezTo>
                    <a:pt x="1002" y="4282"/>
                    <a:pt x="1611" y="4576"/>
                    <a:pt x="2288" y="4576"/>
                  </a:cubicBezTo>
                  <a:cubicBezTo>
                    <a:pt x="3552" y="4576"/>
                    <a:pt x="4576" y="3552"/>
                    <a:pt x="4576" y="2288"/>
                  </a:cubicBezTo>
                  <a:cubicBezTo>
                    <a:pt x="4576" y="1809"/>
                    <a:pt x="4428" y="1364"/>
                    <a:pt x="4176" y="99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73737"/>
                </a:solidFill>
                <a:effectLst/>
                <a:uLnTx/>
                <a:uFillTx/>
                <a:latin typeface="Arial Narrow"/>
                <a:ea typeface="+mn-ea"/>
                <a:cs typeface="+mn-cs"/>
              </a:endParaRPr>
            </a:p>
          </p:txBody>
        </p:sp>
        <p:sp>
          <p:nvSpPr>
            <p:cNvPr id="21" name="Freeform 27">
              <a:extLst>
                <a:ext uri="{FF2B5EF4-FFF2-40B4-BE49-F238E27FC236}">
                  <a16:creationId xmlns:a16="http://schemas.microsoft.com/office/drawing/2014/main" id="{A66506BB-0716-4E34-AB30-0A9F59D625FE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360" y="611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73737"/>
                </a:solidFill>
                <a:effectLst/>
                <a:uLnTx/>
                <a:uFillTx/>
                <a:latin typeface="Arial Narrow"/>
                <a:ea typeface="+mn-ea"/>
                <a:cs typeface="+mn-cs"/>
              </a:endParaRPr>
            </a:p>
          </p:txBody>
        </p:sp>
      </p:grp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67E08A2D-0DB6-4F18-9655-DEE6026EA71B}"/>
              </a:ext>
            </a:extLst>
          </p:cNvPr>
          <p:cNvSpPr>
            <a:spLocks noGrp="1"/>
          </p:cNvSpPr>
          <p:nvPr userDrawn="1">
            <p:ph type="body" idx="1"/>
          </p:nvPr>
        </p:nvSpPr>
        <p:spPr bwMode="black">
          <a:xfrm>
            <a:off x="495952" y="3762096"/>
            <a:ext cx="7453993" cy="256162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00" spc="0" baseline="0">
                <a:solidFill>
                  <a:srgbClr val="FEFEFE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0744B608-3F50-EB2E-2E1E-C8747CB7085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94488"/>
          </a:xfrm>
          <a:prstGeom prst="rect">
            <a:avLst/>
          </a:prstGeom>
        </p:spPr>
      </p:pic>
      <p:sp>
        <p:nvSpPr>
          <p:cNvPr id="8" name="Footer Placeholder 10">
            <a:extLst>
              <a:ext uri="{FF2B5EF4-FFF2-40B4-BE49-F238E27FC236}">
                <a16:creationId xmlns:a16="http://schemas.microsoft.com/office/drawing/2014/main" id="{03C0E75F-8F82-DD77-FDD5-FDB5A49BB03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>
                <a:solidFill>
                  <a:schemeClr val="bg1"/>
                </a:solidFill>
              </a:defRPr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AB8C410-276A-CE2C-1089-A5E54F16E449}"/>
              </a:ext>
            </a:extLst>
          </p:cNvPr>
          <p:cNvSpPr txBox="1"/>
          <p:nvPr userDrawn="1"/>
        </p:nvSpPr>
        <p:spPr>
          <a:xfrm>
            <a:off x="13920953" y="10706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/>
              <a:t>Primary palette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71DAB762-46D3-B3C0-5003-18A6CB71B314}"/>
              </a:ext>
            </a:extLst>
          </p:cNvPr>
          <p:cNvSpPr/>
          <p:nvPr userDrawn="1"/>
        </p:nvSpPr>
        <p:spPr>
          <a:xfrm>
            <a:off x="13959929" y="377353"/>
            <a:ext cx="618392" cy="618392"/>
          </a:xfrm>
          <a:prstGeom prst="ellipse">
            <a:avLst/>
          </a:prstGeom>
          <a:solidFill>
            <a:srgbClr val="E400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085CFAC6-0062-2DDE-D6F1-84C60D4169D0}"/>
              </a:ext>
            </a:extLst>
          </p:cNvPr>
          <p:cNvSpPr/>
          <p:nvPr userDrawn="1"/>
        </p:nvSpPr>
        <p:spPr>
          <a:xfrm>
            <a:off x="15084675" y="517318"/>
            <a:ext cx="338462" cy="338462"/>
          </a:xfrm>
          <a:prstGeom prst="ellipse">
            <a:avLst/>
          </a:prstGeom>
          <a:solidFill>
            <a:srgbClr val="F7B2B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5039DF1-C388-A94C-451B-60C65F41899A}"/>
              </a:ext>
            </a:extLst>
          </p:cNvPr>
          <p:cNvSpPr/>
          <p:nvPr userDrawn="1"/>
        </p:nvSpPr>
        <p:spPr>
          <a:xfrm>
            <a:off x="15584292" y="517318"/>
            <a:ext cx="338462" cy="338462"/>
          </a:xfrm>
          <a:prstGeom prst="ellipse">
            <a:avLst/>
          </a:prstGeom>
          <a:solidFill>
            <a:srgbClr val="F066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D72DF44A-0A80-BA0E-3BC1-AE32E2F0C5F0}"/>
              </a:ext>
            </a:extLst>
          </p:cNvPr>
          <p:cNvSpPr/>
          <p:nvPr userDrawn="1"/>
        </p:nvSpPr>
        <p:spPr>
          <a:xfrm>
            <a:off x="16083909" y="517318"/>
            <a:ext cx="338462" cy="338462"/>
          </a:xfrm>
          <a:prstGeom prst="ellipse">
            <a:avLst/>
          </a:prstGeom>
          <a:solidFill>
            <a:srgbClr val="A7002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9BCE72F9-5A07-0DD4-CCD5-E3A6596CB8DF}"/>
              </a:ext>
            </a:extLst>
          </p:cNvPr>
          <p:cNvSpPr/>
          <p:nvPr userDrawn="1"/>
        </p:nvSpPr>
        <p:spPr>
          <a:xfrm>
            <a:off x="16583525" y="517318"/>
            <a:ext cx="338462" cy="338462"/>
          </a:xfrm>
          <a:prstGeom prst="ellipse">
            <a:avLst/>
          </a:prstGeom>
          <a:solidFill>
            <a:srgbClr val="72001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F6616E2-9520-38A7-79F2-28418ADC1CD8}"/>
              </a:ext>
            </a:extLst>
          </p:cNvPr>
          <p:cNvSpPr txBox="1"/>
          <p:nvPr userDrawn="1"/>
        </p:nvSpPr>
        <p:spPr>
          <a:xfrm>
            <a:off x="15053447" y="10706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/>
              <a:t>Secondary palette</a:t>
            </a:r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EEC4E56E-8434-AD10-3607-88D74A724C8A}"/>
              </a:ext>
            </a:extLst>
          </p:cNvPr>
          <p:cNvSpPr/>
          <p:nvPr userDrawn="1"/>
        </p:nvSpPr>
        <p:spPr>
          <a:xfrm>
            <a:off x="13959929" y="1097294"/>
            <a:ext cx="618392" cy="618392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1F3EE6D0-CE02-321E-721B-2373341FF5CA}"/>
              </a:ext>
            </a:extLst>
          </p:cNvPr>
          <p:cNvSpPr/>
          <p:nvPr userDrawn="1"/>
        </p:nvSpPr>
        <p:spPr>
          <a:xfrm>
            <a:off x="15084675" y="1237259"/>
            <a:ext cx="338462" cy="338462"/>
          </a:xfrm>
          <a:prstGeom prst="ellipse">
            <a:avLst/>
          </a:prstGeom>
          <a:solidFill>
            <a:srgbClr val="FBE1C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D4E4C2B3-9124-D50F-44F0-F9AEE0706918}"/>
              </a:ext>
            </a:extLst>
          </p:cNvPr>
          <p:cNvSpPr/>
          <p:nvPr userDrawn="1"/>
        </p:nvSpPr>
        <p:spPr>
          <a:xfrm>
            <a:off x="15584292" y="1237259"/>
            <a:ext cx="338462" cy="338462"/>
          </a:xfrm>
          <a:prstGeom prst="ellipse">
            <a:avLst/>
          </a:prstGeom>
          <a:solidFill>
            <a:srgbClr val="F7C2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6C6EE4A8-6BD4-A75A-43EC-BCAEC4B75095}"/>
              </a:ext>
            </a:extLst>
          </p:cNvPr>
          <p:cNvSpPr/>
          <p:nvPr userDrawn="1"/>
        </p:nvSpPr>
        <p:spPr>
          <a:xfrm>
            <a:off x="16083909" y="1237259"/>
            <a:ext cx="338462" cy="338462"/>
          </a:xfrm>
          <a:prstGeom prst="ellipse">
            <a:avLst/>
          </a:prstGeom>
          <a:solidFill>
            <a:srgbClr val="B2742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1C52F4A9-2575-4758-B62A-D5E57AFD10A9}"/>
              </a:ext>
            </a:extLst>
          </p:cNvPr>
          <p:cNvSpPr/>
          <p:nvPr userDrawn="1"/>
        </p:nvSpPr>
        <p:spPr>
          <a:xfrm>
            <a:off x="16583525" y="1237259"/>
            <a:ext cx="338462" cy="338462"/>
          </a:xfrm>
          <a:prstGeom prst="ellipse">
            <a:avLst/>
          </a:prstGeom>
          <a:solidFill>
            <a:srgbClr val="794D1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2CBAE2EC-5BA4-E505-7BC9-8C77BBEBCC04}"/>
              </a:ext>
            </a:extLst>
          </p:cNvPr>
          <p:cNvSpPr/>
          <p:nvPr userDrawn="1"/>
        </p:nvSpPr>
        <p:spPr>
          <a:xfrm>
            <a:off x="13959929" y="1817235"/>
            <a:ext cx="618392" cy="6183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E4081EF5-E1D8-D227-7984-7DA2CB32E34A}"/>
              </a:ext>
            </a:extLst>
          </p:cNvPr>
          <p:cNvSpPr/>
          <p:nvPr userDrawn="1"/>
        </p:nvSpPr>
        <p:spPr>
          <a:xfrm>
            <a:off x="15084675" y="1957200"/>
            <a:ext cx="338462" cy="338462"/>
          </a:xfrm>
          <a:prstGeom prst="ellipse">
            <a:avLst/>
          </a:prstGeom>
          <a:solidFill>
            <a:srgbClr val="B7C6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9193EF98-2BBC-EBD1-4615-EBD69B3FAC39}"/>
              </a:ext>
            </a:extLst>
          </p:cNvPr>
          <p:cNvSpPr/>
          <p:nvPr userDrawn="1"/>
        </p:nvSpPr>
        <p:spPr>
          <a:xfrm>
            <a:off x="15584292" y="1957200"/>
            <a:ext cx="338462" cy="338462"/>
          </a:xfrm>
          <a:prstGeom prst="ellipse">
            <a:avLst/>
          </a:prstGeom>
          <a:solidFill>
            <a:srgbClr val="6E8D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DAF754BB-EFFE-6521-CEC6-EA2956268B3B}"/>
              </a:ext>
            </a:extLst>
          </p:cNvPr>
          <p:cNvSpPr/>
          <p:nvPr userDrawn="1"/>
        </p:nvSpPr>
        <p:spPr>
          <a:xfrm>
            <a:off x="16083909" y="1957200"/>
            <a:ext cx="338462" cy="338462"/>
          </a:xfrm>
          <a:prstGeom prst="ellipse">
            <a:avLst/>
          </a:prstGeom>
          <a:solidFill>
            <a:srgbClr val="0B31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1FB9083E-E6E8-79DB-E5EC-2A943F7C3A1D}"/>
              </a:ext>
            </a:extLst>
          </p:cNvPr>
          <p:cNvSpPr/>
          <p:nvPr userDrawn="1"/>
        </p:nvSpPr>
        <p:spPr>
          <a:xfrm>
            <a:off x="16583525" y="1957200"/>
            <a:ext cx="338462" cy="338462"/>
          </a:xfrm>
          <a:prstGeom prst="ellipse">
            <a:avLst/>
          </a:prstGeom>
          <a:solidFill>
            <a:srgbClr val="07215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12332DD1-B5C7-1A8B-A162-AC9DB544EEC9}"/>
              </a:ext>
            </a:extLst>
          </p:cNvPr>
          <p:cNvSpPr/>
          <p:nvPr userDrawn="1"/>
        </p:nvSpPr>
        <p:spPr>
          <a:xfrm>
            <a:off x="13959929" y="2537176"/>
            <a:ext cx="618392" cy="618392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50F05CED-64CD-3FCB-36F1-9C3622A60795}"/>
              </a:ext>
            </a:extLst>
          </p:cNvPr>
          <p:cNvSpPr/>
          <p:nvPr userDrawn="1"/>
        </p:nvSpPr>
        <p:spPr>
          <a:xfrm>
            <a:off x="15084675" y="2677141"/>
            <a:ext cx="338462" cy="338462"/>
          </a:xfrm>
          <a:prstGeom prst="ellipse">
            <a:avLst/>
          </a:prstGeom>
          <a:solidFill>
            <a:srgbClr val="E6BE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AAEAD7DC-D4CF-01CB-D1B4-9794B2AB70E0}"/>
              </a:ext>
            </a:extLst>
          </p:cNvPr>
          <p:cNvSpPr/>
          <p:nvPr userDrawn="1"/>
        </p:nvSpPr>
        <p:spPr>
          <a:xfrm>
            <a:off x="15584292" y="2677141"/>
            <a:ext cx="338462" cy="338462"/>
          </a:xfrm>
          <a:prstGeom prst="ellipse">
            <a:avLst/>
          </a:prstGeom>
          <a:solidFill>
            <a:srgbClr val="CD7DB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1D8DFA6D-7195-F27F-B48B-0B22E367FFBE}"/>
              </a:ext>
            </a:extLst>
          </p:cNvPr>
          <p:cNvSpPr/>
          <p:nvPr userDrawn="1"/>
        </p:nvSpPr>
        <p:spPr>
          <a:xfrm>
            <a:off x="16083909" y="2677141"/>
            <a:ext cx="338462" cy="338462"/>
          </a:xfrm>
          <a:prstGeom prst="ellipse">
            <a:avLst/>
          </a:prstGeom>
          <a:solidFill>
            <a:srgbClr val="801D6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7EC3852A-8220-DF76-1E69-38FD19685F8A}"/>
              </a:ext>
            </a:extLst>
          </p:cNvPr>
          <p:cNvSpPr/>
          <p:nvPr userDrawn="1"/>
        </p:nvSpPr>
        <p:spPr>
          <a:xfrm>
            <a:off x="16583525" y="2677141"/>
            <a:ext cx="338462" cy="338462"/>
          </a:xfrm>
          <a:prstGeom prst="ellipse">
            <a:avLst/>
          </a:prstGeom>
          <a:solidFill>
            <a:srgbClr val="5614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FB4B4B52-6E80-7D76-E157-623A2254EFC5}"/>
              </a:ext>
            </a:extLst>
          </p:cNvPr>
          <p:cNvSpPr/>
          <p:nvPr userDrawn="1"/>
        </p:nvSpPr>
        <p:spPr>
          <a:xfrm>
            <a:off x="13959929" y="3257117"/>
            <a:ext cx="618392" cy="61839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5" name="Oval 84">
            <a:extLst>
              <a:ext uri="{FF2B5EF4-FFF2-40B4-BE49-F238E27FC236}">
                <a16:creationId xmlns:a16="http://schemas.microsoft.com/office/drawing/2014/main" id="{E4D0C7B9-BA15-5172-9B3C-FC4844183619}"/>
              </a:ext>
            </a:extLst>
          </p:cNvPr>
          <p:cNvSpPr/>
          <p:nvPr userDrawn="1"/>
        </p:nvSpPr>
        <p:spPr>
          <a:xfrm>
            <a:off x="15084675" y="3397082"/>
            <a:ext cx="338462" cy="338462"/>
          </a:xfrm>
          <a:prstGeom prst="ellipse">
            <a:avLst/>
          </a:prstGeom>
          <a:solidFill>
            <a:srgbClr val="B2DFC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FB2CAFBD-C80C-AF06-1B6F-06EFF37E667D}"/>
              </a:ext>
            </a:extLst>
          </p:cNvPr>
          <p:cNvSpPr/>
          <p:nvPr userDrawn="1"/>
        </p:nvSpPr>
        <p:spPr>
          <a:xfrm>
            <a:off x="15584292" y="3397082"/>
            <a:ext cx="338462" cy="338462"/>
          </a:xfrm>
          <a:prstGeom prst="ellipse">
            <a:avLst/>
          </a:prstGeom>
          <a:solidFill>
            <a:srgbClr val="66C0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5C81C30E-ADF6-9199-3186-3B21C65AFDBB}"/>
              </a:ext>
            </a:extLst>
          </p:cNvPr>
          <p:cNvSpPr/>
          <p:nvPr userDrawn="1"/>
        </p:nvSpPr>
        <p:spPr>
          <a:xfrm>
            <a:off x="16083909" y="3397082"/>
            <a:ext cx="338462" cy="338462"/>
          </a:xfrm>
          <a:prstGeom prst="ellipse">
            <a:avLst/>
          </a:prstGeom>
          <a:solidFill>
            <a:srgbClr val="0071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04FC2C5C-6C5A-17ED-05FE-B35D3885C946}"/>
              </a:ext>
            </a:extLst>
          </p:cNvPr>
          <p:cNvSpPr/>
          <p:nvPr userDrawn="1"/>
        </p:nvSpPr>
        <p:spPr>
          <a:xfrm>
            <a:off x="16583525" y="3397082"/>
            <a:ext cx="338462" cy="338462"/>
          </a:xfrm>
          <a:prstGeom prst="ellipse">
            <a:avLst/>
          </a:prstGeom>
          <a:solidFill>
            <a:srgbClr val="004B1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64B719B1-8AF1-78D9-4E7D-6974BFF9D3BD}"/>
              </a:ext>
            </a:extLst>
          </p:cNvPr>
          <p:cNvSpPr/>
          <p:nvPr userDrawn="1"/>
        </p:nvSpPr>
        <p:spPr>
          <a:xfrm>
            <a:off x="13959929" y="3977058"/>
            <a:ext cx="618392" cy="6183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6DBA5D1E-8214-8829-A7ED-EDAD4DC12CF0}"/>
              </a:ext>
            </a:extLst>
          </p:cNvPr>
          <p:cNvSpPr/>
          <p:nvPr userDrawn="1"/>
        </p:nvSpPr>
        <p:spPr>
          <a:xfrm>
            <a:off x="15084675" y="4117023"/>
            <a:ext cx="338462" cy="338462"/>
          </a:xfrm>
          <a:prstGeom prst="ellipse">
            <a:avLst/>
          </a:prstGeom>
          <a:solidFill>
            <a:srgbClr val="D0BC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8414C0DE-A95F-2C60-91C6-0321E096246C}"/>
              </a:ext>
            </a:extLst>
          </p:cNvPr>
          <p:cNvSpPr/>
          <p:nvPr userDrawn="1"/>
        </p:nvSpPr>
        <p:spPr>
          <a:xfrm>
            <a:off x="15584292" y="4117023"/>
            <a:ext cx="338462" cy="338462"/>
          </a:xfrm>
          <a:prstGeom prst="ellipse">
            <a:avLst/>
          </a:prstGeom>
          <a:solidFill>
            <a:srgbClr val="A17AB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B31DFFC2-C4C7-ECCB-03AF-F82D615E81D3}"/>
              </a:ext>
            </a:extLst>
          </p:cNvPr>
          <p:cNvSpPr/>
          <p:nvPr userDrawn="1"/>
        </p:nvSpPr>
        <p:spPr>
          <a:xfrm>
            <a:off x="16083909" y="4117023"/>
            <a:ext cx="338462" cy="338462"/>
          </a:xfrm>
          <a:prstGeom prst="ellipse">
            <a:avLst/>
          </a:prstGeom>
          <a:solidFill>
            <a:srgbClr val="3813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5CA85C80-FFBC-E439-0090-B63A09EC8633}"/>
              </a:ext>
            </a:extLst>
          </p:cNvPr>
          <p:cNvSpPr/>
          <p:nvPr userDrawn="1"/>
        </p:nvSpPr>
        <p:spPr>
          <a:xfrm>
            <a:off x="16583525" y="4117023"/>
            <a:ext cx="338462" cy="338462"/>
          </a:xfrm>
          <a:prstGeom prst="ellipse">
            <a:avLst/>
          </a:prstGeom>
          <a:solidFill>
            <a:srgbClr val="250D3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5FE8F3A7-5BFB-3F79-7975-C046F39B1DE5}"/>
              </a:ext>
            </a:extLst>
          </p:cNvPr>
          <p:cNvSpPr/>
          <p:nvPr userDrawn="1"/>
        </p:nvSpPr>
        <p:spPr>
          <a:xfrm>
            <a:off x="13959929" y="4652930"/>
            <a:ext cx="618392" cy="618392"/>
          </a:xfrm>
          <a:prstGeom prst="ellipse">
            <a:avLst/>
          </a:prstGeom>
          <a:solidFill>
            <a:srgbClr val="007B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5F435F35-5B13-1B9C-305A-EE5509F9831B}"/>
              </a:ext>
            </a:extLst>
          </p:cNvPr>
          <p:cNvSpPr/>
          <p:nvPr userDrawn="1"/>
        </p:nvSpPr>
        <p:spPr>
          <a:xfrm>
            <a:off x="15084675" y="4836963"/>
            <a:ext cx="338462" cy="338462"/>
          </a:xfrm>
          <a:prstGeom prst="ellipse">
            <a:avLst/>
          </a:prstGeom>
          <a:solidFill>
            <a:srgbClr val="B2D7E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6" name="Oval 95">
            <a:extLst>
              <a:ext uri="{FF2B5EF4-FFF2-40B4-BE49-F238E27FC236}">
                <a16:creationId xmlns:a16="http://schemas.microsoft.com/office/drawing/2014/main" id="{05021316-C812-1E87-EF06-17E8ECC5D135}"/>
              </a:ext>
            </a:extLst>
          </p:cNvPr>
          <p:cNvSpPr/>
          <p:nvPr userDrawn="1"/>
        </p:nvSpPr>
        <p:spPr>
          <a:xfrm>
            <a:off x="15584292" y="4836963"/>
            <a:ext cx="338462" cy="338462"/>
          </a:xfrm>
          <a:prstGeom prst="ellipse">
            <a:avLst/>
          </a:prstGeom>
          <a:solidFill>
            <a:srgbClr val="66AF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C482390A-F448-4247-127A-14FCF518CC99}"/>
              </a:ext>
            </a:extLst>
          </p:cNvPr>
          <p:cNvSpPr/>
          <p:nvPr userDrawn="1"/>
        </p:nvSpPr>
        <p:spPr>
          <a:xfrm>
            <a:off x="16083909" y="4836963"/>
            <a:ext cx="338462" cy="338462"/>
          </a:xfrm>
          <a:prstGeom prst="ellipse">
            <a:avLst/>
          </a:prstGeom>
          <a:solidFill>
            <a:srgbClr val="005C8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8" name="Oval 97">
            <a:extLst>
              <a:ext uri="{FF2B5EF4-FFF2-40B4-BE49-F238E27FC236}">
                <a16:creationId xmlns:a16="http://schemas.microsoft.com/office/drawing/2014/main" id="{F3D8394E-BE57-FB76-5FA4-F3D39900B259}"/>
              </a:ext>
            </a:extLst>
          </p:cNvPr>
          <p:cNvSpPr/>
          <p:nvPr userDrawn="1"/>
        </p:nvSpPr>
        <p:spPr>
          <a:xfrm>
            <a:off x="16583525" y="4836963"/>
            <a:ext cx="338462" cy="338462"/>
          </a:xfrm>
          <a:prstGeom prst="ellipse">
            <a:avLst/>
          </a:prstGeom>
          <a:solidFill>
            <a:srgbClr val="003D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F689780D-FE46-2879-C85F-3935084EBA99}"/>
              </a:ext>
            </a:extLst>
          </p:cNvPr>
          <p:cNvSpPr txBox="1"/>
          <p:nvPr userDrawn="1"/>
        </p:nvSpPr>
        <p:spPr>
          <a:xfrm>
            <a:off x="13920953" y="570792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/>
              <a:t>Product Group Colors</a:t>
            </a:r>
          </a:p>
        </p:txBody>
      </p: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7F1E1188-6B00-4E47-9B14-6C3CF953047C}"/>
              </a:ext>
            </a:extLst>
          </p:cNvPr>
          <p:cNvCxnSpPr>
            <a:cxnSpLocks/>
          </p:cNvCxnSpPr>
          <p:nvPr userDrawn="1"/>
        </p:nvCxnSpPr>
        <p:spPr>
          <a:xfrm>
            <a:off x="13920953" y="5583284"/>
            <a:ext cx="3109779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5308BC58-EA9A-C8A1-B95D-5C9AF5AC3D67}"/>
              </a:ext>
            </a:extLst>
          </p:cNvPr>
          <p:cNvCxnSpPr>
            <a:cxnSpLocks/>
          </p:cNvCxnSpPr>
          <p:nvPr userDrawn="1"/>
        </p:nvCxnSpPr>
        <p:spPr>
          <a:xfrm>
            <a:off x="13920953" y="0"/>
            <a:ext cx="907751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E22C7F57-A0FB-9ECE-5B4E-9732FB0FABF7}"/>
              </a:ext>
            </a:extLst>
          </p:cNvPr>
          <p:cNvCxnSpPr>
            <a:cxnSpLocks/>
          </p:cNvCxnSpPr>
          <p:nvPr userDrawn="1"/>
        </p:nvCxnSpPr>
        <p:spPr>
          <a:xfrm>
            <a:off x="15040681" y="0"/>
            <a:ext cx="1963661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Rectangle 102">
            <a:extLst>
              <a:ext uri="{FF2B5EF4-FFF2-40B4-BE49-F238E27FC236}">
                <a16:creationId xmlns:a16="http://schemas.microsoft.com/office/drawing/2014/main" id="{0FF66EE9-181E-1659-15B7-95661A9E3CE3}"/>
              </a:ext>
            </a:extLst>
          </p:cNvPr>
          <p:cNvSpPr/>
          <p:nvPr userDrawn="1"/>
        </p:nvSpPr>
        <p:spPr>
          <a:xfrm>
            <a:off x="14716831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>
                <a:solidFill>
                  <a:schemeClr val="tx1"/>
                </a:solidFill>
                <a:latin typeface="+mn-lt"/>
              </a:rPr>
              <a:t>BIG-IP Next</a:t>
            </a:r>
          </a:p>
        </p:txBody>
      </p:sp>
      <p:sp>
        <p:nvSpPr>
          <p:cNvPr id="104" name="Oval 103">
            <a:extLst>
              <a:ext uri="{FF2B5EF4-FFF2-40B4-BE49-F238E27FC236}">
                <a16:creationId xmlns:a16="http://schemas.microsoft.com/office/drawing/2014/main" id="{6E212DF7-78E7-904B-7F39-A2126138B962}"/>
              </a:ext>
            </a:extLst>
          </p:cNvPr>
          <p:cNvSpPr/>
          <p:nvPr userDrawn="1"/>
        </p:nvSpPr>
        <p:spPr>
          <a:xfrm>
            <a:off x="14804987" y="6024739"/>
            <a:ext cx="338462" cy="338462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42FE19F8-B576-6F2D-8090-39AED3E0077A}"/>
              </a:ext>
            </a:extLst>
          </p:cNvPr>
          <p:cNvSpPr/>
          <p:nvPr userDrawn="1"/>
        </p:nvSpPr>
        <p:spPr>
          <a:xfrm>
            <a:off x="13843869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>
                <a:solidFill>
                  <a:schemeClr val="tx1"/>
                </a:solidFill>
                <a:latin typeface="+mn-lt"/>
              </a:rPr>
              <a:t>Distributed Cloud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CE4094E4-83D1-5F67-F9CF-CC783106D348}"/>
              </a:ext>
            </a:extLst>
          </p:cNvPr>
          <p:cNvSpPr/>
          <p:nvPr userDrawn="1"/>
        </p:nvSpPr>
        <p:spPr>
          <a:xfrm>
            <a:off x="15568415" y="6388493"/>
            <a:ext cx="91440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000" kern="100">
                <a:solidFill>
                  <a:schemeClr val="tx1"/>
                </a:solidFill>
                <a:latin typeface="+mn-lt"/>
              </a:rPr>
              <a:t>BIG-IP</a:t>
            </a:r>
          </a:p>
        </p:txBody>
      </p:sp>
      <p:sp>
        <p:nvSpPr>
          <p:cNvPr id="107" name="Oval 106">
            <a:extLst>
              <a:ext uri="{FF2B5EF4-FFF2-40B4-BE49-F238E27FC236}">
                <a16:creationId xmlns:a16="http://schemas.microsoft.com/office/drawing/2014/main" id="{377B4F7C-9733-460C-E279-5F0808F90F20}"/>
              </a:ext>
            </a:extLst>
          </p:cNvPr>
          <p:cNvSpPr/>
          <p:nvPr userDrawn="1"/>
        </p:nvSpPr>
        <p:spPr>
          <a:xfrm>
            <a:off x="13916887" y="6024739"/>
            <a:ext cx="338462" cy="33846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108" name="Oval 107">
            <a:extLst>
              <a:ext uri="{FF2B5EF4-FFF2-40B4-BE49-F238E27FC236}">
                <a16:creationId xmlns:a16="http://schemas.microsoft.com/office/drawing/2014/main" id="{AD927477-CE6D-7CE4-B7F4-DA0851E5C34A}"/>
              </a:ext>
            </a:extLst>
          </p:cNvPr>
          <p:cNvSpPr/>
          <p:nvPr userDrawn="1"/>
        </p:nvSpPr>
        <p:spPr>
          <a:xfrm>
            <a:off x="15702617" y="6024739"/>
            <a:ext cx="338462" cy="33846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80D1CAC1-D419-9813-24F6-0FBA211A96D2}"/>
              </a:ext>
            </a:extLst>
          </p:cNvPr>
          <p:cNvSpPr/>
          <p:nvPr userDrawn="1"/>
        </p:nvSpPr>
        <p:spPr>
          <a:xfrm>
            <a:off x="16491659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>
                <a:solidFill>
                  <a:schemeClr val="tx1"/>
                </a:solidFill>
                <a:latin typeface="+mn-lt"/>
              </a:rPr>
              <a:t>NGINX </a:t>
            </a:r>
          </a:p>
        </p:txBody>
      </p:sp>
      <p:sp>
        <p:nvSpPr>
          <p:cNvPr id="110" name="Oval 109">
            <a:extLst>
              <a:ext uri="{FF2B5EF4-FFF2-40B4-BE49-F238E27FC236}">
                <a16:creationId xmlns:a16="http://schemas.microsoft.com/office/drawing/2014/main" id="{D4ADEACB-873F-7CC7-4438-95C99974F8A5}"/>
              </a:ext>
            </a:extLst>
          </p:cNvPr>
          <p:cNvSpPr/>
          <p:nvPr userDrawn="1"/>
        </p:nvSpPr>
        <p:spPr>
          <a:xfrm>
            <a:off x="16590717" y="6024739"/>
            <a:ext cx="338462" cy="33846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D76090D-D036-9706-26BF-26C54E07E829}"/>
              </a:ext>
            </a:extLst>
          </p:cNvPr>
          <p:cNvSpPr txBox="1"/>
          <p:nvPr userDrawn="1"/>
        </p:nvSpPr>
        <p:spPr>
          <a:xfrm>
            <a:off x="681343" y="6501327"/>
            <a:ext cx="730016" cy="9810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r>
              <a:rPr lang="en-US" sz="750" kern="100" cap="all" spc="10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</a:t>
            </a:r>
            <a:r>
              <a:rPr lang="en-US" sz="750" kern="100" cap="all" spc="2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2025 F5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21C148E-C50E-469A-B854-37A87CA6D9A6}"/>
              </a:ext>
            </a:extLst>
          </p:cNvPr>
          <p:cNvSpPr txBox="1"/>
          <p:nvPr userDrawn="1"/>
        </p:nvSpPr>
        <p:spPr>
          <a:xfrm>
            <a:off x="6805" y="6501327"/>
            <a:ext cx="567398" cy="9810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 algn="r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  <a:buFont typeface="Arial" panose="020B0604020202020204" pitchFamily="34" charset="0"/>
              <a:buChar char="​"/>
            </a:pPr>
            <a:fld id="{CB0320B6-2A61-43CE-9396-B5C4FB4B7D43}" type="slidenum">
              <a:rPr lang="en-US" sz="750" b="1" kern="100" cap="all" spc="5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marL="0" lvl="4" algn="r">
                <a:lnSpc>
                  <a:spcPct val="85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5"/>
                </a:buClr>
                <a:buFont typeface="Arial" panose="020B0604020202020204" pitchFamily="34" charset="0"/>
                <a:buChar char="​"/>
              </a:pPr>
              <a:t>‹#›</a:t>
            </a:fld>
            <a:endParaRPr lang="en-US" sz="750" b="1" kern="100" cap="all" spc="5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22651687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White: Sol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706BC-2671-42BA-B78B-426C50D7C0D7}"/>
              </a:ext>
            </a:extLst>
          </p:cNvPr>
          <p:cNvSpPr>
            <a:spLocks noGrp="1"/>
          </p:cNvSpPr>
          <p:nvPr userDrawn="1">
            <p:ph type="title"/>
          </p:nvPr>
        </p:nvSpPr>
        <p:spPr bwMode="black">
          <a:xfrm>
            <a:off x="495952" y="1162051"/>
            <a:ext cx="7415242" cy="2561626"/>
          </a:xfrm>
          <a:prstGeom prst="rect">
            <a:avLst/>
          </a:prstGeom>
        </p:spPr>
        <p:txBody>
          <a:bodyPr anchor="b"/>
          <a:lstStyle>
            <a:lvl1pPr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67E08A2D-0DB6-4F18-9655-DEE6026EA71B}"/>
              </a:ext>
            </a:extLst>
          </p:cNvPr>
          <p:cNvSpPr>
            <a:spLocks noGrp="1"/>
          </p:cNvSpPr>
          <p:nvPr userDrawn="1">
            <p:ph type="body" idx="1"/>
          </p:nvPr>
        </p:nvSpPr>
        <p:spPr bwMode="black">
          <a:xfrm>
            <a:off x="495952" y="3762096"/>
            <a:ext cx="7453993" cy="256162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00" spc="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501027354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tement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4AA43A5-A90B-3D9A-F983-00C60EDD704A}"/>
              </a:ext>
            </a:extLst>
          </p:cNvPr>
          <p:cNvSpPr/>
          <p:nvPr userDrawn="1"/>
        </p:nvSpPr>
        <p:spPr>
          <a:xfrm>
            <a:off x="1626123" y="96982"/>
            <a:ext cx="8939754" cy="6761018"/>
          </a:xfrm>
          <a:custGeom>
            <a:avLst/>
            <a:gdLst>
              <a:gd name="connsiteX0" fmla="*/ 1503815 w 8939754"/>
              <a:gd name="connsiteY0" fmla="*/ 0 h 6766560"/>
              <a:gd name="connsiteX1" fmla="*/ 7435940 w 8939754"/>
              <a:gd name="connsiteY1" fmla="*/ 0 h 6766560"/>
              <a:gd name="connsiteX2" fmla="*/ 7630557 w 8939754"/>
              <a:gd name="connsiteY2" fmla="*/ 176881 h 6766560"/>
              <a:gd name="connsiteX3" fmla="*/ 8939754 w 8939754"/>
              <a:gd name="connsiteY3" fmla="*/ 3337560 h 6766560"/>
              <a:gd name="connsiteX4" fmla="*/ 7475321 w 8939754"/>
              <a:gd name="connsiteY4" fmla="*/ 6646243 h 6766560"/>
              <a:gd name="connsiteX5" fmla="*/ 7336423 w 8939754"/>
              <a:gd name="connsiteY5" fmla="*/ 6766560 h 6766560"/>
              <a:gd name="connsiteX6" fmla="*/ 1603331 w 8939754"/>
              <a:gd name="connsiteY6" fmla="*/ 6766560 h 6766560"/>
              <a:gd name="connsiteX7" fmla="*/ 1464433 w 8939754"/>
              <a:gd name="connsiteY7" fmla="*/ 6646243 h 6766560"/>
              <a:gd name="connsiteX8" fmla="*/ 0 w 8939754"/>
              <a:gd name="connsiteY8" fmla="*/ 3337560 h 6766560"/>
              <a:gd name="connsiteX9" fmla="*/ 1309197 w 8939754"/>
              <a:gd name="connsiteY9" fmla="*/ 176881 h 67665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939754" h="6766560">
                <a:moveTo>
                  <a:pt x="1503815" y="0"/>
                </a:moveTo>
                <a:lnTo>
                  <a:pt x="7435940" y="0"/>
                </a:lnTo>
                <a:lnTo>
                  <a:pt x="7630557" y="176881"/>
                </a:lnTo>
                <a:cubicBezTo>
                  <a:pt x="8439446" y="985769"/>
                  <a:pt x="8939754" y="2103238"/>
                  <a:pt x="8939754" y="3337560"/>
                </a:cubicBezTo>
                <a:cubicBezTo>
                  <a:pt x="8939754" y="4649027"/>
                  <a:pt x="8374953" y="5828578"/>
                  <a:pt x="7475321" y="6646243"/>
                </a:cubicBezTo>
                <a:lnTo>
                  <a:pt x="7336423" y="6766560"/>
                </a:lnTo>
                <a:lnTo>
                  <a:pt x="1603331" y="6766560"/>
                </a:lnTo>
                <a:lnTo>
                  <a:pt x="1464433" y="6646243"/>
                </a:lnTo>
                <a:cubicBezTo>
                  <a:pt x="564801" y="5828578"/>
                  <a:pt x="0" y="4649027"/>
                  <a:pt x="0" y="3337560"/>
                </a:cubicBezTo>
                <a:cubicBezTo>
                  <a:pt x="0" y="2103238"/>
                  <a:pt x="500308" y="985769"/>
                  <a:pt x="1309197" y="176881"/>
                </a:cubicBez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US" kern="10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F1543B27-30F5-49F3-A344-80EEF4BE7A1D}"/>
              </a:ext>
            </a:extLst>
          </p:cNvPr>
          <p:cNvSpPr>
            <a:spLocks noGrp="1"/>
          </p:cNvSpPr>
          <p:nvPr>
            <p:ph idx="1"/>
          </p:nvPr>
        </p:nvSpPr>
        <p:spPr bwMode="black">
          <a:xfrm>
            <a:off x="457199" y="457200"/>
            <a:ext cx="11273866" cy="5788152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lang="en-US" sz="4000" b="1" kern="100" spc="-100" baseline="0" dirty="0">
                <a:solidFill>
                  <a:schemeClr val="bg1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0" indent="0" algn="ctr">
              <a:lnSpc>
                <a:spcPct val="85000"/>
              </a:lnSpc>
              <a:spcBef>
                <a:spcPts val="1200"/>
              </a:spcBef>
              <a:buFont typeface="Arial" panose="020B0604020202020204" pitchFamily="34" charset="0"/>
              <a:buNone/>
              <a:defRPr lang="en-US" sz="1800" b="1" kern="100" cap="none" spc="-20" baseline="0" dirty="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000" b="0" cap="none" baseline="0">
                <a:solidFill>
                  <a:schemeClr val="bg1"/>
                </a:solidFill>
                <a:latin typeface="+mj-lt"/>
              </a:defRPr>
            </a:lvl3pPr>
            <a:lvl4pPr marL="342900" indent="-34290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000" b="0" cap="none" baseline="0">
                <a:solidFill>
                  <a:schemeClr val="bg1"/>
                </a:solidFill>
                <a:latin typeface="+mj-lt"/>
              </a:defRPr>
            </a:lvl4pPr>
            <a:lvl5pPr marL="342900" indent="-34290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000" b="0" cap="none" baseline="0">
                <a:solidFill>
                  <a:schemeClr val="bg1"/>
                </a:solidFill>
                <a:latin typeface="+mj-lt"/>
              </a:defRPr>
            </a:lvl5pPr>
            <a:lvl6pPr marL="285750" indent="-28575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200" b="0" cap="none" baseline="0">
                <a:solidFill>
                  <a:schemeClr val="bg1"/>
                </a:solidFill>
                <a:latin typeface="+mj-lt"/>
              </a:defRPr>
            </a:lvl6pPr>
            <a:lvl7pPr marL="285750" indent="-28575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200" b="0" cap="none" baseline="0">
                <a:solidFill>
                  <a:schemeClr val="bg1"/>
                </a:solidFill>
                <a:latin typeface="+mj-lt"/>
              </a:defRPr>
            </a:lvl7pPr>
            <a:lvl8pPr marL="285750" indent="-28575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200" b="0" cap="none" baseline="0">
                <a:solidFill>
                  <a:schemeClr val="bg1"/>
                </a:solidFill>
                <a:latin typeface="+mj-lt"/>
              </a:defRPr>
            </a:lvl8pPr>
            <a:lvl9pPr marL="285750" indent="-28575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200" b="0" cap="none" baseline="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4" name="Group 22">
            <a:extLst>
              <a:ext uri="{FF2B5EF4-FFF2-40B4-BE49-F238E27FC236}">
                <a16:creationId xmlns:a16="http://schemas.microsoft.com/office/drawing/2014/main" id="{3B4CCB71-68AD-0718-8A33-03A11E377DED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11489503" y="6431001"/>
            <a:ext cx="245297" cy="245297"/>
            <a:chOff x="5266" y="0"/>
            <a:chExt cx="733" cy="733"/>
          </a:xfrm>
          <a:solidFill>
            <a:schemeClr val="bg1"/>
          </a:solidFill>
        </p:grpSpPr>
        <p:sp>
          <p:nvSpPr>
            <p:cNvPr id="5" name="Freeform 24">
              <a:extLst>
                <a:ext uri="{FF2B5EF4-FFF2-40B4-BE49-F238E27FC236}">
                  <a16:creationId xmlns:a16="http://schemas.microsoft.com/office/drawing/2014/main" id="{E840A1B5-5401-1215-BC5C-7C2671F7091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360" y="611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73737"/>
                </a:solidFill>
                <a:effectLst/>
                <a:uLnTx/>
                <a:uFillTx/>
                <a:latin typeface="Arial Narrow"/>
                <a:ea typeface="+mn-ea"/>
                <a:cs typeface="+mn-cs"/>
              </a:endParaRPr>
            </a:p>
          </p:txBody>
        </p:sp>
        <p:sp>
          <p:nvSpPr>
            <p:cNvPr id="6" name="Freeform 25">
              <a:extLst>
                <a:ext uri="{FF2B5EF4-FFF2-40B4-BE49-F238E27FC236}">
                  <a16:creationId xmlns:a16="http://schemas.microsoft.com/office/drawing/2014/main" id="{0C70F11B-7B2B-112B-7C06-EF7BB69848B5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5911" y="645"/>
              <a:ext cx="55" cy="55"/>
            </a:xfrm>
            <a:custGeom>
              <a:avLst/>
              <a:gdLst>
                <a:gd name="T0" fmla="*/ 277 w 345"/>
                <a:gd name="T1" fmla="*/ 68 h 345"/>
                <a:gd name="T2" fmla="*/ 320 w 345"/>
                <a:gd name="T3" fmla="*/ 172 h 345"/>
                <a:gd name="T4" fmla="*/ 277 w 345"/>
                <a:gd name="T5" fmla="*/ 278 h 345"/>
                <a:gd name="T6" fmla="*/ 172 w 345"/>
                <a:gd name="T7" fmla="*/ 322 h 345"/>
                <a:gd name="T8" fmla="*/ 67 w 345"/>
                <a:gd name="T9" fmla="*/ 278 h 345"/>
                <a:gd name="T10" fmla="*/ 24 w 345"/>
                <a:gd name="T11" fmla="*/ 172 h 345"/>
                <a:gd name="T12" fmla="*/ 67 w 345"/>
                <a:gd name="T13" fmla="*/ 68 h 345"/>
                <a:gd name="T14" fmla="*/ 172 w 345"/>
                <a:gd name="T15" fmla="*/ 23 h 345"/>
                <a:gd name="T16" fmla="*/ 277 w 345"/>
                <a:gd name="T17" fmla="*/ 68 h 345"/>
                <a:gd name="T18" fmla="*/ 295 w 345"/>
                <a:gd name="T19" fmla="*/ 50 h 345"/>
                <a:gd name="T20" fmla="*/ 172 w 345"/>
                <a:gd name="T21" fmla="*/ 0 h 345"/>
                <a:gd name="T22" fmla="*/ 51 w 345"/>
                <a:gd name="T23" fmla="*/ 50 h 345"/>
                <a:gd name="T24" fmla="*/ 0 w 345"/>
                <a:gd name="T25" fmla="*/ 172 h 345"/>
                <a:gd name="T26" fmla="*/ 50 w 345"/>
                <a:gd name="T27" fmla="*/ 295 h 345"/>
                <a:gd name="T28" fmla="*/ 172 w 345"/>
                <a:gd name="T29" fmla="*/ 345 h 345"/>
                <a:gd name="T30" fmla="*/ 295 w 345"/>
                <a:gd name="T31" fmla="*/ 295 h 345"/>
                <a:gd name="T32" fmla="*/ 345 w 345"/>
                <a:gd name="T33" fmla="*/ 172 h 345"/>
                <a:gd name="T34" fmla="*/ 295 w 345"/>
                <a:gd name="T35" fmla="*/ 50 h 345"/>
                <a:gd name="T36" fmla="*/ 198 w 345"/>
                <a:gd name="T37" fmla="*/ 164 h 345"/>
                <a:gd name="T38" fmla="*/ 166 w 345"/>
                <a:gd name="T39" fmla="*/ 168 h 345"/>
                <a:gd name="T40" fmla="*/ 136 w 345"/>
                <a:gd name="T41" fmla="*/ 168 h 345"/>
                <a:gd name="T42" fmla="*/ 136 w 345"/>
                <a:gd name="T43" fmla="*/ 100 h 345"/>
                <a:gd name="T44" fmla="*/ 164 w 345"/>
                <a:gd name="T45" fmla="*/ 100 h 345"/>
                <a:gd name="T46" fmla="*/ 205 w 345"/>
                <a:gd name="T47" fmla="*/ 107 h 345"/>
                <a:gd name="T48" fmla="*/ 217 w 345"/>
                <a:gd name="T49" fmla="*/ 134 h 345"/>
                <a:gd name="T50" fmla="*/ 198 w 345"/>
                <a:gd name="T51" fmla="*/ 164 h 345"/>
                <a:gd name="T52" fmla="*/ 103 w 345"/>
                <a:gd name="T53" fmla="*/ 266 h 345"/>
                <a:gd name="T54" fmla="*/ 136 w 345"/>
                <a:gd name="T55" fmla="*/ 266 h 345"/>
                <a:gd name="T56" fmla="*/ 136 w 345"/>
                <a:gd name="T57" fmla="*/ 192 h 345"/>
                <a:gd name="T58" fmla="*/ 162 w 345"/>
                <a:gd name="T59" fmla="*/ 192 h 345"/>
                <a:gd name="T60" fmla="*/ 200 w 345"/>
                <a:gd name="T61" fmla="*/ 198 h 345"/>
                <a:gd name="T62" fmla="*/ 217 w 345"/>
                <a:gd name="T63" fmla="*/ 241 h 345"/>
                <a:gd name="T64" fmla="*/ 217 w 345"/>
                <a:gd name="T65" fmla="*/ 256 h 345"/>
                <a:gd name="T66" fmla="*/ 218 w 345"/>
                <a:gd name="T67" fmla="*/ 262 h 345"/>
                <a:gd name="T68" fmla="*/ 218 w 345"/>
                <a:gd name="T69" fmla="*/ 265 h 345"/>
                <a:gd name="T70" fmla="*/ 219 w 345"/>
                <a:gd name="T71" fmla="*/ 266 h 345"/>
                <a:gd name="T72" fmla="*/ 250 w 345"/>
                <a:gd name="T73" fmla="*/ 266 h 345"/>
                <a:gd name="T74" fmla="*/ 249 w 345"/>
                <a:gd name="T75" fmla="*/ 264 h 345"/>
                <a:gd name="T76" fmla="*/ 247 w 345"/>
                <a:gd name="T77" fmla="*/ 254 h 345"/>
                <a:gd name="T78" fmla="*/ 247 w 345"/>
                <a:gd name="T79" fmla="*/ 240 h 345"/>
                <a:gd name="T80" fmla="*/ 247 w 345"/>
                <a:gd name="T81" fmla="*/ 226 h 345"/>
                <a:gd name="T82" fmla="*/ 237 w 345"/>
                <a:gd name="T83" fmla="*/ 197 h 345"/>
                <a:gd name="T84" fmla="*/ 204 w 345"/>
                <a:gd name="T85" fmla="*/ 178 h 345"/>
                <a:gd name="T86" fmla="*/ 231 w 345"/>
                <a:gd name="T87" fmla="*/ 169 h 345"/>
                <a:gd name="T88" fmla="*/ 250 w 345"/>
                <a:gd name="T89" fmla="*/ 132 h 345"/>
                <a:gd name="T90" fmla="*/ 220 w 345"/>
                <a:gd name="T91" fmla="*/ 84 h 345"/>
                <a:gd name="T92" fmla="*/ 169 w 345"/>
                <a:gd name="T93" fmla="*/ 77 h 345"/>
                <a:gd name="T94" fmla="*/ 103 w 345"/>
                <a:gd name="T95" fmla="*/ 77 h 345"/>
                <a:gd name="T96" fmla="*/ 103 w 345"/>
                <a:gd name="T97" fmla="*/ 266 h 3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345" h="345">
                  <a:moveTo>
                    <a:pt x="277" y="68"/>
                  </a:moveTo>
                  <a:cubicBezTo>
                    <a:pt x="306" y="96"/>
                    <a:pt x="320" y="131"/>
                    <a:pt x="320" y="172"/>
                  </a:cubicBezTo>
                  <a:cubicBezTo>
                    <a:pt x="320" y="213"/>
                    <a:pt x="306" y="249"/>
                    <a:pt x="277" y="278"/>
                  </a:cubicBezTo>
                  <a:cubicBezTo>
                    <a:pt x="248" y="307"/>
                    <a:pt x="213" y="322"/>
                    <a:pt x="172" y="322"/>
                  </a:cubicBezTo>
                  <a:cubicBezTo>
                    <a:pt x="131" y="322"/>
                    <a:pt x="96" y="307"/>
                    <a:pt x="67" y="278"/>
                  </a:cubicBezTo>
                  <a:cubicBezTo>
                    <a:pt x="38" y="249"/>
                    <a:pt x="24" y="213"/>
                    <a:pt x="24" y="172"/>
                  </a:cubicBezTo>
                  <a:cubicBezTo>
                    <a:pt x="24" y="131"/>
                    <a:pt x="38" y="96"/>
                    <a:pt x="67" y="68"/>
                  </a:cubicBezTo>
                  <a:cubicBezTo>
                    <a:pt x="96" y="38"/>
                    <a:pt x="131" y="23"/>
                    <a:pt x="172" y="23"/>
                  </a:cubicBezTo>
                  <a:cubicBezTo>
                    <a:pt x="213" y="23"/>
                    <a:pt x="248" y="38"/>
                    <a:pt x="277" y="68"/>
                  </a:cubicBezTo>
                  <a:close/>
                  <a:moveTo>
                    <a:pt x="295" y="50"/>
                  </a:moveTo>
                  <a:cubicBezTo>
                    <a:pt x="261" y="17"/>
                    <a:pt x="220" y="0"/>
                    <a:pt x="172" y="0"/>
                  </a:cubicBezTo>
                  <a:cubicBezTo>
                    <a:pt x="125" y="0"/>
                    <a:pt x="84" y="17"/>
                    <a:pt x="51" y="50"/>
                  </a:cubicBezTo>
                  <a:cubicBezTo>
                    <a:pt x="17" y="84"/>
                    <a:pt x="0" y="125"/>
                    <a:pt x="0" y="172"/>
                  </a:cubicBezTo>
                  <a:cubicBezTo>
                    <a:pt x="0" y="220"/>
                    <a:pt x="17" y="261"/>
                    <a:pt x="50" y="295"/>
                  </a:cubicBezTo>
                  <a:cubicBezTo>
                    <a:pt x="83" y="329"/>
                    <a:pt x="124" y="345"/>
                    <a:pt x="172" y="345"/>
                  </a:cubicBezTo>
                  <a:cubicBezTo>
                    <a:pt x="220" y="345"/>
                    <a:pt x="261" y="329"/>
                    <a:pt x="295" y="295"/>
                  </a:cubicBezTo>
                  <a:cubicBezTo>
                    <a:pt x="328" y="261"/>
                    <a:pt x="345" y="220"/>
                    <a:pt x="345" y="172"/>
                  </a:cubicBezTo>
                  <a:cubicBezTo>
                    <a:pt x="345" y="124"/>
                    <a:pt x="328" y="84"/>
                    <a:pt x="295" y="50"/>
                  </a:cubicBezTo>
                  <a:close/>
                  <a:moveTo>
                    <a:pt x="198" y="164"/>
                  </a:moveTo>
                  <a:cubicBezTo>
                    <a:pt x="191" y="167"/>
                    <a:pt x="180" y="168"/>
                    <a:pt x="166" y="168"/>
                  </a:cubicBezTo>
                  <a:cubicBezTo>
                    <a:pt x="136" y="168"/>
                    <a:pt x="136" y="168"/>
                    <a:pt x="136" y="168"/>
                  </a:cubicBezTo>
                  <a:cubicBezTo>
                    <a:pt x="136" y="100"/>
                    <a:pt x="136" y="100"/>
                    <a:pt x="136" y="100"/>
                  </a:cubicBezTo>
                  <a:cubicBezTo>
                    <a:pt x="164" y="100"/>
                    <a:pt x="164" y="100"/>
                    <a:pt x="164" y="100"/>
                  </a:cubicBezTo>
                  <a:cubicBezTo>
                    <a:pt x="183" y="100"/>
                    <a:pt x="196" y="102"/>
                    <a:pt x="205" y="107"/>
                  </a:cubicBezTo>
                  <a:cubicBezTo>
                    <a:pt x="213" y="112"/>
                    <a:pt x="217" y="121"/>
                    <a:pt x="217" y="134"/>
                  </a:cubicBezTo>
                  <a:cubicBezTo>
                    <a:pt x="217" y="149"/>
                    <a:pt x="211" y="159"/>
                    <a:pt x="198" y="164"/>
                  </a:cubicBezTo>
                  <a:close/>
                  <a:moveTo>
                    <a:pt x="103" y="266"/>
                  </a:moveTo>
                  <a:cubicBezTo>
                    <a:pt x="136" y="266"/>
                    <a:pt x="136" y="266"/>
                    <a:pt x="136" y="266"/>
                  </a:cubicBezTo>
                  <a:cubicBezTo>
                    <a:pt x="136" y="192"/>
                    <a:pt x="136" y="192"/>
                    <a:pt x="136" y="192"/>
                  </a:cubicBezTo>
                  <a:cubicBezTo>
                    <a:pt x="162" y="192"/>
                    <a:pt x="162" y="192"/>
                    <a:pt x="162" y="192"/>
                  </a:cubicBezTo>
                  <a:cubicBezTo>
                    <a:pt x="180" y="192"/>
                    <a:pt x="192" y="193"/>
                    <a:pt x="200" y="198"/>
                  </a:cubicBezTo>
                  <a:cubicBezTo>
                    <a:pt x="211" y="205"/>
                    <a:pt x="217" y="219"/>
                    <a:pt x="217" y="241"/>
                  </a:cubicBezTo>
                  <a:cubicBezTo>
                    <a:pt x="217" y="256"/>
                    <a:pt x="217" y="256"/>
                    <a:pt x="217" y="256"/>
                  </a:cubicBezTo>
                  <a:cubicBezTo>
                    <a:pt x="218" y="262"/>
                    <a:pt x="218" y="262"/>
                    <a:pt x="218" y="262"/>
                  </a:cubicBezTo>
                  <a:cubicBezTo>
                    <a:pt x="218" y="263"/>
                    <a:pt x="218" y="264"/>
                    <a:pt x="218" y="265"/>
                  </a:cubicBezTo>
                  <a:cubicBezTo>
                    <a:pt x="219" y="265"/>
                    <a:pt x="219" y="266"/>
                    <a:pt x="219" y="266"/>
                  </a:cubicBezTo>
                  <a:cubicBezTo>
                    <a:pt x="250" y="266"/>
                    <a:pt x="250" y="266"/>
                    <a:pt x="250" y="266"/>
                  </a:cubicBezTo>
                  <a:cubicBezTo>
                    <a:pt x="249" y="264"/>
                    <a:pt x="249" y="264"/>
                    <a:pt x="249" y="264"/>
                  </a:cubicBezTo>
                  <a:cubicBezTo>
                    <a:pt x="248" y="263"/>
                    <a:pt x="248" y="259"/>
                    <a:pt x="247" y="254"/>
                  </a:cubicBezTo>
                  <a:cubicBezTo>
                    <a:pt x="247" y="249"/>
                    <a:pt x="247" y="244"/>
                    <a:pt x="247" y="240"/>
                  </a:cubicBezTo>
                  <a:cubicBezTo>
                    <a:pt x="247" y="226"/>
                    <a:pt x="247" y="226"/>
                    <a:pt x="247" y="226"/>
                  </a:cubicBezTo>
                  <a:cubicBezTo>
                    <a:pt x="247" y="217"/>
                    <a:pt x="244" y="207"/>
                    <a:pt x="237" y="197"/>
                  </a:cubicBezTo>
                  <a:cubicBezTo>
                    <a:pt x="230" y="187"/>
                    <a:pt x="219" y="181"/>
                    <a:pt x="204" y="178"/>
                  </a:cubicBezTo>
                  <a:cubicBezTo>
                    <a:pt x="216" y="176"/>
                    <a:pt x="225" y="173"/>
                    <a:pt x="231" y="169"/>
                  </a:cubicBezTo>
                  <a:cubicBezTo>
                    <a:pt x="244" y="161"/>
                    <a:pt x="250" y="148"/>
                    <a:pt x="250" y="132"/>
                  </a:cubicBezTo>
                  <a:cubicBezTo>
                    <a:pt x="250" y="108"/>
                    <a:pt x="240" y="92"/>
                    <a:pt x="220" y="84"/>
                  </a:cubicBezTo>
                  <a:cubicBezTo>
                    <a:pt x="210" y="79"/>
                    <a:pt x="192" y="77"/>
                    <a:pt x="169" y="77"/>
                  </a:cubicBezTo>
                  <a:cubicBezTo>
                    <a:pt x="103" y="77"/>
                    <a:pt x="103" y="77"/>
                    <a:pt x="103" y="77"/>
                  </a:cubicBezTo>
                  <a:lnTo>
                    <a:pt x="103" y="2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73737"/>
                </a:solidFill>
                <a:effectLst/>
                <a:uLnTx/>
                <a:uFillTx/>
                <a:latin typeface="Arial Narrow"/>
                <a:ea typeface="+mn-ea"/>
                <a:cs typeface="+mn-cs"/>
              </a:endParaRPr>
            </a:p>
          </p:txBody>
        </p:sp>
        <p:sp>
          <p:nvSpPr>
            <p:cNvPr id="7" name="Freeform 26">
              <a:extLst>
                <a:ext uri="{FF2B5EF4-FFF2-40B4-BE49-F238E27FC236}">
                  <a16:creationId xmlns:a16="http://schemas.microsoft.com/office/drawing/2014/main" id="{4E7B86E9-9679-755C-07E3-5DF9FD22DD31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266" y="0"/>
              <a:ext cx="733" cy="733"/>
            </a:xfrm>
            <a:custGeom>
              <a:avLst/>
              <a:gdLst>
                <a:gd name="T0" fmla="*/ 4176 w 4576"/>
                <a:gd name="T1" fmla="*/ 996 h 4576"/>
                <a:gd name="T2" fmla="*/ 4106 w 4576"/>
                <a:gd name="T3" fmla="*/ 1355 h 4576"/>
                <a:gd name="T4" fmla="*/ 2907 w 4576"/>
                <a:gd name="T5" fmla="*/ 1262 h 4576"/>
                <a:gd name="T6" fmla="*/ 2797 w 4576"/>
                <a:gd name="T7" fmla="*/ 1612 h 4576"/>
                <a:gd name="T8" fmla="*/ 4141 w 4576"/>
                <a:gd name="T9" fmla="*/ 2094 h 4576"/>
                <a:gd name="T10" fmla="*/ 4386 w 4576"/>
                <a:gd name="T11" fmla="*/ 2839 h 4576"/>
                <a:gd name="T12" fmla="*/ 3944 w 4576"/>
                <a:gd name="T13" fmla="*/ 3672 h 4576"/>
                <a:gd name="T14" fmla="*/ 3173 w 4576"/>
                <a:gd name="T15" fmla="*/ 3966 h 4576"/>
                <a:gd name="T16" fmla="*/ 2263 w 4576"/>
                <a:gd name="T17" fmla="*/ 3848 h 4576"/>
                <a:gd name="T18" fmla="*/ 2082 w 4576"/>
                <a:gd name="T19" fmla="*/ 3429 h 4576"/>
                <a:gd name="T20" fmla="*/ 2101 w 4576"/>
                <a:gd name="T21" fmla="*/ 3327 h 4576"/>
                <a:gd name="T22" fmla="*/ 2301 w 4576"/>
                <a:gd name="T23" fmla="*/ 3133 h 4576"/>
                <a:gd name="T24" fmla="*/ 2390 w 4576"/>
                <a:gd name="T25" fmla="*/ 3119 h 4576"/>
                <a:gd name="T26" fmla="*/ 2659 w 4576"/>
                <a:gd name="T27" fmla="*/ 3526 h 4576"/>
                <a:gd name="T28" fmla="*/ 3240 w 4576"/>
                <a:gd name="T29" fmla="*/ 3784 h 4576"/>
                <a:gd name="T30" fmla="*/ 3753 w 4576"/>
                <a:gd name="T31" fmla="*/ 3318 h 4576"/>
                <a:gd name="T32" fmla="*/ 2217 w 4576"/>
                <a:gd name="T33" fmla="*/ 2488 h 4576"/>
                <a:gd name="T34" fmla="*/ 2812 w 4576"/>
                <a:gd name="T35" fmla="*/ 701 h 4576"/>
                <a:gd name="T36" fmla="*/ 3564 w 4576"/>
                <a:gd name="T37" fmla="*/ 766 h 4576"/>
                <a:gd name="T38" fmla="*/ 4065 w 4576"/>
                <a:gd name="T39" fmla="*/ 848 h 4576"/>
                <a:gd name="T40" fmla="*/ 2288 w 4576"/>
                <a:gd name="T41" fmla="*/ 0 h 4576"/>
                <a:gd name="T42" fmla="*/ 0 w 4576"/>
                <a:gd name="T43" fmla="*/ 2288 h 4576"/>
                <a:gd name="T44" fmla="*/ 445 w 4576"/>
                <a:gd name="T45" fmla="*/ 3644 h 4576"/>
                <a:gd name="T46" fmla="*/ 616 w 4576"/>
                <a:gd name="T47" fmla="*/ 3581 h 4576"/>
                <a:gd name="T48" fmla="*/ 610 w 4576"/>
                <a:gd name="T49" fmla="*/ 3402 h 4576"/>
                <a:gd name="T50" fmla="*/ 565 w 4576"/>
                <a:gd name="T51" fmla="*/ 1982 h 4576"/>
                <a:gd name="T52" fmla="*/ 245 w 4576"/>
                <a:gd name="T53" fmla="*/ 1998 h 4576"/>
                <a:gd name="T54" fmla="*/ 261 w 4576"/>
                <a:gd name="T55" fmla="*/ 1735 h 4576"/>
                <a:gd name="T56" fmla="*/ 579 w 4576"/>
                <a:gd name="T57" fmla="*/ 1707 h 4576"/>
                <a:gd name="T58" fmla="*/ 596 w 4576"/>
                <a:gd name="T59" fmla="*/ 1479 h 4576"/>
                <a:gd name="T60" fmla="*/ 1542 w 4576"/>
                <a:gd name="T61" fmla="*/ 623 h 4576"/>
                <a:gd name="T62" fmla="*/ 1920 w 4576"/>
                <a:gd name="T63" fmla="*/ 561 h 4576"/>
                <a:gd name="T64" fmla="*/ 2018 w 4576"/>
                <a:gd name="T65" fmla="*/ 558 h 4576"/>
                <a:gd name="T66" fmla="*/ 2242 w 4576"/>
                <a:gd name="T67" fmla="*/ 603 h 4576"/>
                <a:gd name="T68" fmla="*/ 2508 w 4576"/>
                <a:gd name="T69" fmla="*/ 807 h 4576"/>
                <a:gd name="T70" fmla="*/ 2505 w 4576"/>
                <a:gd name="T71" fmla="*/ 873 h 4576"/>
                <a:gd name="T72" fmla="*/ 2379 w 4576"/>
                <a:gd name="T73" fmla="*/ 1020 h 4576"/>
                <a:gd name="T74" fmla="*/ 2278 w 4576"/>
                <a:gd name="T75" fmla="*/ 1033 h 4576"/>
                <a:gd name="T76" fmla="*/ 2065 w 4576"/>
                <a:gd name="T77" fmla="*/ 927 h 4576"/>
                <a:gd name="T78" fmla="*/ 1657 w 4576"/>
                <a:gd name="T79" fmla="*/ 818 h 4576"/>
                <a:gd name="T80" fmla="*/ 1466 w 4576"/>
                <a:gd name="T81" fmla="*/ 1048 h 4576"/>
                <a:gd name="T82" fmla="*/ 1438 w 4576"/>
                <a:gd name="T83" fmla="*/ 1664 h 4576"/>
                <a:gd name="T84" fmla="*/ 2218 w 4576"/>
                <a:gd name="T85" fmla="*/ 1651 h 4576"/>
                <a:gd name="T86" fmla="*/ 2218 w 4576"/>
                <a:gd name="T87" fmla="*/ 1831 h 4576"/>
                <a:gd name="T88" fmla="*/ 1959 w 4576"/>
                <a:gd name="T89" fmla="*/ 1950 h 4576"/>
                <a:gd name="T90" fmla="*/ 1431 w 4576"/>
                <a:gd name="T91" fmla="*/ 1957 h 4576"/>
                <a:gd name="T92" fmla="*/ 1454 w 4576"/>
                <a:gd name="T93" fmla="*/ 3469 h 4576"/>
                <a:gd name="T94" fmla="*/ 1482 w 4576"/>
                <a:gd name="T95" fmla="*/ 3663 h 4576"/>
                <a:gd name="T96" fmla="*/ 1961 w 4576"/>
                <a:gd name="T97" fmla="*/ 3789 h 4576"/>
                <a:gd name="T98" fmla="*/ 1965 w 4576"/>
                <a:gd name="T99" fmla="*/ 3947 h 4576"/>
                <a:gd name="T100" fmla="*/ 583 w 4576"/>
                <a:gd name="T101" fmla="*/ 3814 h 4576"/>
                <a:gd name="T102" fmla="*/ 2288 w 4576"/>
                <a:gd name="T103" fmla="*/ 4576 h 4576"/>
                <a:gd name="T104" fmla="*/ 4576 w 4576"/>
                <a:gd name="T105" fmla="*/ 2288 h 4576"/>
                <a:gd name="T106" fmla="*/ 4176 w 4576"/>
                <a:gd name="T107" fmla="*/ 996 h 457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4576" h="4576">
                  <a:moveTo>
                    <a:pt x="4176" y="996"/>
                  </a:moveTo>
                  <a:cubicBezTo>
                    <a:pt x="4148" y="1112"/>
                    <a:pt x="4134" y="1232"/>
                    <a:pt x="4106" y="1355"/>
                  </a:cubicBezTo>
                  <a:cubicBezTo>
                    <a:pt x="3763" y="1310"/>
                    <a:pt x="3360" y="1278"/>
                    <a:pt x="2907" y="1262"/>
                  </a:cubicBezTo>
                  <a:cubicBezTo>
                    <a:pt x="2871" y="1377"/>
                    <a:pt x="2836" y="1489"/>
                    <a:pt x="2797" y="1612"/>
                  </a:cubicBezTo>
                  <a:cubicBezTo>
                    <a:pt x="3555" y="1659"/>
                    <a:pt x="3923" y="1858"/>
                    <a:pt x="4141" y="2094"/>
                  </a:cubicBezTo>
                  <a:cubicBezTo>
                    <a:pt x="4354" y="2332"/>
                    <a:pt x="4399" y="2594"/>
                    <a:pt x="4386" y="2839"/>
                  </a:cubicBezTo>
                  <a:cubicBezTo>
                    <a:pt x="4359" y="3235"/>
                    <a:pt x="4184" y="3486"/>
                    <a:pt x="3944" y="3672"/>
                  </a:cubicBezTo>
                  <a:cubicBezTo>
                    <a:pt x="3702" y="3855"/>
                    <a:pt x="3408" y="3946"/>
                    <a:pt x="3173" y="3966"/>
                  </a:cubicBezTo>
                  <a:cubicBezTo>
                    <a:pt x="2826" y="3991"/>
                    <a:pt x="2362" y="3909"/>
                    <a:pt x="2263" y="3848"/>
                  </a:cubicBezTo>
                  <a:cubicBezTo>
                    <a:pt x="2204" y="3713"/>
                    <a:pt x="2145" y="3577"/>
                    <a:pt x="2082" y="3429"/>
                  </a:cubicBezTo>
                  <a:cubicBezTo>
                    <a:pt x="2067" y="3397"/>
                    <a:pt x="2057" y="3365"/>
                    <a:pt x="2101" y="3327"/>
                  </a:cubicBezTo>
                  <a:cubicBezTo>
                    <a:pt x="2168" y="3262"/>
                    <a:pt x="2233" y="3200"/>
                    <a:pt x="2301" y="3133"/>
                  </a:cubicBezTo>
                  <a:cubicBezTo>
                    <a:pt x="2332" y="3104"/>
                    <a:pt x="2365" y="3076"/>
                    <a:pt x="2390" y="3119"/>
                  </a:cubicBezTo>
                  <a:cubicBezTo>
                    <a:pt x="2484" y="3262"/>
                    <a:pt x="2571" y="3394"/>
                    <a:pt x="2659" y="3526"/>
                  </a:cubicBezTo>
                  <a:cubicBezTo>
                    <a:pt x="2758" y="3673"/>
                    <a:pt x="2910" y="3806"/>
                    <a:pt x="3240" y="3784"/>
                  </a:cubicBezTo>
                  <a:cubicBezTo>
                    <a:pt x="3519" y="3759"/>
                    <a:pt x="3730" y="3549"/>
                    <a:pt x="3753" y="3318"/>
                  </a:cubicBezTo>
                  <a:cubicBezTo>
                    <a:pt x="3777" y="2889"/>
                    <a:pt x="3344" y="2585"/>
                    <a:pt x="2217" y="2488"/>
                  </a:cubicBezTo>
                  <a:cubicBezTo>
                    <a:pt x="2433" y="1835"/>
                    <a:pt x="2644" y="1203"/>
                    <a:pt x="2812" y="701"/>
                  </a:cubicBezTo>
                  <a:cubicBezTo>
                    <a:pt x="3080" y="713"/>
                    <a:pt x="3328" y="735"/>
                    <a:pt x="3564" y="766"/>
                  </a:cubicBezTo>
                  <a:cubicBezTo>
                    <a:pt x="3740" y="788"/>
                    <a:pt x="3902" y="829"/>
                    <a:pt x="4065" y="848"/>
                  </a:cubicBezTo>
                  <a:cubicBezTo>
                    <a:pt x="3646" y="330"/>
                    <a:pt x="3006" y="0"/>
                    <a:pt x="2288" y="0"/>
                  </a:cubicBezTo>
                  <a:cubicBezTo>
                    <a:pt x="1024" y="0"/>
                    <a:pt x="0" y="1024"/>
                    <a:pt x="0" y="2288"/>
                  </a:cubicBezTo>
                  <a:cubicBezTo>
                    <a:pt x="0" y="2796"/>
                    <a:pt x="165" y="3264"/>
                    <a:pt x="445" y="3644"/>
                  </a:cubicBezTo>
                  <a:cubicBezTo>
                    <a:pt x="542" y="3645"/>
                    <a:pt x="609" y="3623"/>
                    <a:pt x="616" y="3581"/>
                  </a:cubicBezTo>
                  <a:cubicBezTo>
                    <a:pt x="625" y="3538"/>
                    <a:pt x="618" y="3470"/>
                    <a:pt x="610" y="3402"/>
                  </a:cubicBezTo>
                  <a:cubicBezTo>
                    <a:pt x="564" y="2953"/>
                    <a:pt x="548" y="2468"/>
                    <a:pt x="565" y="1982"/>
                  </a:cubicBezTo>
                  <a:cubicBezTo>
                    <a:pt x="449" y="1987"/>
                    <a:pt x="345" y="1992"/>
                    <a:pt x="245" y="1998"/>
                  </a:cubicBezTo>
                  <a:cubicBezTo>
                    <a:pt x="249" y="1908"/>
                    <a:pt x="254" y="1823"/>
                    <a:pt x="261" y="1735"/>
                  </a:cubicBezTo>
                  <a:cubicBezTo>
                    <a:pt x="360" y="1725"/>
                    <a:pt x="465" y="1717"/>
                    <a:pt x="579" y="1707"/>
                  </a:cubicBezTo>
                  <a:cubicBezTo>
                    <a:pt x="584" y="1630"/>
                    <a:pt x="590" y="1555"/>
                    <a:pt x="596" y="1479"/>
                  </a:cubicBezTo>
                  <a:cubicBezTo>
                    <a:pt x="648" y="1016"/>
                    <a:pt x="1136" y="732"/>
                    <a:pt x="1542" y="623"/>
                  </a:cubicBezTo>
                  <a:cubicBezTo>
                    <a:pt x="1723" y="579"/>
                    <a:pt x="1833" y="565"/>
                    <a:pt x="1920" y="561"/>
                  </a:cubicBezTo>
                  <a:cubicBezTo>
                    <a:pt x="1951" y="560"/>
                    <a:pt x="1985" y="558"/>
                    <a:pt x="2018" y="558"/>
                  </a:cubicBezTo>
                  <a:cubicBezTo>
                    <a:pt x="2102" y="558"/>
                    <a:pt x="2188" y="566"/>
                    <a:pt x="2242" y="603"/>
                  </a:cubicBezTo>
                  <a:cubicBezTo>
                    <a:pt x="2330" y="669"/>
                    <a:pt x="2416" y="734"/>
                    <a:pt x="2508" y="807"/>
                  </a:cubicBezTo>
                  <a:cubicBezTo>
                    <a:pt x="2518" y="819"/>
                    <a:pt x="2528" y="839"/>
                    <a:pt x="2505" y="873"/>
                  </a:cubicBezTo>
                  <a:cubicBezTo>
                    <a:pt x="2463" y="922"/>
                    <a:pt x="2422" y="969"/>
                    <a:pt x="2379" y="1020"/>
                  </a:cubicBezTo>
                  <a:cubicBezTo>
                    <a:pt x="2354" y="1050"/>
                    <a:pt x="2313" y="1042"/>
                    <a:pt x="2278" y="1033"/>
                  </a:cubicBezTo>
                  <a:cubicBezTo>
                    <a:pt x="2206" y="996"/>
                    <a:pt x="2136" y="962"/>
                    <a:pt x="2065" y="927"/>
                  </a:cubicBezTo>
                  <a:cubicBezTo>
                    <a:pt x="1937" y="870"/>
                    <a:pt x="1804" y="812"/>
                    <a:pt x="1657" y="818"/>
                  </a:cubicBezTo>
                  <a:cubicBezTo>
                    <a:pt x="1565" y="825"/>
                    <a:pt x="1475" y="919"/>
                    <a:pt x="1466" y="1048"/>
                  </a:cubicBezTo>
                  <a:cubicBezTo>
                    <a:pt x="1453" y="1244"/>
                    <a:pt x="1445" y="1446"/>
                    <a:pt x="1438" y="1664"/>
                  </a:cubicBezTo>
                  <a:cubicBezTo>
                    <a:pt x="1694" y="1656"/>
                    <a:pt x="1949" y="1652"/>
                    <a:pt x="2218" y="1651"/>
                  </a:cubicBezTo>
                  <a:cubicBezTo>
                    <a:pt x="2218" y="1712"/>
                    <a:pt x="2218" y="1768"/>
                    <a:pt x="2218" y="1831"/>
                  </a:cubicBezTo>
                  <a:cubicBezTo>
                    <a:pt x="2130" y="1870"/>
                    <a:pt x="2047" y="1910"/>
                    <a:pt x="1959" y="1950"/>
                  </a:cubicBezTo>
                  <a:cubicBezTo>
                    <a:pt x="1778" y="1952"/>
                    <a:pt x="1605" y="1954"/>
                    <a:pt x="1431" y="1957"/>
                  </a:cubicBezTo>
                  <a:cubicBezTo>
                    <a:pt x="1423" y="2475"/>
                    <a:pt x="1430" y="2992"/>
                    <a:pt x="1454" y="3469"/>
                  </a:cubicBezTo>
                  <a:cubicBezTo>
                    <a:pt x="1458" y="3541"/>
                    <a:pt x="1462" y="3614"/>
                    <a:pt x="1482" y="3663"/>
                  </a:cubicBezTo>
                  <a:cubicBezTo>
                    <a:pt x="1507" y="3725"/>
                    <a:pt x="1650" y="3772"/>
                    <a:pt x="1961" y="3789"/>
                  </a:cubicBezTo>
                  <a:cubicBezTo>
                    <a:pt x="1962" y="3844"/>
                    <a:pt x="1964" y="3895"/>
                    <a:pt x="1965" y="3947"/>
                  </a:cubicBezTo>
                  <a:cubicBezTo>
                    <a:pt x="1459" y="3932"/>
                    <a:pt x="973" y="3884"/>
                    <a:pt x="583" y="3814"/>
                  </a:cubicBezTo>
                  <a:cubicBezTo>
                    <a:pt x="1002" y="4282"/>
                    <a:pt x="1611" y="4576"/>
                    <a:pt x="2288" y="4576"/>
                  </a:cubicBezTo>
                  <a:cubicBezTo>
                    <a:pt x="3552" y="4576"/>
                    <a:pt x="4576" y="3552"/>
                    <a:pt x="4576" y="2288"/>
                  </a:cubicBezTo>
                  <a:cubicBezTo>
                    <a:pt x="4576" y="1809"/>
                    <a:pt x="4428" y="1364"/>
                    <a:pt x="4176" y="99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73737"/>
                </a:solidFill>
                <a:effectLst/>
                <a:uLnTx/>
                <a:uFillTx/>
                <a:latin typeface="Arial Narrow"/>
                <a:ea typeface="+mn-ea"/>
                <a:cs typeface="+mn-cs"/>
              </a:endParaRPr>
            </a:p>
          </p:txBody>
        </p:sp>
        <p:sp>
          <p:nvSpPr>
            <p:cNvPr id="8" name="Freeform 27">
              <a:extLst>
                <a:ext uri="{FF2B5EF4-FFF2-40B4-BE49-F238E27FC236}">
                  <a16:creationId xmlns:a16="http://schemas.microsoft.com/office/drawing/2014/main" id="{2F5FA204-C763-8E9E-E846-A6082DCD86A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360" y="611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73737"/>
                </a:solidFill>
                <a:effectLst/>
                <a:uLnTx/>
                <a:uFillTx/>
                <a:latin typeface="Arial Narrow"/>
                <a:ea typeface="+mn-ea"/>
                <a:cs typeface="+mn-cs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BF065B72-C11B-5021-9FBB-D6CCE4FC36DC}"/>
              </a:ext>
            </a:extLst>
          </p:cNvPr>
          <p:cNvSpPr txBox="1"/>
          <p:nvPr userDrawn="1"/>
        </p:nvSpPr>
        <p:spPr>
          <a:xfrm>
            <a:off x="681343" y="6501327"/>
            <a:ext cx="730016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r>
              <a:rPr lang="en-US" sz="750" kern="100" cap="all" spc="100" baseline="0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©</a:t>
            </a:r>
            <a:r>
              <a:rPr lang="en-US" sz="750" kern="100" cap="all" spc="20" baseline="0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2025 F5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7C1433F-0BB2-48AE-9AEC-317565C60E58}"/>
              </a:ext>
            </a:extLst>
          </p:cNvPr>
          <p:cNvSpPr txBox="1"/>
          <p:nvPr userDrawn="1"/>
        </p:nvSpPr>
        <p:spPr>
          <a:xfrm>
            <a:off x="6805" y="6501327"/>
            <a:ext cx="567398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 algn="r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  <a:buFont typeface="Arial" panose="020B0604020202020204" pitchFamily="34" charset="0"/>
              <a:buChar char="​"/>
            </a:pPr>
            <a:fld id="{CB0320B6-2A61-43CE-9396-B5C4FB4B7D43}" type="slidenum">
              <a:rPr lang="en-US" sz="750" b="0" kern="100" cap="all" spc="50" smtClean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pPr marL="0" lvl="4" algn="r">
                <a:lnSpc>
                  <a:spcPct val="85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5"/>
                </a:buClr>
                <a:buFont typeface="Arial" panose="020B0604020202020204" pitchFamily="34" charset="0"/>
                <a:buChar char="​"/>
              </a:pPr>
              <a:t>‹#›</a:t>
            </a:fld>
            <a:endParaRPr lang="en-US" sz="750" b="0" kern="100" cap="all" spc="50">
              <a:solidFill>
                <a:schemeClr val="bg1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13" name="Footer Placeholder 10">
            <a:extLst>
              <a:ext uri="{FF2B5EF4-FFF2-40B4-BE49-F238E27FC236}">
                <a16:creationId xmlns:a16="http://schemas.microsoft.com/office/drawing/2014/main" id="{06FBB67B-C225-476F-A711-BEFAFEE96C6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>
                <a:solidFill>
                  <a:schemeClr val="bg1"/>
                </a:solidFill>
              </a:defRPr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97E22CE-43CD-FA1C-31B6-3962ABFFC97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9448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914BDB0-D240-F701-70DD-46646F26A8F8}"/>
              </a:ext>
            </a:extLst>
          </p:cNvPr>
          <p:cNvSpPr txBox="1"/>
          <p:nvPr userDrawn="1"/>
        </p:nvSpPr>
        <p:spPr>
          <a:xfrm>
            <a:off x="13920953" y="10706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/>
              <a:t>Primary palette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24A4D898-9689-039E-7AFE-A812D331122E}"/>
              </a:ext>
            </a:extLst>
          </p:cNvPr>
          <p:cNvSpPr/>
          <p:nvPr userDrawn="1"/>
        </p:nvSpPr>
        <p:spPr>
          <a:xfrm>
            <a:off x="13959929" y="377353"/>
            <a:ext cx="618392" cy="618392"/>
          </a:xfrm>
          <a:prstGeom prst="ellipse">
            <a:avLst/>
          </a:prstGeom>
          <a:solidFill>
            <a:srgbClr val="E400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4C5A1E5C-1516-653B-5BE7-49C3B0274292}"/>
              </a:ext>
            </a:extLst>
          </p:cNvPr>
          <p:cNvSpPr/>
          <p:nvPr userDrawn="1"/>
        </p:nvSpPr>
        <p:spPr>
          <a:xfrm>
            <a:off x="15084675" y="517318"/>
            <a:ext cx="338462" cy="338462"/>
          </a:xfrm>
          <a:prstGeom prst="ellipse">
            <a:avLst/>
          </a:prstGeom>
          <a:solidFill>
            <a:srgbClr val="F7B2B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C28301E2-98AA-DFAC-9193-3E7C320E98E6}"/>
              </a:ext>
            </a:extLst>
          </p:cNvPr>
          <p:cNvSpPr/>
          <p:nvPr userDrawn="1"/>
        </p:nvSpPr>
        <p:spPr>
          <a:xfrm>
            <a:off x="15584292" y="517318"/>
            <a:ext cx="338462" cy="338462"/>
          </a:xfrm>
          <a:prstGeom prst="ellipse">
            <a:avLst/>
          </a:prstGeom>
          <a:solidFill>
            <a:srgbClr val="F066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186FCB77-2F45-D3A9-4BD3-593000150B48}"/>
              </a:ext>
            </a:extLst>
          </p:cNvPr>
          <p:cNvSpPr/>
          <p:nvPr userDrawn="1"/>
        </p:nvSpPr>
        <p:spPr>
          <a:xfrm>
            <a:off x="16083909" y="517318"/>
            <a:ext cx="338462" cy="338462"/>
          </a:xfrm>
          <a:prstGeom prst="ellipse">
            <a:avLst/>
          </a:prstGeom>
          <a:solidFill>
            <a:srgbClr val="A7002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A45FD1DF-EE63-06D8-1FD2-0826E80B51DF}"/>
              </a:ext>
            </a:extLst>
          </p:cNvPr>
          <p:cNvSpPr/>
          <p:nvPr userDrawn="1"/>
        </p:nvSpPr>
        <p:spPr>
          <a:xfrm>
            <a:off x="16583525" y="517318"/>
            <a:ext cx="338462" cy="338462"/>
          </a:xfrm>
          <a:prstGeom prst="ellipse">
            <a:avLst/>
          </a:prstGeom>
          <a:solidFill>
            <a:srgbClr val="72001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856EEC0-0D51-C721-1418-4CCB31975EA2}"/>
              </a:ext>
            </a:extLst>
          </p:cNvPr>
          <p:cNvSpPr txBox="1"/>
          <p:nvPr userDrawn="1"/>
        </p:nvSpPr>
        <p:spPr>
          <a:xfrm>
            <a:off x="15053447" y="10706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/>
              <a:t>Secondary palette</a:t>
            </a:r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1603D567-3BF7-446C-225B-24D2FEBA6747}"/>
              </a:ext>
            </a:extLst>
          </p:cNvPr>
          <p:cNvSpPr/>
          <p:nvPr userDrawn="1"/>
        </p:nvSpPr>
        <p:spPr>
          <a:xfrm>
            <a:off x="13959929" y="1097294"/>
            <a:ext cx="618392" cy="618392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5A207A79-E112-39B3-CBBB-990FCD85B906}"/>
              </a:ext>
            </a:extLst>
          </p:cNvPr>
          <p:cNvSpPr/>
          <p:nvPr userDrawn="1"/>
        </p:nvSpPr>
        <p:spPr>
          <a:xfrm>
            <a:off x="15084675" y="1237259"/>
            <a:ext cx="338462" cy="338462"/>
          </a:xfrm>
          <a:prstGeom prst="ellipse">
            <a:avLst/>
          </a:prstGeom>
          <a:solidFill>
            <a:srgbClr val="FBE1C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B6A8F32F-5D29-BC58-5A64-E41314EF5227}"/>
              </a:ext>
            </a:extLst>
          </p:cNvPr>
          <p:cNvSpPr/>
          <p:nvPr userDrawn="1"/>
        </p:nvSpPr>
        <p:spPr>
          <a:xfrm>
            <a:off x="15584292" y="1237259"/>
            <a:ext cx="338462" cy="338462"/>
          </a:xfrm>
          <a:prstGeom prst="ellipse">
            <a:avLst/>
          </a:prstGeom>
          <a:solidFill>
            <a:srgbClr val="F7C2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B58FA35B-DF47-FAF0-1ED8-93FE7901F0F2}"/>
              </a:ext>
            </a:extLst>
          </p:cNvPr>
          <p:cNvSpPr/>
          <p:nvPr userDrawn="1"/>
        </p:nvSpPr>
        <p:spPr>
          <a:xfrm>
            <a:off x="16083909" y="1237259"/>
            <a:ext cx="338462" cy="338462"/>
          </a:xfrm>
          <a:prstGeom prst="ellipse">
            <a:avLst/>
          </a:prstGeom>
          <a:solidFill>
            <a:srgbClr val="B2742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48C7EA3D-2C3E-D9FD-ED2C-D748DBCAA9A9}"/>
              </a:ext>
            </a:extLst>
          </p:cNvPr>
          <p:cNvSpPr/>
          <p:nvPr userDrawn="1"/>
        </p:nvSpPr>
        <p:spPr>
          <a:xfrm>
            <a:off x="16583525" y="1237259"/>
            <a:ext cx="338462" cy="338462"/>
          </a:xfrm>
          <a:prstGeom prst="ellipse">
            <a:avLst/>
          </a:prstGeom>
          <a:solidFill>
            <a:srgbClr val="794D1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7D849448-E850-7FB9-A025-2DC8E31FDD50}"/>
              </a:ext>
            </a:extLst>
          </p:cNvPr>
          <p:cNvSpPr/>
          <p:nvPr userDrawn="1"/>
        </p:nvSpPr>
        <p:spPr>
          <a:xfrm>
            <a:off x="13959929" y="1817235"/>
            <a:ext cx="618392" cy="6183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550D6F5F-EB08-0000-786F-F72881ABBB09}"/>
              </a:ext>
            </a:extLst>
          </p:cNvPr>
          <p:cNvSpPr/>
          <p:nvPr userDrawn="1"/>
        </p:nvSpPr>
        <p:spPr>
          <a:xfrm>
            <a:off x="15084675" y="1957200"/>
            <a:ext cx="338462" cy="338462"/>
          </a:xfrm>
          <a:prstGeom prst="ellipse">
            <a:avLst/>
          </a:prstGeom>
          <a:solidFill>
            <a:srgbClr val="B7C6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45E65B7E-8317-F72A-94CA-BCBE45DC8966}"/>
              </a:ext>
            </a:extLst>
          </p:cNvPr>
          <p:cNvSpPr/>
          <p:nvPr userDrawn="1"/>
        </p:nvSpPr>
        <p:spPr>
          <a:xfrm>
            <a:off x="15584292" y="1957200"/>
            <a:ext cx="338462" cy="338462"/>
          </a:xfrm>
          <a:prstGeom prst="ellipse">
            <a:avLst/>
          </a:prstGeom>
          <a:solidFill>
            <a:srgbClr val="6E8D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6B409922-8A08-83A1-5EF5-B09833D96980}"/>
              </a:ext>
            </a:extLst>
          </p:cNvPr>
          <p:cNvSpPr/>
          <p:nvPr userDrawn="1"/>
        </p:nvSpPr>
        <p:spPr>
          <a:xfrm>
            <a:off x="16083909" y="1957200"/>
            <a:ext cx="338462" cy="338462"/>
          </a:xfrm>
          <a:prstGeom prst="ellipse">
            <a:avLst/>
          </a:prstGeom>
          <a:solidFill>
            <a:srgbClr val="0B31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31CE7AE3-A0C8-1F16-CF00-C28EACBDCDFA}"/>
              </a:ext>
            </a:extLst>
          </p:cNvPr>
          <p:cNvSpPr/>
          <p:nvPr userDrawn="1"/>
        </p:nvSpPr>
        <p:spPr>
          <a:xfrm>
            <a:off x="16583525" y="1957200"/>
            <a:ext cx="338462" cy="338462"/>
          </a:xfrm>
          <a:prstGeom prst="ellipse">
            <a:avLst/>
          </a:prstGeom>
          <a:solidFill>
            <a:srgbClr val="07215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5C6E1D76-2EC5-139E-50CD-AEC19DCF11ED}"/>
              </a:ext>
            </a:extLst>
          </p:cNvPr>
          <p:cNvSpPr/>
          <p:nvPr userDrawn="1"/>
        </p:nvSpPr>
        <p:spPr>
          <a:xfrm>
            <a:off x="13959929" y="2537176"/>
            <a:ext cx="618392" cy="618392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96C44E37-220F-497E-CD8C-9FD2ABCEDA5D}"/>
              </a:ext>
            </a:extLst>
          </p:cNvPr>
          <p:cNvSpPr/>
          <p:nvPr userDrawn="1"/>
        </p:nvSpPr>
        <p:spPr>
          <a:xfrm>
            <a:off x="15084675" y="2677141"/>
            <a:ext cx="338462" cy="338462"/>
          </a:xfrm>
          <a:prstGeom prst="ellipse">
            <a:avLst/>
          </a:prstGeom>
          <a:solidFill>
            <a:srgbClr val="E6BE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6292873B-CCBA-3489-FFBD-9A6E09349575}"/>
              </a:ext>
            </a:extLst>
          </p:cNvPr>
          <p:cNvSpPr/>
          <p:nvPr userDrawn="1"/>
        </p:nvSpPr>
        <p:spPr>
          <a:xfrm>
            <a:off x="15584292" y="2677141"/>
            <a:ext cx="338462" cy="338462"/>
          </a:xfrm>
          <a:prstGeom prst="ellipse">
            <a:avLst/>
          </a:prstGeom>
          <a:solidFill>
            <a:srgbClr val="CD7DB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2E89B407-FB13-B2E6-7708-359E19AADEAD}"/>
              </a:ext>
            </a:extLst>
          </p:cNvPr>
          <p:cNvSpPr/>
          <p:nvPr userDrawn="1"/>
        </p:nvSpPr>
        <p:spPr>
          <a:xfrm>
            <a:off x="16083909" y="2677141"/>
            <a:ext cx="338462" cy="338462"/>
          </a:xfrm>
          <a:prstGeom prst="ellipse">
            <a:avLst/>
          </a:prstGeom>
          <a:solidFill>
            <a:srgbClr val="801D6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12DB3466-E3BA-A4C4-2AE0-DED59AD95466}"/>
              </a:ext>
            </a:extLst>
          </p:cNvPr>
          <p:cNvSpPr/>
          <p:nvPr userDrawn="1"/>
        </p:nvSpPr>
        <p:spPr>
          <a:xfrm>
            <a:off x="16583525" y="2677141"/>
            <a:ext cx="338462" cy="338462"/>
          </a:xfrm>
          <a:prstGeom prst="ellipse">
            <a:avLst/>
          </a:prstGeom>
          <a:solidFill>
            <a:srgbClr val="5614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12D6C8F4-1CDB-CE5C-6EBF-5F30618F6B2F}"/>
              </a:ext>
            </a:extLst>
          </p:cNvPr>
          <p:cNvSpPr/>
          <p:nvPr userDrawn="1"/>
        </p:nvSpPr>
        <p:spPr>
          <a:xfrm>
            <a:off x="13959929" y="3257117"/>
            <a:ext cx="618392" cy="61839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5" name="Oval 84">
            <a:extLst>
              <a:ext uri="{FF2B5EF4-FFF2-40B4-BE49-F238E27FC236}">
                <a16:creationId xmlns:a16="http://schemas.microsoft.com/office/drawing/2014/main" id="{ACF4BD81-128F-1875-5689-DAB1D5FA53B4}"/>
              </a:ext>
            </a:extLst>
          </p:cNvPr>
          <p:cNvSpPr/>
          <p:nvPr userDrawn="1"/>
        </p:nvSpPr>
        <p:spPr>
          <a:xfrm>
            <a:off x="15084675" y="3397082"/>
            <a:ext cx="338462" cy="338462"/>
          </a:xfrm>
          <a:prstGeom prst="ellipse">
            <a:avLst/>
          </a:prstGeom>
          <a:solidFill>
            <a:srgbClr val="B2DFC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EDEAA2DD-4B40-782D-8EB5-B5E229AE42B5}"/>
              </a:ext>
            </a:extLst>
          </p:cNvPr>
          <p:cNvSpPr/>
          <p:nvPr userDrawn="1"/>
        </p:nvSpPr>
        <p:spPr>
          <a:xfrm>
            <a:off x="15584292" y="3397082"/>
            <a:ext cx="338462" cy="338462"/>
          </a:xfrm>
          <a:prstGeom prst="ellipse">
            <a:avLst/>
          </a:prstGeom>
          <a:solidFill>
            <a:srgbClr val="66C0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08DB4D9D-9DE4-2582-1C96-791031A68666}"/>
              </a:ext>
            </a:extLst>
          </p:cNvPr>
          <p:cNvSpPr/>
          <p:nvPr userDrawn="1"/>
        </p:nvSpPr>
        <p:spPr>
          <a:xfrm>
            <a:off x="16083909" y="3397082"/>
            <a:ext cx="338462" cy="338462"/>
          </a:xfrm>
          <a:prstGeom prst="ellipse">
            <a:avLst/>
          </a:prstGeom>
          <a:solidFill>
            <a:srgbClr val="0071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B4C7236A-0757-BA6E-2831-9AF844ED4746}"/>
              </a:ext>
            </a:extLst>
          </p:cNvPr>
          <p:cNvSpPr/>
          <p:nvPr userDrawn="1"/>
        </p:nvSpPr>
        <p:spPr>
          <a:xfrm>
            <a:off x="16583525" y="3397082"/>
            <a:ext cx="338462" cy="338462"/>
          </a:xfrm>
          <a:prstGeom prst="ellipse">
            <a:avLst/>
          </a:prstGeom>
          <a:solidFill>
            <a:srgbClr val="004B1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19A9ADF0-10E0-2DBC-B14A-57BB8B9A0B53}"/>
              </a:ext>
            </a:extLst>
          </p:cNvPr>
          <p:cNvSpPr/>
          <p:nvPr userDrawn="1"/>
        </p:nvSpPr>
        <p:spPr>
          <a:xfrm>
            <a:off x="13959929" y="3977058"/>
            <a:ext cx="618392" cy="6183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17BD0677-BF0B-DB9A-5FF8-D71EFB4FBE28}"/>
              </a:ext>
            </a:extLst>
          </p:cNvPr>
          <p:cNvSpPr/>
          <p:nvPr userDrawn="1"/>
        </p:nvSpPr>
        <p:spPr>
          <a:xfrm>
            <a:off x="15084675" y="4117023"/>
            <a:ext cx="338462" cy="338462"/>
          </a:xfrm>
          <a:prstGeom prst="ellipse">
            <a:avLst/>
          </a:prstGeom>
          <a:solidFill>
            <a:srgbClr val="D0BC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A2DC30E1-4206-DE1B-04B5-A89E5D18A29C}"/>
              </a:ext>
            </a:extLst>
          </p:cNvPr>
          <p:cNvSpPr/>
          <p:nvPr userDrawn="1"/>
        </p:nvSpPr>
        <p:spPr>
          <a:xfrm>
            <a:off x="15584292" y="4117023"/>
            <a:ext cx="338462" cy="338462"/>
          </a:xfrm>
          <a:prstGeom prst="ellipse">
            <a:avLst/>
          </a:prstGeom>
          <a:solidFill>
            <a:srgbClr val="A17AB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64F32370-3350-CE25-6CCC-4E4D7E6A83A9}"/>
              </a:ext>
            </a:extLst>
          </p:cNvPr>
          <p:cNvSpPr/>
          <p:nvPr userDrawn="1"/>
        </p:nvSpPr>
        <p:spPr>
          <a:xfrm>
            <a:off x="16083909" y="4117023"/>
            <a:ext cx="338462" cy="338462"/>
          </a:xfrm>
          <a:prstGeom prst="ellipse">
            <a:avLst/>
          </a:prstGeom>
          <a:solidFill>
            <a:srgbClr val="3813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F3BCFE56-471F-CB15-237E-95A72FE1101D}"/>
              </a:ext>
            </a:extLst>
          </p:cNvPr>
          <p:cNvSpPr/>
          <p:nvPr userDrawn="1"/>
        </p:nvSpPr>
        <p:spPr>
          <a:xfrm>
            <a:off x="16583525" y="4117023"/>
            <a:ext cx="338462" cy="338462"/>
          </a:xfrm>
          <a:prstGeom prst="ellipse">
            <a:avLst/>
          </a:prstGeom>
          <a:solidFill>
            <a:srgbClr val="250D3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FE2E28C4-519A-5B7B-4C37-08DE031A8D67}"/>
              </a:ext>
            </a:extLst>
          </p:cNvPr>
          <p:cNvSpPr/>
          <p:nvPr userDrawn="1"/>
        </p:nvSpPr>
        <p:spPr>
          <a:xfrm>
            <a:off x="13959929" y="4652930"/>
            <a:ext cx="618392" cy="618392"/>
          </a:xfrm>
          <a:prstGeom prst="ellipse">
            <a:avLst/>
          </a:prstGeom>
          <a:solidFill>
            <a:srgbClr val="007B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1E7EF62F-7CA9-5EF0-E73F-09CF62920A4F}"/>
              </a:ext>
            </a:extLst>
          </p:cNvPr>
          <p:cNvSpPr/>
          <p:nvPr userDrawn="1"/>
        </p:nvSpPr>
        <p:spPr>
          <a:xfrm>
            <a:off x="15084675" y="4836963"/>
            <a:ext cx="338462" cy="338462"/>
          </a:xfrm>
          <a:prstGeom prst="ellipse">
            <a:avLst/>
          </a:prstGeom>
          <a:solidFill>
            <a:srgbClr val="B2D7E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6" name="Oval 95">
            <a:extLst>
              <a:ext uri="{FF2B5EF4-FFF2-40B4-BE49-F238E27FC236}">
                <a16:creationId xmlns:a16="http://schemas.microsoft.com/office/drawing/2014/main" id="{41F8EC05-F3F8-6A11-7657-D650F8054E10}"/>
              </a:ext>
            </a:extLst>
          </p:cNvPr>
          <p:cNvSpPr/>
          <p:nvPr userDrawn="1"/>
        </p:nvSpPr>
        <p:spPr>
          <a:xfrm>
            <a:off x="15584292" y="4836963"/>
            <a:ext cx="338462" cy="338462"/>
          </a:xfrm>
          <a:prstGeom prst="ellipse">
            <a:avLst/>
          </a:prstGeom>
          <a:solidFill>
            <a:srgbClr val="66AF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84930CD6-798F-D699-D739-7F33B9336CAA}"/>
              </a:ext>
            </a:extLst>
          </p:cNvPr>
          <p:cNvSpPr/>
          <p:nvPr userDrawn="1"/>
        </p:nvSpPr>
        <p:spPr>
          <a:xfrm>
            <a:off x="16083909" y="4836963"/>
            <a:ext cx="338462" cy="338462"/>
          </a:xfrm>
          <a:prstGeom prst="ellipse">
            <a:avLst/>
          </a:prstGeom>
          <a:solidFill>
            <a:srgbClr val="005C8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8" name="Oval 97">
            <a:extLst>
              <a:ext uri="{FF2B5EF4-FFF2-40B4-BE49-F238E27FC236}">
                <a16:creationId xmlns:a16="http://schemas.microsoft.com/office/drawing/2014/main" id="{9FD59C18-03BE-028C-032C-B810749F6CA4}"/>
              </a:ext>
            </a:extLst>
          </p:cNvPr>
          <p:cNvSpPr/>
          <p:nvPr userDrawn="1"/>
        </p:nvSpPr>
        <p:spPr>
          <a:xfrm>
            <a:off x="16583525" y="4836963"/>
            <a:ext cx="338462" cy="338462"/>
          </a:xfrm>
          <a:prstGeom prst="ellipse">
            <a:avLst/>
          </a:prstGeom>
          <a:solidFill>
            <a:srgbClr val="003D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042625C4-8FB7-6627-1837-6D2F51D74CA1}"/>
              </a:ext>
            </a:extLst>
          </p:cNvPr>
          <p:cNvSpPr txBox="1"/>
          <p:nvPr userDrawn="1"/>
        </p:nvSpPr>
        <p:spPr>
          <a:xfrm>
            <a:off x="13920953" y="570792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/>
              <a:t>Product Group Colors</a:t>
            </a:r>
          </a:p>
        </p:txBody>
      </p: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C5841FB5-1DD5-63D7-C8A2-7F99E4F0BDBF}"/>
              </a:ext>
            </a:extLst>
          </p:cNvPr>
          <p:cNvCxnSpPr>
            <a:cxnSpLocks/>
          </p:cNvCxnSpPr>
          <p:nvPr userDrawn="1"/>
        </p:nvCxnSpPr>
        <p:spPr>
          <a:xfrm>
            <a:off x="13920953" y="5583284"/>
            <a:ext cx="3109779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38FFA635-9DD0-4785-CBE4-B744326CAF8F}"/>
              </a:ext>
            </a:extLst>
          </p:cNvPr>
          <p:cNvCxnSpPr>
            <a:cxnSpLocks/>
          </p:cNvCxnSpPr>
          <p:nvPr userDrawn="1"/>
        </p:nvCxnSpPr>
        <p:spPr>
          <a:xfrm>
            <a:off x="13920953" y="0"/>
            <a:ext cx="907751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3FCA62D5-9028-BC3A-2FEF-5A87C027A6E4}"/>
              </a:ext>
            </a:extLst>
          </p:cNvPr>
          <p:cNvCxnSpPr>
            <a:cxnSpLocks/>
          </p:cNvCxnSpPr>
          <p:nvPr userDrawn="1"/>
        </p:nvCxnSpPr>
        <p:spPr>
          <a:xfrm>
            <a:off x="15040681" y="0"/>
            <a:ext cx="1963661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Rectangle 102">
            <a:extLst>
              <a:ext uri="{FF2B5EF4-FFF2-40B4-BE49-F238E27FC236}">
                <a16:creationId xmlns:a16="http://schemas.microsoft.com/office/drawing/2014/main" id="{168E6D48-340E-2E5A-15F8-FDEE84C70577}"/>
              </a:ext>
            </a:extLst>
          </p:cNvPr>
          <p:cNvSpPr/>
          <p:nvPr userDrawn="1"/>
        </p:nvSpPr>
        <p:spPr>
          <a:xfrm>
            <a:off x="14716831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>
                <a:solidFill>
                  <a:schemeClr val="tx1"/>
                </a:solidFill>
                <a:latin typeface="+mn-lt"/>
              </a:rPr>
              <a:t>BIG-IP Next</a:t>
            </a:r>
          </a:p>
        </p:txBody>
      </p:sp>
      <p:sp>
        <p:nvSpPr>
          <p:cNvPr id="104" name="Oval 103">
            <a:extLst>
              <a:ext uri="{FF2B5EF4-FFF2-40B4-BE49-F238E27FC236}">
                <a16:creationId xmlns:a16="http://schemas.microsoft.com/office/drawing/2014/main" id="{37236FFA-56B8-E8D9-F78E-070711EC4F85}"/>
              </a:ext>
            </a:extLst>
          </p:cNvPr>
          <p:cNvSpPr/>
          <p:nvPr userDrawn="1"/>
        </p:nvSpPr>
        <p:spPr>
          <a:xfrm>
            <a:off x="14804987" y="6024739"/>
            <a:ext cx="338462" cy="338462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17E23800-066E-03FF-1D54-1F290C13A1B8}"/>
              </a:ext>
            </a:extLst>
          </p:cNvPr>
          <p:cNvSpPr/>
          <p:nvPr userDrawn="1"/>
        </p:nvSpPr>
        <p:spPr>
          <a:xfrm>
            <a:off x="13843869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>
                <a:solidFill>
                  <a:schemeClr val="tx1"/>
                </a:solidFill>
                <a:latin typeface="+mn-lt"/>
              </a:rPr>
              <a:t>Distributed Cloud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2CDEA379-0FB4-ACA8-5C40-251B5DB7AD8D}"/>
              </a:ext>
            </a:extLst>
          </p:cNvPr>
          <p:cNvSpPr/>
          <p:nvPr userDrawn="1"/>
        </p:nvSpPr>
        <p:spPr>
          <a:xfrm>
            <a:off x="15568415" y="6388493"/>
            <a:ext cx="91440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000" kern="100">
                <a:solidFill>
                  <a:schemeClr val="tx1"/>
                </a:solidFill>
                <a:latin typeface="+mn-lt"/>
              </a:rPr>
              <a:t>BIG-IP</a:t>
            </a:r>
          </a:p>
        </p:txBody>
      </p:sp>
      <p:sp>
        <p:nvSpPr>
          <p:cNvPr id="107" name="Oval 106">
            <a:extLst>
              <a:ext uri="{FF2B5EF4-FFF2-40B4-BE49-F238E27FC236}">
                <a16:creationId xmlns:a16="http://schemas.microsoft.com/office/drawing/2014/main" id="{BD6F3062-2DA1-0FA4-95D1-7002B5BE16BC}"/>
              </a:ext>
            </a:extLst>
          </p:cNvPr>
          <p:cNvSpPr/>
          <p:nvPr userDrawn="1"/>
        </p:nvSpPr>
        <p:spPr>
          <a:xfrm>
            <a:off x="13916887" y="6024739"/>
            <a:ext cx="338462" cy="33846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108" name="Oval 107">
            <a:extLst>
              <a:ext uri="{FF2B5EF4-FFF2-40B4-BE49-F238E27FC236}">
                <a16:creationId xmlns:a16="http://schemas.microsoft.com/office/drawing/2014/main" id="{AF7ABD94-3142-1E5C-59FB-A30B1A24F952}"/>
              </a:ext>
            </a:extLst>
          </p:cNvPr>
          <p:cNvSpPr/>
          <p:nvPr userDrawn="1"/>
        </p:nvSpPr>
        <p:spPr>
          <a:xfrm>
            <a:off x="15702617" y="6024739"/>
            <a:ext cx="338462" cy="33846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73BF0527-FA56-23BB-95DA-4B842BCD98D4}"/>
              </a:ext>
            </a:extLst>
          </p:cNvPr>
          <p:cNvSpPr/>
          <p:nvPr userDrawn="1"/>
        </p:nvSpPr>
        <p:spPr>
          <a:xfrm>
            <a:off x="16491659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>
                <a:solidFill>
                  <a:schemeClr val="tx1"/>
                </a:solidFill>
                <a:latin typeface="+mn-lt"/>
              </a:rPr>
              <a:t>NGINX </a:t>
            </a:r>
          </a:p>
        </p:txBody>
      </p:sp>
      <p:sp>
        <p:nvSpPr>
          <p:cNvPr id="110" name="Oval 109">
            <a:extLst>
              <a:ext uri="{FF2B5EF4-FFF2-40B4-BE49-F238E27FC236}">
                <a16:creationId xmlns:a16="http://schemas.microsoft.com/office/drawing/2014/main" id="{0E2A2E80-DC15-4064-8CA2-F80DAB49450F}"/>
              </a:ext>
            </a:extLst>
          </p:cNvPr>
          <p:cNvSpPr/>
          <p:nvPr userDrawn="1"/>
        </p:nvSpPr>
        <p:spPr>
          <a:xfrm>
            <a:off x="16590717" y="6024739"/>
            <a:ext cx="338462" cy="33846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572788644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: Shape 5">
            <a:extLst>
              <a:ext uri="{FF2B5EF4-FFF2-40B4-BE49-F238E27FC236}">
                <a16:creationId xmlns:a16="http://schemas.microsoft.com/office/drawing/2014/main" id="{CED9A867-C5AA-2B74-C729-7D33289C939C}"/>
              </a:ext>
            </a:extLst>
          </p:cNvPr>
          <p:cNvSpPr/>
          <p:nvPr userDrawn="1"/>
        </p:nvSpPr>
        <p:spPr>
          <a:xfrm>
            <a:off x="1626123" y="96982"/>
            <a:ext cx="8939754" cy="6761018"/>
          </a:xfrm>
          <a:custGeom>
            <a:avLst/>
            <a:gdLst>
              <a:gd name="connsiteX0" fmla="*/ 1503815 w 8939754"/>
              <a:gd name="connsiteY0" fmla="*/ 0 h 6766560"/>
              <a:gd name="connsiteX1" fmla="*/ 7435940 w 8939754"/>
              <a:gd name="connsiteY1" fmla="*/ 0 h 6766560"/>
              <a:gd name="connsiteX2" fmla="*/ 7630557 w 8939754"/>
              <a:gd name="connsiteY2" fmla="*/ 176881 h 6766560"/>
              <a:gd name="connsiteX3" fmla="*/ 8939754 w 8939754"/>
              <a:gd name="connsiteY3" fmla="*/ 3337560 h 6766560"/>
              <a:gd name="connsiteX4" fmla="*/ 7475321 w 8939754"/>
              <a:gd name="connsiteY4" fmla="*/ 6646243 h 6766560"/>
              <a:gd name="connsiteX5" fmla="*/ 7336423 w 8939754"/>
              <a:gd name="connsiteY5" fmla="*/ 6766560 h 6766560"/>
              <a:gd name="connsiteX6" fmla="*/ 1603331 w 8939754"/>
              <a:gd name="connsiteY6" fmla="*/ 6766560 h 6766560"/>
              <a:gd name="connsiteX7" fmla="*/ 1464433 w 8939754"/>
              <a:gd name="connsiteY7" fmla="*/ 6646243 h 6766560"/>
              <a:gd name="connsiteX8" fmla="*/ 0 w 8939754"/>
              <a:gd name="connsiteY8" fmla="*/ 3337560 h 6766560"/>
              <a:gd name="connsiteX9" fmla="*/ 1309197 w 8939754"/>
              <a:gd name="connsiteY9" fmla="*/ 176881 h 67665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939754" h="6766560">
                <a:moveTo>
                  <a:pt x="1503815" y="0"/>
                </a:moveTo>
                <a:lnTo>
                  <a:pt x="7435940" y="0"/>
                </a:lnTo>
                <a:lnTo>
                  <a:pt x="7630557" y="176881"/>
                </a:lnTo>
                <a:cubicBezTo>
                  <a:pt x="8439446" y="985769"/>
                  <a:pt x="8939754" y="2103238"/>
                  <a:pt x="8939754" y="3337560"/>
                </a:cubicBezTo>
                <a:cubicBezTo>
                  <a:pt x="8939754" y="4649027"/>
                  <a:pt x="8374953" y="5828578"/>
                  <a:pt x="7475321" y="6646243"/>
                </a:cubicBezTo>
                <a:lnTo>
                  <a:pt x="7336423" y="6766560"/>
                </a:lnTo>
                <a:lnTo>
                  <a:pt x="1603331" y="6766560"/>
                </a:lnTo>
                <a:lnTo>
                  <a:pt x="1464433" y="6646243"/>
                </a:lnTo>
                <a:cubicBezTo>
                  <a:pt x="564801" y="5828578"/>
                  <a:pt x="0" y="4649027"/>
                  <a:pt x="0" y="3337560"/>
                </a:cubicBezTo>
                <a:cubicBezTo>
                  <a:pt x="0" y="2103238"/>
                  <a:pt x="500308" y="985769"/>
                  <a:pt x="1309197" y="176881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US" kern="10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F1543B27-30F5-49F3-A344-80EEF4BE7A1D}"/>
              </a:ext>
            </a:extLst>
          </p:cNvPr>
          <p:cNvSpPr>
            <a:spLocks noGrp="1"/>
          </p:cNvSpPr>
          <p:nvPr>
            <p:ph idx="1"/>
          </p:nvPr>
        </p:nvSpPr>
        <p:spPr bwMode="black">
          <a:xfrm>
            <a:off x="457199" y="457200"/>
            <a:ext cx="11273866" cy="5788152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lang="en-US" sz="4000" b="1" kern="100" spc="-100" baseline="0" dirty="0">
                <a:solidFill>
                  <a:schemeClr val="tx1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0" indent="0" algn="ctr">
              <a:lnSpc>
                <a:spcPct val="85000"/>
              </a:lnSpc>
              <a:spcBef>
                <a:spcPts val="1200"/>
              </a:spcBef>
              <a:buFont typeface="Arial" panose="020B0604020202020204" pitchFamily="34" charset="0"/>
              <a:buNone/>
              <a:defRPr lang="en-US" sz="1800" b="1" kern="100" cap="none" spc="-20" baseline="0" dirty="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000" b="0" cap="none" baseline="0">
                <a:solidFill>
                  <a:schemeClr val="bg1"/>
                </a:solidFill>
                <a:latin typeface="+mj-lt"/>
              </a:defRPr>
            </a:lvl3pPr>
            <a:lvl4pPr marL="342900" indent="-34290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000" b="0" cap="none" baseline="0">
                <a:solidFill>
                  <a:schemeClr val="bg1"/>
                </a:solidFill>
                <a:latin typeface="+mj-lt"/>
              </a:defRPr>
            </a:lvl4pPr>
            <a:lvl5pPr marL="342900" indent="-34290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000" b="0" cap="none" baseline="0">
                <a:solidFill>
                  <a:schemeClr val="bg1"/>
                </a:solidFill>
                <a:latin typeface="+mj-lt"/>
              </a:defRPr>
            </a:lvl5pPr>
            <a:lvl6pPr marL="285750" indent="-28575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200" b="0" cap="none" baseline="0">
                <a:solidFill>
                  <a:schemeClr val="bg1"/>
                </a:solidFill>
                <a:latin typeface="+mj-lt"/>
              </a:defRPr>
            </a:lvl6pPr>
            <a:lvl7pPr marL="285750" indent="-28575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200" b="0" cap="none" baseline="0">
                <a:solidFill>
                  <a:schemeClr val="bg1"/>
                </a:solidFill>
                <a:latin typeface="+mj-lt"/>
              </a:defRPr>
            </a:lvl7pPr>
            <a:lvl8pPr marL="285750" indent="-28575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200" b="0" cap="none" baseline="0">
                <a:solidFill>
                  <a:schemeClr val="bg1"/>
                </a:solidFill>
                <a:latin typeface="+mj-lt"/>
              </a:defRPr>
            </a:lvl8pPr>
            <a:lvl9pPr marL="285750" indent="-28575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200" b="0" cap="none" baseline="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266896232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Statement Colo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F1543B27-30F5-49F3-A344-80EEF4BE7A1D}"/>
              </a:ext>
            </a:extLst>
          </p:cNvPr>
          <p:cNvSpPr>
            <a:spLocks noGrp="1"/>
          </p:cNvSpPr>
          <p:nvPr>
            <p:ph idx="1"/>
          </p:nvPr>
        </p:nvSpPr>
        <p:spPr bwMode="black">
          <a:xfrm>
            <a:off x="456241" y="457200"/>
            <a:ext cx="11273866" cy="5787813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2400"/>
              </a:spcBef>
              <a:spcAft>
                <a:spcPts val="600"/>
              </a:spcAft>
              <a:buFont typeface="Arial" panose="020B0604020202020204" pitchFamily="34" charset="0"/>
              <a:buChar char="​"/>
              <a:defRPr lang="en-US" sz="4000" b="1" kern="100" spc="-100" baseline="0" dirty="0">
                <a:solidFill>
                  <a:schemeClr val="bg1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0" indent="0" algn="ctr">
              <a:lnSpc>
                <a:spcPct val="85000"/>
              </a:lnSpc>
              <a:spcBef>
                <a:spcPts val="1200"/>
              </a:spcBef>
              <a:buFont typeface="Arial" panose="020B0604020202020204" pitchFamily="34" charset="0"/>
              <a:buNone/>
              <a:defRPr lang="en-US" sz="1800" b="1" kern="100" cap="none" spc="-20" baseline="0" dirty="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000" b="0" cap="none" baseline="0">
                <a:solidFill>
                  <a:schemeClr val="bg1"/>
                </a:solidFill>
                <a:latin typeface="+mj-lt"/>
              </a:defRPr>
            </a:lvl3pPr>
            <a:lvl4pPr marL="342900" indent="-34290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000" b="0" cap="none" baseline="0">
                <a:solidFill>
                  <a:schemeClr val="bg1"/>
                </a:solidFill>
                <a:latin typeface="+mj-lt"/>
              </a:defRPr>
            </a:lvl4pPr>
            <a:lvl5pPr marL="342900" indent="-34290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000" b="0" cap="none" baseline="0">
                <a:solidFill>
                  <a:schemeClr val="bg1"/>
                </a:solidFill>
                <a:latin typeface="+mj-lt"/>
              </a:defRPr>
            </a:lvl5pPr>
            <a:lvl6pPr marL="285750" indent="-28575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200" b="0" cap="none" baseline="0">
                <a:solidFill>
                  <a:schemeClr val="bg1"/>
                </a:solidFill>
                <a:latin typeface="+mj-lt"/>
              </a:defRPr>
            </a:lvl6pPr>
            <a:lvl7pPr marL="285750" indent="-28575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200" b="0" cap="none" baseline="0">
                <a:solidFill>
                  <a:schemeClr val="bg1"/>
                </a:solidFill>
                <a:latin typeface="+mj-lt"/>
              </a:defRPr>
            </a:lvl7pPr>
            <a:lvl8pPr marL="285750" indent="-28575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200" b="0" cap="none" baseline="0">
                <a:solidFill>
                  <a:schemeClr val="bg1"/>
                </a:solidFill>
                <a:latin typeface="+mj-lt"/>
              </a:defRPr>
            </a:lvl8pPr>
            <a:lvl9pPr marL="285750" indent="-28575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200" b="0" cap="none" baseline="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11" name="Group 22">
            <a:extLst>
              <a:ext uri="{FF2B5EF4-FFF2-40B4-BE49-F238E27FC236}">
                <a16:creationId xmlns:a16="http://schemas.microsoft.com/office/drawing/2014/main" id="{1878E37C-3C29-44E8-B49D-D2652F4B7D3E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11489503" y="6431001"/>
            <a:ext cx="245297" cy="245297"/>
            <a:chOff x="5266" y="0"/>
            <a:chExt cx="733" cy="733"/>
          </a:xfrm>
          <a:solidFill>
            <a:schemeClr val="bg1"/>
          </a:solidFill>
        </p:grpSpPr>
        <p:sp>
          <p:nvSpPr>
            <p:cNvPr id="12" name="Freeform 24">
              <a:extLst>
                <a:ext uri="{FF2B5EF4-FFF2-40B4-BE49-F238E27FC236}">
                  <a16:creationId xmlns:a16="http://schemas.microsoft.com/office/drawing/2014/main" id="{618EA69F-F932-45A1-AAC9-A354486380BE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360" y="611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73737"/>
                </a:solidFill>
                <a:effectLst/>
                <a:uLnTx/>
                <a:uFillTx/>
                <a:latin typeface="Arial Narrow"/>
                <a:ea typeface="+mn-ea"/>
                <a:cs typeface="+mn-cs"/>
              </a:endParaRPr>
            </a:p>
          </p:txBody>
        </p:sp>
        <p:sp>
          <p:nvSpPr>
            <p:cNvPr id="13" name="Freeform 25">
              <a:extLst>
                <a:ext uri="{FF2B5EF4-FFF2-40B4-BE49-F238E27FC236}">
                  <a16:creationId xmlns:a16="http://schemas.microsoft.com/office/drawing/2014/main" id="{B172FB41-6BDA-443B-9F1F-EBAC0E0C6744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5911" y="645"/>
              <a:ext cx="55" cy="55"/>
            </a:xfrm>
            <a:custGeom>
              <a:avLst/>
              <a:gdLst>
                <a:gd name="T0" fmla="*/ 277 w 345"/>
                <a:gd name="T1" fmla="*/ 68 h 345"/>
                <a:gd name="T2" fmla="*/ 320 w 345"/>
                <a:gd name="T3" fmla="*/ 172 h 345"/>
                <a:gd name="T4" fmla="*/ 277 w 345"/>
                <a:gd name="T5" fmla="*/ 278 h 345"/>
                <a:gd name="T6" fmla="*/ 172 w 345"/>
                <a:gd name="T7" fmla="*/ 322 h 345"/>
                <a:gd name="T8" fmla="*/ 67 w 345"/>
                <a:gd name="T9" fmla="*/ 278 h 345"/>
                <a:gd name="T10" fmla="*/ 24 w 345"/>
                <a:gd name="T11" fmla="*/ 172 h 345"/>
                <a:gd name="T12" fmla="*/ 67 w 345"/>
                <a:gd name="T13" fmla="*/ 68 h 345"/>
                <a:gd name="T14" fmla="*/ 172 w 345"/>
                <a:gd name="T15" fmla="*/ 23 h 345"/>
                <a:gd name="T16" fmla="*/ 277 w 345"/>
                <a:gd name="T17" fmla="*/ 68 h 345"/>
                <a:gd name="T18" fmla="*/ 295 w 345"/>
                <a:gd name="T19" fmla="*/ 50 h 345"/>
                <a:gd name="T20" fmla="*/ 172 w 345"/>
                <a:gd name="T21" fmla="*/ 0 h 345"/>
                <a:gd name="T22" fmla="*/ 51 w 345"/>
                <a:gd name="T23" fmla="*/ 50 h 345"/>
                <a:gd name="T24" fmla="*/ 0 w 345"/>
                <a:gd name="T25" fmla="*/ 172 h 345"/>
                <a:gd name="T26" fmla="*/ 50 w 345"/>
                <a:gd name="T27" fmla="*/ 295 h 345"/>
                <a:gd name="T28" fmla="*/ 172 w 345"/>
                <a:gd name="T29" fmla="*/ 345 h 345"/>
                <a:gd name="T30" fmla="*/ 295 w 345"/>
                <a:gd name="T31" fmla="*/ 295 h 345"/>
                <a:gd name="T32" fmla="*/ 345 w 345"/>
                <a:gd name="T33" fmla="*/ 172 h 345"/>
                <a:gd name="T34" fmla="*/ 295 w 345"/>
                <a:gd name="T35" fmla="*/ 50 h 345"/>
                <a:gd name="T36" fmla="*/ 198 w 345"/>
                <a:gd name="T37" fmla="*/ 164 h 345"/>
                <a:gd name="T38" fmla="*/ 166 w 345"/>
                <a:gd name="T39" fmla="*/ 168 h 345"/>
                <a:gd name="T40" fmla="*/ 136 w 345"/>
                <a:gd name="T41" fmla="*/ 168 h 345"/>
                <a:gd name="T42" fmla="*/ 136 w 345"/>
                <a:gd name="T43" fmla="*/ 100 h 345"/>
                <a:gd name="T44" fmla="*/ 164 w 345"/>
                <a:gd name="T45" fmla="*/ 100 h 345"/>
                <a:gd name="T46" fmla="*/ 205 w 345"/>
                <a:gd name="T47" fmla="*/ 107 h 345"/>
                <a:gd name="T48" fmla="*/ 217 w 345"/>
                <a:gd name="T49" fmla="*/ 134 h 345"/>
                <a:gd name="T50" fmla="*/ 198 w 345"/>
                <a:gd name="T51" fmla="*/ 164 h 345"/>
                <a:gd name="T52" fmla="*/ 103 w 345"/>
                <a:gd name="T53" fmla="*/ 266 h 345"/>
                <a:gd name="T54" fmla="*/ 136 w 345"/>
                <a:gd name="T55" fmla="*/ 266 h 345"/>
                <a:gd name="T56" fmla="*/ 136 w 345"/>
                <a:gd name="T57" fmla="*/ 192 h 345"/>
                <a:gd name="T58" fmla="*/ 162 w 345"/>
                <a:gd name="T59" fmla="*/ 192 h 345"/>
                <a:gd name="T60" fmla="*/ 200 w 345"/>
                <a:gd name="T61" fmla="*/ 198 h 345"/>
                <a:gd name="T62" fmla="*/ 217 w 345"/>
                <a:gd name="T63" fmla="*/ 241 h 345"/>
                <a:gd name="T64" fmla="*/ 217 w 345"/>
                <a:gd name="T65" fmla="*/ 256 h 345"/>
                <a:gd name="T66" fmla="*/ 218 w 345"/>
                <a:gd name="T67" fmla="*/ 262 h 345"/>
                <a:gd name="T68" fmla="*/ 218 w 345"/>
                <a:gd name="T69" fmla="*/ 265 h 345"/>
                <a:gd name="T70" fmla="*/ 219 w 345"/>
                <a:gd name="T71" fmla="*/ 266 h 345"/>
                <a:gd name="T72" fmla="*/ 250 w 345"/>
                <a:gd name="T73" fmla="*/ 266 h 345"/>
                <a:gd name="T74" fmla="*/ 249 w 345"/>
                <a:gd name="T75" fmla="*/ 264 h 345"/>
                <a:gd name="T76" fmla="*/ 247 w 345"/>
                <a:gd name="T77" fmla="*/ 254 h 345"/>
                <a:gd name="T78" fmla="*/ 247 w 345"/>
                <a:gd name="T79" fmla="*/ 240 h 345"/>
                <a:gd name="T80" fmla="*/ 247 w 345"/>
                <a:gd name="T81" fmla="*/ 226 h 345"/>
                <a:gd name="T82" fmla="*/ 237 w 345"/>
                <a:gd name="T83" fmla="*/ 197 h 345"/>
                <a:gd name="T84" fmla="*/ 204 w 345"/>
                <a:gd name="T85" fmla="*/ 178 h 345"/>
                <a:gd name="T86" fmla="*/ 231 w 345"/>
                <a:gd name="T87" fmla="*/ 169 h 345"/>
                <a:gd name="T88" fmla="*/ 250 w 345"/>
                <a:gd name="T89" fmla="*/ 132 h 345"/>
                <a:gd name="T90" fmla="*/ 220 w 345"/>
                <a:gd name="T91" fmla="*/ 84 h 345"/>
                <a:gd name="T92" fmla="*/ 169 w 345"/>
                <a:gd name="T93" fmla="*/ 77 h 345"/>
                <a:gd name="T94" fmla="*/ 103 w 345"/>
                <a:gd name="T95" fmla="*/ 77 h 345"/>
                <a:gd name="T96" fmla="*/ 103 w 345"/>
                <a:gd name="T97" fmla="*/ 266 h 3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345" h="345">
                  <a:moveTo>
                    <a:pt x="277" y="68"/>
                  </a:moveTo>
                  <a:cubicBezTo>
                    <a:pt x="306" y="96"/>
                    <a:pt x="320" y="131"/>
                    <a:pt x="320" y="172"/>
                  </a:cubicBezTo>
                  <a:cubicBezTo>
                    <a:pt x="320" y="213"/>
                    <a:pt x="306" y="249"/>
                    <a:pt x="277" y="278"/>
                  </a:cubicBezTo>
                  <a:cubicBezTo>
                    <a:pt x="248" y="307"/>
                    <a:pt x="213" y="322"/>
                    <a:pt x="172" y="322"/>
                  </a:cubicBezTo>
                  <a:cubicBezTo>
                    <a:pt x="131" y="322"/>
                    <a:pt x="96" y="307"/>
                    <a:pt x="67" y="278"/>
                  </a:cubicBezTo>
                  <a:cubicBezTo>
                    <a:pt x="38" y="249"/>
                    <a:pt x="24" y="213"/>
                    <a:pt x="24" y="172"/>
                  </a:cubicBezTo>
                  <a:cubicBezTo>
                    <a:pt x="24" y="131"/>
                    <a:pt x="38" y="96"/>
                    <a:pt x="67" y="68"/>
                  </a:cubicBezTo>
                  <a:cubicBezTo>
                    <a:pt x="96" y="38"/>
                    <a:pt x="131" y="23"/>
                    <a:pt x="172" y="23"/>
                  </a:cubicBezTo>
                  <a:cubicBezTo>
                    <a:pt x="213" y="23"/>
                    <a:pt x="248" y="38"/>
                    <a:pt x="277" y="68"/>
                  </a:cubicBezTo>
                  <a:close/>
                  <a:moveTo>
                    <a:pt x="295" y="50"/>
                  </a:moveTo>
                  <a:cubicBezTo>
                    <a:pt x="261" y="17"/>
                    <a:pt x="220" y="0"/>
                    <a:pt x="172" y="0"/>
                  </a:cubicBezTo>
                  <a:cubicBezTo>
                    <a:pt x="125" y="0"/>
                    <a:pt x="84" y="17"/>
                    <a:pt x="51" y="50"/>
                  </a:cubicBezTo>
                  <a:cubicBezTo>
                    <a:pt x="17" y="84"/>
                    <a:pt x="0" y="125"/>
                    <a:pt x="0" y="172"/>
                  </a:cubicBezTo>
                  <a:cubicBezTo>
                    <a:pt x="0" y="220"/>
                    <a:pt x="17" y="261"/>
                    <a:pt x="50" y="295"/>
                  </a:cubicBezTo>
                  <a:cubicBezTo>
                    <a:pt x="83" y="329"/>
                    <a:pt x="124" y="345"/>
                    <a:pt x="172" y="345"/>
                  </a:cubicBezTo>
                  <a:cubicBezTo>
                    <a:pt x="220" y="345"/>
                    <a:pt x="261" y="329"/>
                    <a:pt x="295" y="295"/>
                  </a:cubicBezTo>
                  <a:cubicBezTo>
                    <a:pt x="328" y="261"/>
                    <a:pt x="345" y="220"/>
                    <a:pt x="345" y="172"/>
                  </a:cubicBezTo>
                  <a:cubicBezTo>
                    <a:pt x="345" y="124"/>
                    <a:pt x="328" y="84"/>
                    <a:pt x="295" y="50"/>
                  </a:cubicBezTo>
                  <a:close/>
                  <a:moveTo>
                    <a:pt x="198" y="164"/>
                  </a:moveTo>
                  <a:cubicBezTo>
                    <a:pt x="191" y="167"/>
                    <a:pt x="180" y="168"/>
                    <a:pt x="166" y="168"/>
                  </a:cubicBezTo>
                  <a:cubicBezTo>
                    <a:pt x="136" y="168"/>
                    <a:pt x="136" y="168"/>
                    <a:pt x="136" y="168"/>
                  </a:cubicBezTo>
                  <a:cubicBezTo>
                    <a:pt x="136" y="100"/>
                    <a:pt x="136" y="100"/>
                    <a:pt x="136" y="100"/>
                  </a:cubicBezTo>
                  <a:cubicBezTo>
                    <a:pt x="164" y="100"/>
                    <a:pt x="164" y="100"/>
                    <a:pt x="164" y="100"/>
                  </a:cubicBezTo>
                  <a:cubicBezTo>
                    <a:pt x="183" y="100"/>
                    <a:pt x="196" y="102"/>
                    <a:pt x="205" y="107"/>
                  </a:cubicBezTo>
                  <a:cubicBezTo>
                    <a:pt x="213" y="112"/>
                    <a:pt x="217" y="121"/>
                    <a:pt x="217" y="134"/>
                  </a:cubicBezTo>
                  <a:cubicBezTo>
                    <a:pt x="217" y="149"/>
                    <a:pt x="211" y="159"/>
                    <a:pt x="198" y="164"/>
                  </a:cubicBezTo>
                  <a:close/>
                  <a:moveTo>
                    <a:pt x="103" y="266"/>
                  </a:moveTo>
                  <a:cubicBezTo>
                    <a:pt x="136" y="266"/>
                    <a:pt x="136" y="266"/>
                    <a:pt x="136" y="266"/>
                  </a:cubicBezTo>
                  <a:cubicBezTo>
                    <a:pt x="136" y="192"/>
                    <a:pt x="136" y="192"/>
                    <a:pt x="136" y="192"/>
                  </a:cubicBezTo>
                  <a:cubicBezTo>
                    <a:pt x="162" y="192"/>
                    <a:pt x="162" y="192"/>
                    <a:pt x="162" y="192"/>
                  </a:cubicBezTo>
                  <a:cubicBezTo>
                    <a:pt x="180" y="192"/>
                    <a:pt x="192" y="193"/>
                    <a:pt x="200" y="198"/>
                  </a:cubicBezTo>
                  <a:cubicBezTo>
                    <a:pt x="211" y="205"/>
                    <a:pt x="217" y="219"/>
                    <a:pt x="217" y="241"/>
                  </a:cubicBezTo>
                  <a:cubicBezTo>
                    <a:pt x="217" y="256"/>
                    <a:pt x="217" y="256"/>
                    <a:pt x="217" y="256"/>
                  </a:cubicBezTo>
                  <a:cubicBezTo>
                    <a:pt x="218" y="262"/>
                    <a:pt x="218" y="262"/>
                    <a:pt x="218" y="262"/>
                  </a:cubicBezTo>
                  <a:cubicBezTo>
                    <a:pt x="218" y="263"/>
                    <a:pt x="218" y="264"/>
                    <a:pt x="218" y="265"/>
                  </a:cubicBezTo>
                  <a:cubicBezTo>
                    <a:pt x="219" y="265"/>
                    <a:pt x="219" y="266"/>
                    <a:pt x="219" y="266"/>
                  </a:cubicBezTo>
                  <a:cubicBezTo>
                    <a:pt x="250" y="266"/>
                    <a:pt x="250" y="266"/>
                    <a:pt x="250" y="266"/>
                  </a:cubicBezTo>
                  <a:cubicBezTo>
                    <a:pt x="249" y="264"/>
                    <a:pt x="249" y="264"/>
                    <a:pt x="249" y="264"/>
                  </a:cubicBezTo>
                  <a:cubicBezTo>
                    <a:pt x="248" y="263"/>
                    <a:pt x="248" y="259"/>
                    <a:pt x="247" y="254"/>
                  </a:cubicBezTo>
                  <a:cubicBezTo>
                    <a:pt x="247" y="249"/>
                    <a:pt x="247" y="244"/>
                    <a:pt x="247" y="240"/>
                  </a:cubicBezTo>
                  <a:cubicBezTo>
                    <a:pt x="247" y="226"/>
                    <a:pt x="247" y="226"/>
                    <a:pt x="247" y="226"/>
                  </a:cubicBezTo>
                  <a:cubicBezTo>
                    <a:pt x="247" y="217"/>
                    <a:pt x="244" y="207"/>
                    <a:pt x="237" y="197"/>
                  </a:cubicBezTo>
                  <a:cubicBezTo>
                    <a:pt x="230" y="187"/>
                    <a:pt x="219" y="181"/>
                    <a:pt x="204" y="178"/>
                  </a:cubicBezTo>
                  <a:cubicBezTo>
                    <a:pt x="216" y="176"/>
                    <a:pt x="225" y="173"/>
                    <a:pt x="231" y="169"/>
                  </a:cubicBezTo>
                  <a:cubicBezTo>
                    <a:pt x="244" y="161"/>
                    <a:pt x="250" y="148"/>
                    <a:pt x="250" y="132"/>
                  </a:cubicBezTo>
                  <a:cubicBezTo>
                    <a:pt x="250" y="108"/>
                    <a:pt x="240" y="92"/>
                    <a:pt x="220" y="84"/>
                  </a:cubicBezTo>
                  <a:cubicBezTo>
                    <a:pt x="210" y="79"/>
                    <a:pt x="192" y="77"/>
                    <a:pt x="169" y="77"/>
                  </a:cubicBezTo>
                  <a:cubicBezTo>
                    <a:pt x="103" y="77"/>
                    <a:pt x="103" y="77"/>
                    <a:pt x="103" y="77"/>
                  </a:cubicBezTo>
                  <a:lnTo>
                    <a:pt x="103" y="2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73737"/>
                </a:solidFill>
                <a:effectLst/>
                <a:uLnTx/>
                <a:uFillTx/>
                <a:latin typeface="Arial Narrow"/>
                <a:ea typeface="+mn-ea"/>
                <a:cs typeface="+mn-cs"/>
              </a:endParaRPr>
            </a:p>
          </p:txBody>
        </p:sp>
        <p:sp>
          <p:nvSpPr>
            <p:cNvPr id="15" name="Freeform 26">
              <a:extLst>
                <a:ext uri="{FF2B5EF4-FFF2-40B4-BE49-F238E27FC236}">
                  <a16:creationId xmlns:a16="http://schemas.microsoft.com/office/drawing/2014/main" id="{695CFDED-0DF1-47F8-8C6E-7EA22783195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266" y="0"/>
              <a:ext cx="733" cy="733"/>
            </a:xfrm>
            <a:custGeom>
              <a:avLst/>
              <a:gdLst>
                <a:gd name="T0" fmla="*/ 4176 w 4576"/>
                <a:gd name="T1" fmla="*/ 996 h 4576"/>
                <a:gd name="T2" fmla="*/ 4106 w 4576"/>
                <a:gd name="T3" fmla="*/ 1355 h 4576"/>
                <a:gd name="T4" fmla="*/ 2907 w 4576"/>
                <a:gd name="T5" fmla="*/ 1262 h 4576"/>
                <a:gd name="T6" fmla="*/ 2797 w 4576"/>
                <a:gd name="T7" fmla="*/ 1612 h 4576"/>
                <a:gd name="T8" fmla="*/ 4141 w 4576"/>
                <a:gd name="T9" fmla="*/ 2094 h 4576"/>
                <a:gd name="T10" fmla="*/ 4386 w 4576"/>
                <a:gd name="T11" fmla="*/ 2839 h 4576"/>
                <a:gd name="T12" fmla="*/ 3944 w 4576"/>
                <a:gd name="T13" fmla="*/ 3672 h 4576"/>
                <a:gd name="T14" fmla="*/ 3173 w 4576"/>
                <a:gd name="T15" fmla="*/ 3966 h 4576"/>
                <a:gd name="T16" fmla="*/ 2263 w 4576"/>
                <a:gd name="T17" fmla="*/ 3848 h 4576"/>
                <a:gd name="T18" fmla="*/ 2082 w 4576"/>
                <a:gd name="T19" fmla="*/ 3429 h 4576"/>
                <a:gd name="T20" fmla="*/ 2101 w 4576"/>
                <a:gd name="T21" fmla="*/ 3327 h 4576"/>
                <a:gd name="T22" fmla="*/ 2301 w 4576"/>
                <a:gd name="T23" fmla="*/ 3133 h 4576"/>
                <a:gd name="T24" fmla="*/ 2390 w 4576"/>
                <a:gd name="T25" fmla="*/ 3119 h 4576"/>
                <a:gd name="T26" fmla="*/ 2659 w 4576"/>
                <a:gd name="T27" fmla="*/ 3526 h 4576"/>
                <a:gd name="T28" fmla="*/ 3240 w 4576"/>
                <a:gd name="T29" fmla="*/ 3784 h 4576"/>
                <a:gd name="T30" fmla="*/ 3753 w 4576"/>
                <a:gd name="T31" fmla="*/ 3318 h 4576"/>
                <a:gd name="T32" fmla="*/ 2217 w 4576"/>
                <a:gd name="T33" fmla="*/ 2488 h 4576"/>
                <a:gd name="T34" fmla="*/ 2812 w 4576"/>
                <a:gd name="T35" fmla="*/ 701 h 4576"/>
                <a:gd name="T36" fmla="*/ 3564 w 4576"/>
                <a:gd name="T37" fmla="*/ 766 h 4576"/>
                <a:gd name="T38" fmla="*/ 4065 w 4576"/>
                <a:gd name="T39" fmla="*/ 848 h 4576"/>
                <a:gd name="T40" fmla="*/ 2288 w 4576"/>
                <a:gd name="T41" fmla="*/ 0 h 4576"/>
                <a:gd name="T42" fmla="*/ 0 w 4576"/>
                <a:gd name="T43" fmla="*/ 2288 h 4576"/>
                <a:gd name="T44" fmla="*/ 445 w 4576"/>
                <a:gd name="T45" fmla="*/ 3644 h 4576"/>
                <a:gd name="T46" fmla="*/ 616 w 4576"/>
                <a:gd name="T47" fmla="*/ 3581 h 4576"/>
                <a:gd name="T48" fmla="*/ 610 w 4576"/>
                <a:gd name="T49" fmla="*/ 3402 h 4576"/>
                <a:gd name="T50" fmla="*/ 565 w 4576"/>
                <a:gd name="T51" fmla="*/ 1982 h 4576"/>
                <a:gd name="T52" fmla="*/ 245 w 4576"/>
                <a:gd name="T53" fmla="*/ 1998 h 4576"/>
                <a:gd name="T54" fmla="*/ 261 w 4576"/>
                <a:gd name="T55" fmla="*/ 1735 h 4576"/>
                <a:gd name="T56" fmla="*/ 579 w 4576"/>
                <a:gd name="T57" fmla="*/ 1707 h 4576"/>
                <a:gd name="T58" fmla="*/ 596 w 4576"/>
                <a:gd name="T59" fmla="*/ 1479 h 4576"/>
                <a:gd name="T60" fmla="*/ 1542 w 4576"/>
                <a:gd name="T61" fmla="*/ 623 h 4576"/>
                <a:gd name="T62" fmla="*/ 1920 w 4576"/>
                <a:gd name="T63" fmla="*/ 561 h 4576"/>
                <a:gd name="T64" fmla="*/ 2018 w 4576"/>
                <a:gd name="T65" fmla="*/ 558 h 4576"/>
                <a:gd name="T66" fmla="*/ 2242 w 4576"/>
                <a:gd name="T67" fmla="*/ 603 h 4576"/>
                <a:gd name="T68" fmla="*/ 2508 w 4576"/>
                <a:gd name="T69" fmla="*/ 807 h 4576"/>
                <a:gd name="T70" fmla="*/ 2505 w 4576"/>
                <a:gd name="T71" fmla="*/ 873 h 4576"/>
                <a:gd name="T72" fmla="*/ 2379 w 4576"/>
                <a:gd name="T73" fmla="*/ 1020 h 4576"/>
                <a:gd name="T74" fmla="*/ 2278 w 4576"/>
                <a:gd name="T75" fmla="*/ 1033 h 4576"/>
                <a:gd name="T76" fmla="*/ 2065 w 4576"/>
                <a:gd name="T77" fmla="*/ 927 h 4576"/>
                <a:gd name="T78" fmla="*/ 1657 w 4576"/>
                <a:gd name="T79" fmla="*/ 818 h 4576"/>
                <a:gd name="T80" fmla="*/ 1466 w 4576"/>
                <a:gd name="T81" fmla="*/ 1048 h 4576"/>
                <a:gd name="T82" fmla="*/ 1438 w 4576"/>
                <a:gd name="T83" fmla="*/ 1664 h 4576"/>
                <a:gd name="T84" fmla="*/ 2218 w 4576"/>
                <a:gd name="T85" fmla="*/ 1651 h 4576"/>
                <a:gd name="T86" fmla="*/ 2218 w 4576"/>
                <a:gd name="T87" fmla="*/ 1831 h 4576"/>
                <a:gd name="T88" fmla="*/ 1959 w 4576"/>
                <a:gd name="T89" fmla="*/ 1950 h 4576"/>
                <a:gd name="T90" fmla="*/ 1431 w 4576"/>
                <a:gd name="T91" fmla="*/ 1957 h 4576"/>
                <a:gd name="T92" fmla="*/ 1454 w 4576"/>
                <a:gd name="T93" fmla="*/ 3469 h 4576"/>
                <a:gd name="T94" fmla="*/ 1482 w 4576"/>
                <a:gd name="T95" fmla="*/ 3663 h 4576"/>
                <a:gd name="T96" fmla="*/ 1961 w 4576"/>
                <a:gd name="T97" fmla="*/ 3789 h 4576"/>
                <a:gd name="T98" fmla="*/ 1965 w 4576"/>
                <a:gd name="T99" fmla="*/ 3947 h 4576"/>
                <a:gd name="T100" fmla="*/ 583 w 4576"/>
                <a:gd name="T101" fmla="*/ 3814 h 4576"/>
                <a:gd name="T102" fmla="*/ 2288 w 4576"/>
                <a:gd name="T103" fmla="*/ 4576 h 4576"/>
                <a:gd name="T104" fmla="*/ 4576 w 4576"/>
                <a:gd name="T105" fmla="*/ 2288 h 4576"/>
                <a:gd name="T106" fmla="*/ 4176 w 4576"/>
                <a:gd name="T107" fmla="*/ 996 h 457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4576" h="4576">
                  <a:moveTo>
                    <a:pt x="4176" y="996"/>
                  </a:moveTo>
                  <a:cubicBezTo>
                    <a:pt x="4148" y="1112"/>
                    <a:pt x="4134" y="1232"/>
                    <a:pt x="4106" y="1355"/>
                  </a:cubicBezTo>
                  <a:cubicBezTo>
                    <a:pt x="3763" y="1310"/>
                    <a:pt x="3360" y="1278"/>
                    <a:pt x="2907" y="1262"/>
                  </a:cubicBezTo>
                  <a:cubicBezTo>
                    <a:pt x="2871" y="1377"/>
                    <a:pt x="2836" y="1489"/>
                    <a:pt x="2797" y="1612"/>
                  </a:cubicBezTo>
                  <a:cubicBezTo>
                    <a:pt x="3555" y="1659"/>
                    <a:pt x="3923" y="1858"/>
                    <a:pt x="4141" y="2094"/>
                  </a:cubicBezTo>
                  <a:cubicBezTo>
                    <a:pt x="4354" y="2332"/>
                    <a:pt x="4399" y="2594"/>
                    <a:pt x="4386" y="2839"/>
                  </a:cubicBezTo>
                  <a:cubicBezTo>
                    <a:pt x="4359" y="3235"/>
                    <a:pt x="4184" y="3486"/>
                    <a:pt x="3944" y="3672"/>
                  </a:cubicBezTo>
                  <a:cubicBezTo>
                    <a:pt x="3702" y="3855"/>
                    <a:pt x="3408" y="3946"/>
                    <a:pt x="3173" y="3966"/>
                  </a:cubicBezTo>
                  <a:cubicBezTo>
                    <a:pt x="2826" y="3991"/>
                    <a:pt x="2362" y="3909"/>
                    <a:pt x="2263" y="3848"/>
                  </a:cubicBezTo>
                  <a:cubicBezTo>
                    <a:pt x="2204" y="3713"/>
                    <a:pt x="2145" y="3577"/>
                    <a:pt x="2082" y="3429"/>
                  </a:cubicBezTo>
                  <a:cubicBezTo>
                    <a:pt x="2067" y="3397"/>
                    <a:pt x="2057" y="3365"/>
                    <a:pt x="2101" y="3327"/>
                  </a:cubicBezTo>
                  <a:cubicBezTo>
                    <a:pt x="2168" y="3262"/>
                    <a:pt x="2233" y="3200"/>
                    <a:pt x="2301" y="3133"/>
                  </a:cubicBezTo>
                  <a:cubicBezTo>
                    <a:pt x="2332" y="3104"/>
                    <a:pt x="2365" y="3076"/>
                    <a:pt x="2390" y="3119"/>
                  </a:cubicBezTo>
                  <a:cubicBezTo>
                    <a:pt x="2484" y="3262"/>
                    <a:pt x="2571" y="3394"/>
                    <a:pt x="2659" y="3526"/>
                  </a:cubicBezTo>
                  <a:cubicBezTo>
                    <a:pt x="2758" y="3673"/>
                    <a:pt x="2910" y="3806"/>
                    <a:pt x="3240" y="3784"/>
                  </a:cubicBezTo>
                  <a:cubicBezTo>
                    <a:pt x="3519" y="3759"/>
                    <a:pt x="3730" y="3549"/>
                    <a:pt x="3753" y="3318"/>
                  </a:cubicBezTo>
                  <a:cubicBezTo>
                    <a:pt x="3777" y="2889"/>
                    <a:pt x="3344" y="2585"/>
                    <a:pt x="2217" y="2488"/>
                  </a:cubicBezTo>
                  <a:cubicBezTo>
                    <a:pt x="2433" y="1835"/>
                    <a:pt x="2644" y="1203"/>
                    <a:pt x="2812" y="701"/>
                  </a:cubicBezTo>
                  <a:cubicBezTo>
                    <a:pt x="3080" y="713"/>
                    <a:pt x="3328" y="735"/>
                    <a:pt x="3564" y="766"/>
                  </a:cubicBezTo>
                  <a:cubicBezTo>
                    <a:pt x="3740" y="788"/>
                    <a:pt x="3902" y="829"/>
                    <a:pt x="4065" y="848"/>
                  </a:cubicBezTo>
                  <a:cubicBezTo>
                    <a:pt x="3646" y="330"/>
                    <a:pt x="3006" y="0"/>
                    <a:pt x="2288" y="0"/>
                  </a:cubicBezTo>
                  <a:cubicBezTo>
                    <a:pt x="1024" y="0"/>
                    <a:pt x="0" y="1024"/>
                    <a:pt x="0" y="2288"/>
                  </a:cubicBezTo>
                  <a:cubicBezTo>
                    <a:pt x="0" y="2796"/>
                    <a:pt x="165" y="3264"/>
                    <a:pt x="445" y="3644"/>
                  </a:cubicBezTo>
                  <a:cubicBezTo>
                    <a:pt x="542" y="3645"/>
                    <a:pt x="609" y="3623"/>
                    <a:pt x="616" y="3581"/>
                  </a:cubicBezTo>
                  <a:cubicBezTo>
                    <a:pt x="625" y="3538"/>
                    <a:pt x="618" y="3470"/>
                    <a:pt x="610" y="3402"/>
                  </a:cubicBezTo>
                  <a:cubicBezTo>
                    <a:pt x="564" y="2953"/>
                    <a:pt x="548" y="2468"/>
                    <a:pt x="565" y="1982"/>
                  </a:cubicBezTo>
                  <a:cubicBezTo>
                    <a:pt x="449" y="1987"/>
                    <a:pt x="345" y="1992"/>
                    <a:pt x="245" y="1998"/>
                  </a:cubicBezTo>
                  <a:cubicBezTo>
                    <a:pt x="249" y="1908"/>
                    <a:pt x="254" y="1823"/>
                    <a:pt x="261" y="1735"/>
                  </a:cubicBezTo>
                  <a:cubicBezTo>
                    <a:pt x="360" y="1725"/>
                    <a:pt x="465" y="1717"/>
                    <a:pt x="579" y="1707"/>
                  </a:cubicBezTo>
                  <a:cubicBezTo>
                    <a:pt x="584" y="1630"/>
                    <a:pt x="590" y="1555"/>
                    <a:pt x="596" y="1479"/>
                  </a:cubicBezTo>
                  <a:cubicBezTo>
                    <a:pt x="648" y="1016"/>
                    <a:pt x="1136" y="732"/>
                    <a:pt x="1542" y="623"/>
                  </a:cubicBezTo>
                  <a:cubicBezTo>
                    <a:pt x="1723" y="579"/>
                    <a:pt x="1833" y="565"/>
                    <a:pt x="1920" y="561"/>
                  </a:cubicBezTo>
                  <a:cubicBezTo>
                    <a:pt x="1951" y="560"/>
                    <a:pt x="1985" y="558"/>
                    <a:pt x="2018" y="558"/>
                  </a:cubicBezTo>
                  <a:cubicBezTo>
                    <a:pt x="2102" y="558"/>
                    <a:pt x="2188" y="566"/>
                    <a:pt x="2242" y="603"/>
                  </a:cubicBezTo>
                  <a:cubicBezTo>
                    <a:pt x="2330" y="669"/>
                    <a:pt x="2416" y="734"/>
                    <a:pt x="2508" y="807"/>
                  </a:cubicBezTo>
                  <a:cubicBezTo>
                    <a:pt x="2518" y="819"/>
                    <a:pt x="2528" y="839"/>
                    <a:pt x="2505" y="873"/>
                  </a:cubicBezTo>
                  <a:cubicBezTo>
                    <a:pt x="2463" y="922"/>
                    <a:pt x="2422" y="969"/>
                    <a:pt x="2379" y="1020"/>
                  </a:cubicBezTo>
                  <a:cubicBezTo>
                    <a:pt x="2354" y="1050"/>
                    <a:pt x="2313" y="1042"/>
                    <a:pt x="2278" y="1033"/>
                  </a:cubicBezTo>
                  <a:cubicBezTo>
                    <a:pt x="2206" y="996"/>
                    <a:pt x="2136" y="962"/>
                    <a:pt x="2065" y="927"/>
                  </a:cubicBezTo>
                  <a:cubicBezTo>
                    <a:pt x="1937" y="870"/>
                    <a:pt x="1804" y="812"/>
                    <a:pt x="1657" y="818"/>
                  </a:cubicBezTo>
                  <a:cubicBezTo>
                    <a:pt x="1565" y="825"/>
                    <a:pt x="1475" y="919"/>
                    <a:pt x="1466" y="1048"/>
                  </a:cubicBezTo>
                  <a:cubicBezTo>
                    <a:pt x="1453" y="1244"/>
                    <a:pt x="1445" y="1446"/>
                    <a:pt x="1438" y="1664"/>
                  </a:cubicBezTo>
                  <a:cubicBezTo>
                    <a:pt x="1694" y="1656"/>
                    <a:pt x="1949" y="1652"/>
                    <a:pt x="2218" y="1651"/>
                  </a:cubicBezTo>
                  <a:cubicBezTo>
                    <a:pt x="2218" y="1712"/>
                    <a:pt x="2218" y="1768"/>
                    <a:pt x="2218" y="1831"/>
                  </a:cubicBezTo>
                  <a:cubicBezTo>
                    <a:pt x="2130" y="1870"/>
                    <a:pt x="2047" y="1910"/>
                    <a:pt x="1959" y="1950"/>
                  </a:cubicBezTo>
                  <a:cubicBezTo>
                    <a:pt x="1778" y="1952"/>
                    <a:pt x="1605" y="1954"/>
                    <a:pt x="1431" y="1957"/>
                  </a:cubicBezTo>
                  <a:cubicBezTo>
                    <a:pt x="1423" y="2475"/>
                    <a:pt x="1430" y="2992"/>
                    <a:pt x="1454" y="3469"/>
                  </a:cubicBezTo>
                  <a:cubicBezTo>
                    <a:pt x="1458" y="3541"/>
                    <a:pt x="1462" y="3614"/>
                    <a:pt x="1482" y="3663"/>
                  </a:cubicBezTo>
                  <a:cubicBezTo>
                    <a:pt x="1507" y="3725"/>
                    <a:pt x="1650" y="3772"/>
                    <a:pt x="1961" y="3789"/>
                  </a:cubicBezTo>
                  <a:cubicBezTo>
                    <a:pt x="1962" y="3844"/>
                    <a:pt x="1964" y="3895"/>
                    <a:pt x="1965" y="3947"/>
                  </a:cubicBezTo>
                  <a:cubicBezTo>
                    <a:pt x="1459" y="3932"/>
                    <a:pt x="973" y="3884"/>
                    <a:pt x="583" y="3814"/>
                  </a:cubicBezTo>
                  <a:cubicBezTo>
                    <a:pt x="1002" y="4282"/>
                    <a:pt x="1611" y="4576"/>
                    <a:pt x="2288" y="4576"/>
                  </a:cubicBezTo>
                  <a:cubicBezTo>
                    <a:pt x="3552" y="4576"/>
                    <a:pt x="4576" y="3552"/>
                    <a:pt x="4576" y="2288"/>
                  </a:cubicBezTo>
                  <a:cubicBezTo>
                    <a:pt x="4576" y="1809"/>
                    <a:pt x="4428" y="1364"/>
                    <a:pt x="4176" y="99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73737"/>
                </a:solidFill>
                <a:effectLst/>
                <a:uLnTx/>
                <a:uFillTx/>
                <a:latin typeface="Arial Narrow"/>
                <a:ea typeface="+mn-ea"/>
                <a:cs typeface="+mn-cs"/>
              </a:endParaRPr>
            </a:p>
          </p:txBody>
        </p:sp>
        <p:sp>
          <p:nvSpPr>
            <p:cNvPr id="16" name="Freeform 27">
              <a:extLst>
                <a:ext uri="{FF2B5EF4-FFF2-40B4-BE49-F238E27FC236}">
                  <a16:creationId xmlns:a16="http://schemas.microsoft.com/office/drawing/2014/main" id="{12B3B080-DD61-4C84-B31B-15398FE21F4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360" y="611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73737"/>
                </a:solidFill>
                <a:effectLst/>
                <a:uLnTx/>
                <a:uFillTx/>
                <a:latin typeface="Arial Narrow"/>
                <a:ea typeface="+mn-ea"/>
                <a:cs typeface="+mn-cs"/>
              </a:endParaRPr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9B5040EC-0EE6-4E5D-A5D9-618910B33D16}"/>
              </a:ext>
            </a:extLst>
          </p:cNvPr>
          <p:cNvSpPr txBox="1"/>
          <p:nvPr userDrawn="1"/>
        </p:nvSpPr>
        <p:spPr>
          <a:xfrm>
            <a:off x="681343" y="6501327"/>
            <a:ext cx="730016" cy="9810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r>
              <a:rPr lang="en-US" sz="750" kern="100" cap="all" spc="10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</a:t>
            </a:r>
            <a:r>
              <a:rPr lang="en-US" sz="750" kern="100" cap="all" spc="2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2025 F5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E219815-3AF8-40BA-A825-ECB2B3C0CB15}"/>
              </a:ext>
            </a:extLst>
          </p:cNvPr>
          <p:cNvSpPr txBox="1"/>
          <p:nvPr userDrawn="1"/>
        </p:nvSpPr>
        <p:spPr>
          <a:xfrm>
            <a:off x="6805" y="6501327"/>
            <a:ext cx="567398" cy="9810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 algn="r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  <a:buFont typeface="Arial" panose="020B0604020202020204" pitchFamily="34" charset="0"/>
              <a:buChar char="​"/>
            </a:pPr>
            <a:fld id="{CB0320B6-2A61-43CE-9396-B5C4FB4B7D43}" type="slidenum">
              <a:rPr lang="en-US" sz="750" b="1" kern="100" cap="all" spc="5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marL="0" lvl="4" algn="r">
                <a:lnSpc>
                  <a:spcPct val="85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5"/>
                </a:buClr>
                <a:buFont typeface="Arial" panose="020B0604020202020204" pitchFamily="34" charset="0"/>
                <a:buChar char="​"/>
              </a:pPr>
              <a:t>‹#›</a:t>
            </a:fld>
            <a:endParaRPr lang="en-US" sz="750" b="1" kern="100" cap="all" spc="5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Footer Placeholder 10">
            <a:extLst>
              <a:ext uri="{FF2B5EF4-FFF2-40B4-BE49-F238E27FC236}">
                <a16:creationId xmlns:a16="http://schemas.microsoft.com/office/drawing/2014/main" id="{C1156D6D-110F-4A8F-9FA1-B39441F886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>
                <a:solidFill>
                  <a:schemeClr val="bg1"/>
                </a:solidFill>
              </a:defRPr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C222A1C-2FBE-F3B7-99D0-A9A694CA656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9448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BCDDB9C-3A3C-A121-28DF-0E80BEBDF250}"/>
              </a:ext>
            </a:extLst>
          </p:cNvPr>
          <p:cNvSpPr txBox="1"/>
          <p:nvPr userDrawn="1"/>
        </p:nvSpPr>
        <p:spPr>
          <a:xfrm>
            <a:off x="13920953" y="10706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/>
              <a:t>Primary palette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E9AABCC9-717F-5D61-DA49-7423136CD63C}"/>
              </a:ext>
            </a:extLst>
          </p:cNvPr>
          <p:cNvSpPr/>
          <p:nvPr userDrawn="1"/>
        </p:nvSpPr>
        <p:spPr>
          <a:xfrm>
            <a:off x="13959929" y="377353"/>
            <a:ext cx="618392" cy="618392"/>
          </a:xfrm>
          <a:prstGeom prst="ellipse">
            <a:avLst/>
          </a:prstGeom>
          <a:solidFill>
            <a:srgbClr val="E400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E12AC614-EAB7-097E-CB8F-C33E1D8A001D}"/>
              </a:ext>
            </a:extLst>
          </p:cNvPr>
          <p:cNvSpPr/>
          <p:nvPr userDrawn="1"/>
        </p:nvSpPr>
        <p:spPr>
          <a:xfrm>
            <a:off x="15084675" y="517318"/>
            <a:ext cx="338462" cy="338462"/>
          </a:xfrm>
          <a:prstGeom prst="ellipse">
            <a:avLst/>
          </a:prstGeom>
          <a:solidFill>
            <a:srgbClr val="F7B2B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B81497A-2140-566E-5E7C-CC3865157250}"/>
              </a:ext>
            </a:extLst>
          </p:cNvPr>
          <p:cNvSpPr/>
          <p:nvPr userDrawn="1"/>
        </p:nvSpPr>
        <p:spPr>
          <a:xfrm>
            <a:off x="15584292" y="517318"/>
            <a:ext cx="338462" cy="338462"/>
          </a:xfrm>
          <a:prstGeom prst="ellipse">
            <a:avLst/>
          </a:prstGeom>
          <a:solidFill>
            <a:srgbClr val="F066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EE6460C9-93C2-7987-8CA2-705EB7F0EE83}"/>
              </a:ext>
            </a:extLst>
          </p:cNvPr>
          <p:cNvSpPr/>
          <p:nvPr userDrawn="1"/>
        </p:nvSpPr>
        <p:spPr>
          <a:xfrm>
            <a:off x="16083909" y="517318"/>
            <a:ext cx="338462" cy="338462"/>
          </a:xfrm>
          <a:prstGeom prst="ellipse">
            <a:avLst/>
          </a:prstGeom>
          <a:solidFill>
            <a:srgbClr val="A7002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886BAA7A-8699-0409-C314-E0B976D11738}"/>
              </a:ext>
            </a:extLst>
          </p:cNvPr>
          <p:cNvSpPr/>
          <p:nvPr userDrawn="1"/>
        </p:nvSpPr>
        <p:spPr>
          <a:xfrm>
            <a:off x="16583525" y="517318"/>
            <a:ext cx="338462" cy="338462"/>
          </a:xfrm>
          <a:prstGeom prst="ellipse">
            <a:avLst/>
          </a:prstGeom>
          <a:solidFill>
            <a:srgbClr val="72001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E5C9AFD-A05B-94F6-75B2-34EDC91B8103}"/>
              </a:ext>
            </a:extLst>
          </p:cNvPr>
          <p:cNvSpPr txBox="1"/>
          <p:nvPr userDrawn="1"/>
        </p:nvSpPr>
        <p:spPr>
          <a:xfrm>
            <a:off x="15053447" y="10706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/>
              <a:t>Secondary palette</a:t>
            </a:r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7F6E3E00-7090-2278-5187-4BD7F5342686}"/>
              </a:ext>
            </a:extLst>
          </p:cNvPr>
          <p:cNvSpPr/>
          <p:nvPr userDrawn="1"/>
        </p:nvSpPr>
        <p:spPr>
          <a:xfrm>
            <a:off x="13959929" y="1097294"/>
            <a:ext cx="618392" cy="618392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756511E1-24AE-EEEF-B304-74D34537EC5F}"/>
              </a:ext>
            </a:extLst>
          </p:cNvPr>
          <p:cNvSpPr/>
          <p:nvPr userDrawn="1"/>
        </p:nvSpPr>
        <p:spPr>
          <a:xfrm>
            <a:off x="15084675" y="1237259"/>
            <a:ext cx="338462" cy="338462"/>
          </a:xfrm>
          <a:prstGeom prst="ellipse">
            <a:avLst/>
          </a:prstGeom>
          <a:solidFill>
            <a:srgbClr val="FBE1C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AC7506DE-8C4E-8498-FCF8-055285D80DBF}"/>
              </a:ext>
            </a:extLst>
          </p:cNvPr>
          <p:cNvSpPr/>
          <p:nvPr userDrawn="1"/>
        </p:nvSpPr>
        <p:spPr>
          <a:xfrm>
            <a:off x="15584292" y="1237259"/>
            <a:ext cx="338462" cy="338462"/>
          </a:xfrm>
          <a:prstGeom prst="ellipse">
            <a:avLst/>
          </a:prstGeom>
          <a:solidFill>
            <a:srgbClr val="F7C2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C1A80759-F1E7-D400-8603-54571F5373C3}"/>
              </a:ext>
            </a:extLst>
          </p:cNvPr>
          <p:cNvSpPr/>
          <p:nvPr userDrawn="1"/>
        </p:nvSpPr>
        <p:spPr>
          <a:xfrm>
            <a:off x="16083909" y="1237259"/>
            <a:ext cx="338462" cy="338462"/>
          </a:xfrm>
          <a:prstGeom prst="ellipse">
            <a:avLst/>
          </a:prstGeom>
          <a:solidFill>
            <a:srgbClr val="B2742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17D18C9E-961C-46D5-8C81-5CE96386C1EF}"/>
              </a:ext>
            </a:extLst>
          </p:cNvPr>
          <p:cNvSpPr/>
          <p:nvPr userDrawn="1"/>
        </p:nvSpPr>
        <p:spPr>
          <a:xfrm>
            <a:off x="16583525" y="1237259"/>
            <a:ext cx="338462" cy="338462"/>
          </a:xfrm>
          <a:prstGeom prst="ellipse">
            <a:avLst/>
          </a:prstGeom>
          <a:solidFill>
            <a:srgbClr val="794D1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80F8224B-A44C-8170-1611-7284B3A3DD39}"/>
              </a:ext>
            </a:extLst>
          </p:cNvPr>
          <p:cNvSpPr/>
          <p:nvPr userDrawn="1"/>
        </p:nvSpPr>
        <p:spPr>
          <a:xfrm>
            <a:off x="13959929" y="1817235"/>
            <a:ext cx="618392" cy="6183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50051549-9457-69D0-545A-82C972DCBFFA}"/>
              </a:ext>
            </a:extLst>
          </p:cNvPr>
          <p:cNvSpPr/>
          <p:nvPr userDrawn="1"/>
        </p:nvSpPr>
        <p:spPr>
          <a:xfrm>
            <a:off x="15084675" y="1957200"/>
            <a:ext cx="338462" cy="338462"/>
          </a:xfrm>
          <a:prstGeom prst="ellipse">
            <a:avLst/>
          </a:prstGeom>
          <a:solidFill>
            <a:srgbClr val="B7C6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508297D3-1807-48FC-B2A3-847E1A188616}"/>
              </a:ext>
            </a:extLst>
          </p:cNvPr>
          <p:cNvSpPr/>
          <p:nvPr userDrawn="1"/>
        </p:nvSpPr>
        <p:spPr>
          <a:xfrm>
            <a:off x="15584292" y="1957200"/>
            <a:ext cx="338462" cy="338462"/>
          </a:xfrm>
          <a:prstGeom prst="ellipse">
            <a:avLst/>
          </a:prstGeom>
          <a:solidFill>
            <a:srgbClr val="6E8D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9D27B2D5-CAD9-C34D-1327-A7C2803771A0}"/>
              </a:ext>
            </a:extLst>
          </p:cNvPr>
          <p:cNvSpPr/>
          <p:nvPr userDrawn="1"/>
        </p:nvSpPr>
        <p:spPr>
          <a:xfrm>
            <a:off x="16083909" y="1957200"/>
            <a:ext cx="338462" cy="338462"/>
          </a:xfrm>
          <a:prstGeom prst="ellipse">
            <a:avLst/>
          </a:prstGeom>
          <a:solidFill>
            <a:srgbClr val="0B31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0C1F0CCC-2AEB-48E1-CEE6-742C7FBD25E2}"/>
              </a:ext>
            </a:extLst>
          </p:cNvPr>
          <p:cNvSpPr/>
          <p:nvPr userDrawn="1"/>
        </p:nvSpPr>
        <p:spPr>
          <a:xfrm>
            <a:off x="16583525" y="1957200"/>
            <a:ext cx="338462" cy="338462"/>
          </a:xfrm>
          <a:prstGeom prst="ellipse">
            <a:avLst/>
          </a:prstGeom>
          <a:solidFill>
            <a:srgbClr val="07215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A07C57D3-89CD-97B5-3FED-F77D5259F23C}"/>
              </a:ext>
            </a:extLst>
          </p:cNvPr>
          <p:cNvSpPr/>
          <p:nvPr userDrawn="1"/>
        </p:nvSpPr>
        <p:spPr>
          <a:xfrm>
            <a:off x="13959929" y="2537176"/>
            <a:ext cx="618392" cy="618392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3CC11B68-DE0D-DDDE-F43F-95B4F0EE9559}"/>
              </a:ext>
            </a:extLst>
          </p:cNvPr>
          <p:cNvSpPr/>
          <p:nvPr userDrawn="1"/>
        </p:nvSpPr>
        <p:spPr>
          <a:xfrm>
            <a:off x="15084675" y="2677141"/>
            <a:ext cx="338462" cy="338462"/>
          </a:xfrm>
          <a:prstGeom prst="ellipse">
            <a:avLst/>
          </a:prstGeom>
          <a:solidFill>
            <a:srgbClr val="E6BE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3E7B454B-8293-147A-A3DF-D03F2C6554CD}"/>
              </a:ext>
            </a:extLst>
          </p:cNvPr>
          <p:cNvSpPr/>
          <p:nvPr userDrawn="1"/>
        </p:nvSpPr>
        <p:spPr>
          <a:xfrm>
            <a:off x="15584292" y="2677141"/>
            <a:ext cx="338462" cy="338462"/>
          </a:xfrm>
          <a:prstGeom prst="ellipse">
            <a:avLst/>
          </a:prstGeom>
          <a:solidFill>
            <a:srgbClr val="CD7DB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EA57FEEA-5858-4850-2877-02CC31B3A992}"/>
              </a:ext>
            </a:extLst>
          </p:cNvPr>
          <p:cNvSpPr/>
          <p:nvPr userDrawn="1"/>
        </p:nvSpPr>
        <p:spPr>
          <a:xfrm>
            <a:off x="16083909" y="2677141"/>
            <a:ext cx="338462" cy="338462"/>
          </a:xfrm>
          <a:prstGeom prst="ellipse">
            <a:avLst/>
          </a:prstGeom>
          <a:solidFill>
            <a:srgbClr val="801D6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391353E4-72E3-E577-B43F-E10ADD56190A}"/>
              </a:ext>
            </a:extLst>
          </p:cNvPr>
          <p:cNvSpPr/>
          <p:nvPr userDrawn="1"/>
        </p:nvSpPr>
        <p:spPr>
          <a:xfrm>
            <a:off x="16583525" y="2677141"/>
            <a:ext cx="338462" cy="338462"/>
          </a:xfrm>
          <a:prstGeom prst="ellipse">
            <a:avLst/>
          </a:prstGeom>
          <a:solidFill>
            <a:srgbClr val="5614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D22AEF9D-B151-A673-89FB-82EEB43CEFEA}"/>
              </a:ext>
            </a:extLst>
          </p:cNvPr>
          <p:cNvSpPr/>
          <p:nvPr userDrawn="1"/>
        </p:nvSpPr>
        <p:spPr>
          <a:xfrm>
            <a:off x="13959929" y="3257117"/>
            <a:ext cx="618392" cy="61839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A3E94FDA-CF44-CDC4-90F8-F9D0FC453C94}"/>
              </a:ext>
            </a:extLst>
          </p:cNvPr>
          <p:cNvSpPr/>
          <p:nvPr userDrawn="1"/>
        </p:nvSpPr>
        <p:spPr>
          <a:xfrm>
            <a:off x="15084675" y="3397082"/>
            <a:ext cx="338462" cy="338462"/>
          </a:xfrm>
          <a:prstGeom prst="ellipse">
            <a:avLst/>
          </a:prstGeom>
          <a:solidFill>
            <a:srgbClr val="B2DFC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5" name="Oval 84">
            <a:extLst>
              <a:ext uri="{FF2B5EF4-FFF2-40B4-BE49-F238E27FC236}">
                <a16:creationId xmlns:a16="http://schemas.microsoft.com/office/drawing/2014/main" id="{CDA6B1CF-DB74-0612-393F-D78E13329D23}"/>
              </a:ext>
            </a:extLst>
          </p:cNvPr>
          <p:cNvSpPr/>
          <p:nvPr userDrawn="1"/>
        </p:nvSpPr>
        <p:spPr>
          <a:xfrm>
            <a:off x="15584292" y="3397082"/>
            <a:ext cx="338462" cy="338462"/>
          </a:xfrm>
          <a:prstGeom prst="ellipse">
            <a:avLst/>
          </a:prstGeom>
          <a:solidFill>
            <a:srgbClr val="66C0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C4A058D1-B4EF-691A-40F4-AE409AC7C53B}"/>
              </a:ext>
            </a:extLst>
          </p:cNvPr>
          <p:cNvSpPr/>
          <p:nvPr userDrawn="1"/>
        </p:nvSpPr>
        <p:spPr>
          <a:xfrm>
            <a:off x="16083909" y="3397082"/>
            <a:ext cx="338462" cy="338462"/>
          </a:xfrm>
          <a:prstGeom prst="ellipse">
            <a:avLst/>
          </a:prstGeom>
          <a:solidFill>
            <a:srgbClr val="0071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07BEB0ED-173E-C137-4798-BC9AEC737C09}"/>
              </a:ext>
            </a:extLst>
          </p:cNvPr>
          <p:cNvSpPr/>
          <p:nvPr userDrawn="1"/>
        </p:nvSpPr>
        <p:spPr>
          <a:xfrm>
            <a:off x="16583525" y="3397082"/>
            <a:ext cx="338462" cy="338462"/>
          </a:xfrm>
          <a:prstGeom prst="ellipse">
            <a:avLst/>
          </a:prstGeom>
          <a:solidFill>
            <a:srgbClr val="004B1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B3962D44-9292-9EBE-7A8B-8BE28E3AEDAC}"/>
              </a:ext>
            </a:extLst>
          </p:cNvPr>
          <p:cNvSpPr/>
          <p:nvPr userDrawn="1"/>
        </p:nvSpPr>
        <p:spPr>
          <a:xfrm>
            <a:off x="13959929" y="3977058"/>
            <a:ext cx="618392" cy="6183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EFD95232-FF19-92C0-85BA-411A82979E00}"/>
              </a:ext>
            </a:extLst>
          </p:cNvPr>
          <p:cNvSpPr/>
          <p:nvPr userDrawn="1"/>
        </p:nvSpPr>
        <p:spPr>
          <a:xfrm>
            <a:off x="15084675" y="4117023"/>
            <a:ext cx="338462" cy="338462"/>
          </a:xfrm>
          <a:prstGeom prst="ellipse">
            <a:avLst/>
          </a:prstGeom>
          <a:solidFill>
            <a:srgbClr val="D0BC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6B76F407-3593-C7FF-5A03-15BA2CB3DD6C}"/>
              </a:ext>
            </a:extLst>
          </p:cNvPr>
          <p:cNvSpPr/>
          <p:nvPr userDrawn="1"/>
        </p:nvSpPr>
        <p:spPr>
          <a:xfrm>
            <a:off x="15584292" y="4117023"/>
            <a:ext cx="338462" cy="338462"/>
          </a:xfrm>
          <a:prstGeom prst="ellipse">
            <a:avLst/>
          </a:prstGeom>
          <a:solidFill>
            <a:srgbClr val="A17AB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6EE46275-93D0-BF0D-BC5B-4DDD8693F207}"/>
              </a:ext>
            </a:extLst>
          </p:cNvPr>
          <p:cNvSpPr/>
          <p:nvPr userDrawn="1"/>
        </p:nvSpPr>
        <p:spPr>
          <a:xfrm>
            <a:off x="16083909" y="4117023"/>
            <a:ext cx="338462" cy="338462"/>
          </a:xfrm>
          <a:prstGeom prst="ellipse">
            <a:avLst/>
          </a:prstGeom>
          <a:solidFill>
            <a:srgbClr val="3813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7A343328-79EA-3BC7-82E9-F166AC9083EB}"/>
              </a:ext>
            </a:extLst>
          </p:cNvPr>
          <p:cNvSpPr/>
          <p:nvPr userDrawn="1"/>
        </p:nvSpPr>
        <p:spPr>
          <a:xfrm>
            <a:off x="16583525" y="4117023"/>
            <a:ext cx="338462" cy="338462"/>
          </a:xfrm>
          <a:prstGeom prst="ellipse">
            <a:avLst/>
          </a:prstGeom>
          <a:solidFill>
            <a:srgbClr val="250D3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47FF2DA2-AF48-8E56-2383-157AA4B6723E}"/>
              </a:ext>
            </a:extLst>
          </p:cNvPr>
          <p:cNvSpPr/>
          <p:nvPr userDrawn="1"/>
        </p:nvSpPr>
        <p:spPr>
          <a:xfrm>
            <a:off x="13959929" y="4652930"/>
            <a:ext cx="618392" cy="618392"/>
          </a:xfrm>
          <a:prstGeom prst="ellipse">
            <a:avLst/>
          </a:prstGeom>
          <a:solidFill>
            <a:srgbClr val="007B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B632E43C-8BD1-BB60-3E00-B4B62E472D63}"/>
              </a:ext>
            </a:extLst>
          </p:cNvPr>
          <p:cNvSpPr/>
          <p:nvPr userDrawn="1"/>
        </p:nvSpPr>
        <p:spPr>
          <a:xfrm>
            <a:off x="15084675" y="4836963"/>
            <a:ext cx="338462" cy="338462"/>
          </a:xfrm>
          <a:prstGeom prst="ellipse">
            <a:avLst/>
          </a:prstGeom>
          <a:solidFill>
            <a:srgbClr val="B2D7E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C67F0214-55D8-2B12-3D02-80F03559E099}"/>
              </a:ext>
            </a:extLst>
          </p:cNvPr>
          <p:cNvSpPr/>
          <p:nvPr userDrawn="1"/>
        </p:nvSpPr>
        <p:spPr>
          <a:xfrm>
            <a:off x="15584292" y="4836963"/>
            <a:ext cx="338462" cy="338462"/>
          </a:xfrm>
          <a:prstGeom prst="ellipse">
            <a:avLst/>
          </a:prstGeom>
          <a:solidFill>
            <a:srgbClr val="66AF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6" name="Oval 95">
            <a:extLst>
              <a:ext uri="{FF2B5EF4-FFF2-40B4-BE49-F238E27FC236}">
                <a16:creationId xmlns:a16="http://schemas.microsoft.com/office/drawing/2014/main" id="{573D4F3C-0C8A-B0DA-C7B7-BB04F9718C0F}"/>
              </a:ext>
            </a:extLst>
          </p:cNvPr>
          <p:cNvSpPr/>
          <p:nvPr userDrawn="1"/>
        </p:nvSpPr>
        <p:spPr>
          <a:xfrm>
            <a:off x="16083909" y="4836963"/>
            <a:ext cx="338462" cy="338462"/>
          </a:xfrm>
          <a:prstGeom prst="ellipse">
            <a:avLst/>
          </a:prstGeom>
          <a:solidFill>
            <a:srgbClr val="005C8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5BF99355-0677-0AF8-13B3-8C4CC836CEE7}"/>
              </a:ext>
            </a:extLst>
          </p:cNvPr>
          <p:cNvSpPr/>
          <p:nvPr userDrawn="1"/>
        </p:nvSpPr>
        <p:spPr>
          <a:xfrm>
            <a:off x="16583525" y="4836963"/>
            <a:ext cx="338462" cy="338462"/>
          </a:xfrm>
          <a:prstGeom prst="ellipse">
            <a:avLst/>
          </a:prstGeom>
          <a:solidFill>
            <a:srgbClr val="003D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EE2FB320-6965-B674-1B91-4024C2D077E4}"/>
              </a:ext>
            </a:extLst>
          </p:cNvPr>
          <p:cNvSpPr txBox="1"/>
          <p:nvPr userDrawn="1"/>
        </p:nvSpPr>
        <p:spPr>
          <a:xfrm>
            <a:off x="13920953" y="570792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/>
              <a:t>Product Group Colors</a:t>
            </a:r>
          </a:p>
        </p:txBody>
      </p: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EE5EFBB2-9142-B060-9377-DD0817065E30}"/>
              </a:ext>
            </a:extLst>
          </p:cNvPr>
          <p:cNvCxnSpPr>
            <a:cxnSpLocks/>
          </p:cNvCxnSpPr>
          <p:nvPr userDrawn="1"/>
        </p:nvCxnSpPr>
        <p:spPr>
          <a:xfrm>
            <a:off x="13920953" y="5583284"/>
            <a:ext cx="3109779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CB7489D7-C773-87BE-8F7B-ABD63FA766E9}"/>
              </a:ext>
            </a:extLst>
          </p:cNvPr>
          <p:cNvCxnSpPr>
            <a:cxnSpLocks/>
          </p:cNvCxnSpPr>
          <p:nvPr userDrawn="1"/>
        </p:nvCxnSpPr>
        <p:spPr>
          <a:xfrm>
            <a:off x="13920953" y="0"/>
            <a:ext cx="907751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CB9883B7-BBC6-8D9C-F000-F7CF64285962}"/>
              </a:ext>
            </a:extLst>
          </p:cNvPr>
          <p:cNvCxnSpPr>
            <a:cxnSpLocks/>
          </p:cNvCxnSpPr>
          <p:nvPr userDrawn="1"/>
        </p:nvCxnSpPr>
        <p:spPr>
          <a:xfrm>
            <a:off x="15040681" y="0"/>
            <a:ext cx="1963661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Rectangle 101">
            <a:extLst>
              <a:ext uri="{FF2B5EF4-FFF2-40B4-BE49-F238E27FC236}">
                <a16:creationId xmlns:a16="http://schemas.microsoft.com/office/drawing/2014/main" id="{EB435B66-5CB0-E3E9-844C-4FA6BB8A469B}"/>
              </a:ext>
            </a:extLst>
          </p:cNvPr>
          <p:cNvSpPr/>
          <p:nvPr userDrawn="1"/>
        </p:nvSpPr>
        <p:spPr>
          <a:xfrm>
            <a:off x="14716831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>
                <a:solidFill>
                  <a:schemeClr val="tx1"/>
                </a:solidFill>
                <a:latin typeface="+mn-lt"/>
              </a:rPr>
              <a:t>BIG-IP Next</a:t>
            </a:r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CD2D6C6F-5BB0-02BE-7E60-7A4C93344354}"/>
              </a:ext>
            </a:extLst>
          </p:cNvPr>
          <p:cNvSpPr/>
          <p:nvPr userDrawn="1"/>
        </p:nvSpPr>
        <p:spPr>
          <a:xfrm>
            <a:off x="14804987" y="6024739"/>
            <a:ext cx="338462" cy="338462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995CA7C8-43C8-9177-771A-2B331007DBDB}"/>
              </a:ext>
            </a:extLst>
          </p:cNvPr>
          <p:cNvSpPr/>
          <p:nvPr userDrawn="1"/>
        </p:nvSpPr>
        <p:spPr>
          <a:xfrm>
            <a:off x="13843869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>
                <a:solidFill>
                  <a:schemeClr val="tx1"/>
                </a:solidFill>
                <a:latin typeface="+mn-lt"/>
              </a:rPr>
              <a:t>Distributed Cloud</a:t>
            </a: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F54435AC-B557-E619-7AF9-1EF67D22890F}"/>
              </a:ext>
            </a:extLst>
          </p:cNvPr>
          <p:cNvSpPr/>
          <p:nvPr userDrawn="1"/>
        </p:nvSpPr>
        <p:spPr>
          <a:xfrm>
            <a:off x="15568415" y="6388493"/>
            <a:ext cx="91440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000" kern="100">
                <a:solidFill>
                  <a:schemeClr val="tx1"/>
                </a:solidFill>
                <a:latin typeface="+mn-lt"/>
              </a:rPr>
              <a:t>BIG-IP</a:t>
            </a:r>
          </a:p>
        </p:txBody>
      </p:sp>
      <p:sp>
        <p:nvSpPr>
          <p:cNvPr id="106" name="Oval 105">
            <a:extLst>
              <a:ext uri="{FF2B5EF4-FFF2-40B4-BE49-F238E27FC236}">
                <a16:creationId xmlns:a16="http://schemas.microsoft.com/office/drawing/2014/main" id="{70F0F76B-E369-1F78-FB03-015C7C2A6AC2}"/>
              </a:ext>
            </a:extLst>
          </p:cNvPr>
          <p:cNvSpPr/>
          <p:nvPr userDrawn="1"/>
        </p:nvSpPr>
        <p:spPr>
          <a:xfrm>
            <a:off x="13916887" y="6024739"/>
            <a:ext cx="338462" cy="33846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107" name="Oval 106">
            <a:extLst>
              <a:ext uri="{FF2B5EF4-FFF2-40B4-BE49-F238E27FC236}">
                <a16:creationId xmlns:a16="http://schemas.microsoft.com/office/drawing/2014/main" id="{41CC7003-7C39-27B9-770B-AFCC39E2925A}"/>
              </a:ext>
            </a:extLst>
          </p:cNvPr>
          <p:cNvSpPr/>
          <p:nvPr userDrawn="1"/>
        </p:nvSpPr>
        <p:spPr>
          <a:xfrm>
            <a:off x="15702617" y="6024739"/>
            <a:ext cx="338462" cy="33846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70D15D4C-B31E-A2B4-E818-FD7B4681FBBA}"/>
              </a:ext>
            </a:extLst>
          </p:cNvPr>
          <p:cNvSpPr/>
          <p:nvPr userDrawn="1"/>
        </p:nvSpPr>
        <p:spPr>
          <a:xfrm>
            <a:off x="16491659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>
                <a:solidFill>
                  <a:schemeClr val="tx1"/>
                </a:solidFill>
                <a:latin typeface="+mn-lt"/>
              </a:rPr>
              <a:t>NGINX </a:t>
            </a:r>
          </a:p>
        </p:txBody>
      </p:sp>
      <p:sp>
        <p:nvSpPr>
          <p:cNvPr id="109" name="Oval 108">
            <a:extLst>
              <a:ext uri="{FF2B5EF4-FFF2-40B4-BE49-F238E27FC236}">
                <a16:creationId xmlns:a16="http://schemas.microsoft.com/office/drawing/2014/main" id="{084EAA1E-423E-B855-8E6C-B6E5E2160E5D}"/>
              </a:ext>
            </a:extLst>
          </p:cNvPr>
          <p:cNvSpPr/>
          <p:nvPr userDrawn="1"/>
        </p:nvSpPr>
        <p:spPr>
          <a:xfrm>
            <a:off x="16590717" y="6024739"/>
            <a:ext cx="338462" cy="33846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87636750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A836E480-E42E-4AF7-9F2C-0D6D6C9E201E}"/>
              </a:ext>
            </a:extLst>
          </p:cNvPr>
          <p:cNvSpPr/>
          <p:nvPr userDrawn="1"/>
        </p:nvSpPr>
        <p:spPr>
          <a:xfrm>
            <a:off x="6093265" y="0"/>
            <a:ext cx="6098736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US" kern="10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20" name="Picture Placeholder 3">
            <a:extLst>
              <a:ext uri="{FF2B5EF4-FFF2-40B4-BE49-F238E27FC236}">
                <a16:creationId xmlns:a16="http://schemas.microsoft.com/office/drawing/2014/main" id="{8AD9881D-B00A-4247-8DF7-BEE9578ADBC5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6093265" y="94488"/>
            <a:ext cx="6098736" cy="6763511"/>
          </a:xfrm>
          <a:prstGeom prst="rect">
            <a:avLst/>
          </a:prstGeom>
          <a:noFill/>
        </p:spPr>
        <p:txBody>
          <a:bodyPr lIns="274320" tIns="274320" rIns="274320" bIns="274320"/>
          <a:lstStyle>
            <a:lvl1pPr algn="ctr">
              <a:buNone/>
              <a:defRPr sz="1800"/>
            </a:lvl1pPr>
          </a:lstStyle>
          <a:p>
            <a:r>
              <a:rPr lang="en-US"/>
              <a:t>Click icon below to insert a photo</a:t>
            </a:r>
          </a:p>
        </p:txBody>
      </p:sp>
      <p:sp>
        <p:nvSpPr>
          <p:cNvPr id="37" name="Content Placeholder 2">
            <a:extLst>
              <a:ext uri="{FF2B5EF4-FFF2-40B4-BE49-F238E27FC236}">
                <a16:creationId xmlns:a16="http://schemas.microsoft.com/office/drawing/2014/main" id="{CB74AC72-DDAB-49D1-8286-ABBA64795E3E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69223" y="1967113"/>
            <a:ext cx="5164134" cy="4319387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870FF31-9141-4408-B4D2-D6D124989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5176157" cy="75399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56F043C-92B1-4F33-A948-6B9D078B26E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489503" y="6431001"/>
            <a:ext cx="245678" cy="245297"/>
          </a:xfrm>
          <a:blipFill>
            <a:blip r:embed="rId2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7" name="Footer Placeholder 10">
            <a:extLst>
              <a:ext uri="{FF2B5EF4-FFF2-40B4-BE49-F238E27FC236}">
                <a16:creationId xmlns:a16="http://schemas.microsoft.com/office/drawing/2014/main" id="{88866E84-0A57-4668-B531-68C5A5DCE6A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83296D1-7B2C-9B6B-7019-97F1AE988EC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0" y="0"/>
            <a:ext cx="12192000" cy="944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75660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t and 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A836E480-E42E-4AF7-9F2C-0D6D6C9E201E}"/>
              </a:ext>
            </a:extLst>
          </p:cNvPr>
          <p:cNvSpPr/>
          <p:nvPr userDrawn="1"/>
        </p:nvSpPr>
        <p:spPr>
          <a:xfrm>
            <a:off x="6093265" y="0"/>
            <a:ext cx="6098736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US" kern="10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37" name="Content Placeholder 2">
            <a:extLst>
              <a:ext uri="{FF2B5EF4-FFF2-40B4-BE49-F238E27FC236}">
                <a16:creationId xmlns:a16="http://schemas.microsoft.com/office/drawing/2014/main" id="{CB74AC72-DDAB-49D1-8286-ABBA64795E3E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69223" y="1967113"/>
            <a:ext cx="5164134" cy="4319387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870FF31-9141-4408-B4D2-D6D124989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5176157" cy="75399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56F043C-92B1-4F33-A948-6B9D078B26E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489503" y="6431001"/>
            <a:ext cx="245678" cy="245297"/>
          </a:xfrm>
          <a:blipFill>
            <a:blip r:embed="rId2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7" name="Footer Placeholder 10">
            <a:extLst>
              <a:ext uri="{FF2B5EF4-FFF2-40B4-BE49-F238E27FC236}">
                <a16:creationId xmlns:a16="http://schemas.microsoft.com/office/drawing/2014/main" id="{88866E84-0A57-4668-B531-68C5A5DCE6A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83296D1-7B2C-9B6B-7019-97F1AE988EC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0" y="0"/>
            <a:ext cx="12192000" cy="944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46781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ntent and 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872356C1-A1F6-C42E-9BC9-2504C867A84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5358302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60" imgH="360" progId="TCLayout.ActiveDocument.1">
                  <p:embed/>
                </p:oleObj>
              </mc:Choice>
              <mc:Fallback>
                <p:oleObj name="think-cell Slide" r:id="rId3" imgW="360" imgH="36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72356C1-A1F6-C42E-9BC9-2504C867A84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" name="Rectangle 16">
            <a:extLst>
              <a:ext uri="{FF2B5EF4-FFF2-40B4-BE49-F238E27FC236}">
                <a16:creationId xmlns:a16="http://schemas.microsoft.com/office/drawing/2014/main" id="{A836E480-E42E-4AF7-9F2C-0D6D6C9E201E}"/>
              </a:ext>
            </a:extLst>
          </p:cNvPr>
          <p:cNvSpPr/>
          <p:nvPr userDrawn="1"/>
        </p:nvSpPr>
        <p:spPr>
          <a:xfrm>
            <a:off x="5158946" y="0"/>
            <a:ext cx="7033055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US" kern="10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37" name="Content Placeholder 2">
            <a:extLst>
              <a:ext uri="{FF2B5EF4-FFF2-40B4-BE49-F238E27FC236}">
                <a16:creationId xmlns:a16="http://schemas.microsoft.com/office/drawing/2014/main" id="{CB74AC72-DDAB-49D1-8286-ABBA64795E3E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69223" y="1967113"/>
            <a:ext cx="4364132" cy="4319387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870FF31-9141-4408-B4D2-D6D124989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457200"/>
            <a:ext cx="4374292" cy="753995"/>
          </a:xfr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56F043C-92B1-4F33-A948-6B9D078B26E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489503" y="6431001"/>
            <a:ext cx="245678" cy="245297"/>
          </a:xfrm>
          <a:blipFill>
            <a:blip r:embed="rId5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7" name="Footer Placeholder 10">
            <a:extLst>
              <a:ext uri="{FF2B5EF4-FFF2-40B4-BE49-F238E27FC236}">
                <a16:creationId xmlns:a16="http://schemas.microsoft.com/office/drawing/2014/main" id="{88866E84-0A57-4668-B531-68C5A5DCE6A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83296D1-7B2C-9B6B-7019-97F1AE988ECB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0" y="0"/>
            <a:ext cx="12192000" cy="944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92541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 and photo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42193922-250C-D740-A91E-0F1BF41B61A8}"/>
              </a:ext>
            </a:extLst>
          </p:cNvPr>
          <p:cNvSpPr/>
          <p:nvPr userDrawn="1"/>
        </p:nvSpPr>
        <p:spPr>
          <a:xfrm>
            <a:off x="0" y="0"/>
            <a:ext cx="6098736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US" kern="10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19" name="Picture Placeholder 3">
            <a:extLst>
              <a:ext uri="{FF2B5EF4-FFF2-40B4-BE49-F238E27FC236}">
                <a16:creationId xmlns:a16="http://schemas.microsoft.com/office/drawing/2014/main" id="{A2524182-F3AA-A449-A811-1F42DD3BE45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0" y="91440"/>
            <a:ext cx="6098736" cy="6766559"/>
          </a:xfrm>
          <a:prstGeom prst="rect">
            <a:avLst/>
          </a:prstGeom>
          <a:noFill/>
        </p:spPr>
        <p:txBody>
          <a:bodyPr lIns="274320" tIns="274320" rIns="274320" bIns="274320"/>
          <a:lstStyle>
            <a:lvl1pPr algn="ctr">
              <a:buNone/>
              <a:defRPr sz="1800"/>
            </a:lvl1pPr>
          </a:lstStyle>
          <a:p>
            <a:r>
              <a:rPr lang="en-US"/>
              <a:t>Click icon below to insert a photo</a:t>
            </a:r>
          </a:p>
        </p:txBody>
      </p:sp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3477760C-3274-4510-B4C1-514FA1F1FE3E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570667" y="1967113"/>
            <a:ext cx="5164134" cy="43193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F10EF53-26EC-4206-AAE1-524C87D742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67616" y="457200"/>
            <a:ext cx="5176215" cy="75399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32" name="Graphic 31">
            <a:extLst>
              <a:ext uri="{FF2B5EF4-FFF2-40B4-BE49-F238E27FC236}">
                <a16:creationId xmlns:a16="http://schemas.microsoft.com/office/drawing/2014/main" id="{97316C92-AC84-494D-9E23-16873326D9D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89503" y="6431000"/>
            <a:ext cx="250273" cy="25027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B3F92E6-42AB-1878-38FB-A29C954AADDE}"/>
              </a:ext>
            </a:extLst>
          </p:cNvPr>
          <p:cNvSpPr txBox="1"/>
          <p:nvPr userDrawn="1"/>
        </p:nvSpPr>
        <p:spPr>
          <a:xfrm>
            <a:off x="681343" y="6501327"/>
            <a:ext cx="730016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r>
              <a:rPr lang="en-US" sz="750" kern="100" cap="all" spc="10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©</a:t>
            </a:r>
            <a:r>
              <a:rPr lang="en-US" sz="750" kern="100" cap="all" spc="2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2025 F5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452F96B-6FC9-D964-892E-6247084A78BD}"/>
              </a:ext>
            </a:extLst>
          </p:cNvPr>
          <p:cNvSpPr txBox="1"/>
          <p:nvPr userDrawn="1"/>
        </p:nvSpPr>
        <p:spPr>
          <a:xfrm>
            <a:off x="6805" y="6501327"/>
            <a:ext cx="567398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 algn="r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  <a:buFont typeface="Arial" panose="020B0604020202020204" pitchFamily="34" charset="0"/>
              <a:buChar char="​"/>
            </a:pPr>
            <a:fld id="{CB0320B6-2A61-43CE-9396-B5C4FB4B7D43}" type="slidenum">
              <a:rPr lang="en-US" sz="750" b="0" kern="100" cap="all" spc="50" smtClean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pPr marL="0" lvl="4" algn="r">
                <a:lnSpc>
                  <a:spcPct val="85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5"/>
                </a:buClr>
                <a:buFont typeface="Arial" panose="020B0604020202020204" pitchFamily="34" charset="0"/>
                <a:buChar char="​"/>
              </a:pPr>
              <a:t>‹#›</a:t>
            </a:fld>
            <a:endParaRPr lang="en-US" sz="750" b="0" kern="100" cap="all" spc="50">
              <a:solidFill>
                <a:schemeClr val="tx1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5" name="Footer Placeholder 10">
            <a:extLst>
              <a:ext uri="{FF2B5EF4-FFF2-40B4-BE49-F238E27FC236}">
                <a16:creationId xmlns:a16="http://schemas.microsoft.com/office/drawing/2014/main" id="{B986DCA8-99AD-45A9-C6DE-4FCE903F4E4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254AF8A-6035-75DE-7938-BAB50A0CE7EC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0" y="0"/>
            <a:ext cx="12192000" cy="9448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2DD4E07-F000-9153-6168-82D2AF6D093E}"/>
              </a:ext>
            </a:extLst>
          </p:cNvPr>
          <p:cNvSpPr txBox="1"/>
          <p:nvPr userDrawn="1"/>
        </p:nvSpPr>
        <p:spPr>
          <a:xfrm>
            <a:off x="13920953" y="10706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/>
              <a:t>Primary palette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12D84445-4FD1-1512-74C9-9F6AE3288F97}"/>
              </a:ext>
            </a:extLst>
          </p:cNvPr>
          <p:cNvSpPr/>
          <p:nvPr userDrawn="1"/>
        </p:nvSpPr>
        <p:spPr>
          <a:xfrm>
            <a:off x="13959929" y="377353"/>
            <a:ext cx="618392" cy="618392"/>
          </a:xfrm>
          <a:prstGeom prst="ellipse">
            <a:avLst/>
          </a:prstGeom>
          <a:solidFill>
            <a:srgbClr val="E400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1F17F4B-BD9E-FF26-DC11-A814A0E7DFAA}"/>
              </a:ext>
            </a:extLst>
          </p:cNvPr>
          <p:cNvSpPr/>
          <p:nvPr userDrawn="1"/>
        </p:nvSpPr>
        <p:spPr>
          <a:xfrm>
            <a:off x="15084675" y="517318"/>
            <a:ext cx="338462" cy="338462"/>
          </a:xfrm>
          <a:prstGeom prst="ellipse">
            <a:avLst/>
          </a:prstGeom>
          <a:solidFill>
            <a:srgbClr val="F7B2B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A9639A10-033B-B6CA-637B-FEF33DF8AE04}"/>
              </a:ext>
            </a:extLst>
          </p:cNvPr>
          <p:cNvSpPr/>
          <p:nvPr userDrawn="1"/>
        </p:nvSpPr>
        <p:spPr>
          <a:xfrm>
            <a:off x="15584292" y="517318"/>
            <a:ext cx="338462" cy="338462"/>
          </a:xfrm>
          <a:prstGeom prst="ellipse">
            <a:avLst/>
          </a:prstGeom>
          <a:solidFill>
            <a:srgbClr val="F066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ADCA426B-F29B-6B77-9DEB-C696A8F9D25B}"/>
              </a:ext>
            </a:extLst>
          </p:cNvPr>
          <p:cNvSpPr/>
          <p:nvPr userDrawn="1"/>
        </p:nvSpPr>
        <p:spPr>
          <a:xfrm>
            <a:off x="16083909" y="517318"/>
            <a:ext cx="338462" cy="338462"/>
          </a:xfrm>
          <a:prstGeom prst="ellipse">
            <a:avLst/>
          </a:prstGeom>
          <a:solidFill>
            <a:srgbClr val="A7002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66316AC7-DD5D-9B4B-7B3B-7D9D0EB9CC9F}"/>
              </a:ext>
            </a:extLst>
          </p:cNvPr>
          <p:cNvSpPr/>
          <p:nvPr userDrawn="1"/>
        </p:nvSpPr>
        <p:spPr>
          <a:xfrm>
            <a:off x="16583525" y="517318"/>
            <a:ext cx="338462" cy="338462"/>
          </a:xfrm>
          <a:prstGeom prst="ellipse">
            <a:avLst/>
          </a:prstGeom>
          <a:solidFill>
            <a:srgbClr val="72001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0C56D6D-99EF-F531-88E1-7672668A7BA1}"/>
              </a:ext>
            </a:extLst>
          </p:cNvPr>
          <p:cNvSpPr txBox="1"/>
          <p:nvPr userDrawn="1"/>
        </p:nvSpPr>
        <p:spPr>
          <a:xfrm>
            <a:off x="15053447" y="10706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/>
              <a:t>Secondary palette</a:t>
            </a:r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D85F598C-83C2-70F9-EA44-831BB630A6BA}"/>
              </a:ext>
            </a:extLst>
          </p:cNvPr>
          <p:cNvSpPr/>
          <p:nvPr userDrawn="1"/>
        </p:nvSpPr>
        <p:spPr>
          <a:xfrm>
            <a:off x="13959929" y="1097294"/>
            <a:ext cx="618392" cy="618392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D089E30F-13B4-AFF1-7BF4-164437FA2D50}"/>
              </a:ext>
            </a:extLst>
          </p:cNvPr>
          <p:cNvSpPr/>
          <p:nvPr userDrawn="1"/>
        </p:nvSpPr>
        <p:spPr>
          <a:xfrm>
            <a:off x="15084675" y="1237259"/>
            <a:ext cx="338462" cy="338462"/>
          </a:xfrm>
          <a:prstGeom prst="ellipse">
            <a:avLst/>
          </a:prstGeom>
          <a:solidFill>
            <a:srgbClr val="FBE1C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18DBB353-0D0A-2BAF-6264-687C6AF7F093}"/>
              </a:ext>
            </a:extLst>
          </p:cNvPr>
          <p:cNvSpPr/>
          <p:nvPr userDrawn="1"/>
        </p:nvSpPr>
        <p:spPr>
          <a:xfrm>
            <a:off x="15584292" y="1237259"/>
            <a:ext cx="338462" cy="338462"/>
          </a:xfrm>
          <a:prstGeom prst="ellipse">
            <a:avLst/>
          </a:prstGeom>
          <a:solidFill>
            <a:srgbClr val="F7C2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AC7EE077-3538-1C28-AA85-61A637105B6B}"/>
              </a:ext>
            </a:extLst>
          </p:cNvPr>
          <p:cNvSpPr/>
          <p:nvPr userDrawn="1"/>
        </p:nvSpPr>
        <p:spPr>
          <a:xfrm>
            <a:off x="16083909" y="1237259"/>
            <a:ext cx="338462" cy="338462"/>
          </a:xfrm>
          <a:prstGeom prst="ellipse">
            <a:avLst/>
          </a:prstGeom>
          <a:solidFill>
            <a:srgbClr val="B2742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CDECCE2E-C90B-B27C-8C65-BDD52B35B845}"/>
              </a:ext>
            </a:extLst>
          </p:cNvPr>
          <p:cNvSpPr/>
          <p:nvPr userDrawn="1"/>
        </p:nvSpPr>
        <p:spPr>
          <a:xfrm>
            <a:off x="16583525" y="1237259"/>
            <a:ext cx="338462" cy="338462"/>
          </a:xfrm>
          <a:prstGeom prst="ellipse">
            <a:avLst/>
          </a:prstGeom>
          <a:solidFill>
            <a:srgbClr val="794D1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C56350B3-8637-9087-A617-F5913AF4FAC0}"/>
              </a:ext>
            </a:extLst>
          </p:cNvPr>
          <p:cNvSpPr/>
          <p:nvPr userDrawn="1"/>
        </p:nvSpPr>
        <p:spPr>
          <a:xfrm>
            <a:off x="13959929" y="1817235"/>
            <a:ext cx="618392" cy="6183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4CFAA941-D796-5C5C-71F8-D24527046967}"/>
              </a:ext>
            </a:extLst>
          </p:cNvPr>
          <p:cNvSpPr/>
          <p:nvPr userDrawn="1"/>
        </p:nvSpPr>
        <p:spPr>
          <a:xfrm>
            <a:off x="15084675" y="1957200"/>
            <a:ext cx="338462" cy="338462"/>
          </a:xfrm>
          <a:prstGeom prst="ellipse">
            <a:avLst/>
          </a:prstGeom>
          <a:solidFill>
            <a:srgbClr val="B7C6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58A509D3-E830-BED4-E1C5-D8BA64E761C2}"/>
              </a:ext>
            </a:extLst>
          </p:cNvPr>
          <p:cNvSpPr/>
          <p:nvPr userDrawn="1"/>
        </p:nvSpPr>
        <p:spPr>
          <a:xfrm>
            <a:off x="15584292" y="1957200"/>
            <a:ext cx="338462" cy="338462"/>
          </a:xfrm>
          <a:prstGeom prst="ellipse">
            <a:avLst/>
          </a:prstGeom>
          <a:solidFill>
            <a:srgbClr val="6E8D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BE5C9BBF-5DAF-AB38-BBE2-E51C55EE2858}"/>
              </a:ext>
            </a:extLst>
          </p:cNvPr>
          <p:cNvSpPr/>
          <p:nvPr userDrawn="1"/>
        </p:nvSpPr>
        <p:spPr>
          <a:xfrm>
            <a:off x="16083909" y="1957200"/>
            <a:ext cx="338462" cy="338462"/>
          </a:xfrm>
          <a:prstGeom prst="ellipse">
            <a:avLst/>
          </a:prstGeom>
          <a:solidFill>
            <a:srgbClr val="0B31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BD8C5B37-9156-498A-DDF5-A2C48FA2FBCD}"/>
              </a:ext>
            </a:extLst>
          </p:cNvPr>
          <p:cNvSpPr/>
          <p:nvPr userDrawn="1"/>
        </p:nvSpPr>
        <p:spPr>
          <a:xfrm>
            <a:off x="16583525" y="1957200"/>
            <a:ext cx="338462" cy="338462"/>
          </a:xfrm>
          <a:prstGeom prst="ellipse">
            <a:avLst/>
          </a:prstGeom>
          <a:solidFill>
            <a:srgbClr val="07215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E8B3B4FB-A60B-CAF1-7FE6-FCCD3CCA56BB}"/>
              </a:ext>
            </a:extLst>
          </p:cNvPr>
          <p:cNvSpPr/>
          <p:nvPr userDrawn="1"/>
        </p:nvSpPr>
        <p:spPr>
          <a:xfrm>
            <a:off x="13959929" y="2537176"/>
            <a:ext cx="618392" cy="618392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AF0A2212-0E20-9ED2-7C1A-DDF3F85C7BF4}"/>
              </a:ext>
            </a:extLst>
          </p:cNvPr>
          <p:cNvSpPr/>
          <p:nvPr userDrawn="1"/>
        </p:nvSpPr>
        <p:spPr>
          <a:xfrm>
            <a:off x="15084675" y="2677141"/>
            <a:ext cx="338462" cy="338462"/>
          </a:xfrm>
          <a:prstGeom prst="ellipse">
            <a:avLst/>
          </a:prstGeom>
          <a:solidFill>
            <a:srgbClr val="E6BE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5FC1A10C-8FD4-B11C-FF96-D67F53CC3F26}"/>
              </a:ext>
            </a:extLst>
          </p:cNvPr>
          <p:cNvSpPr/>
          <p:nvPr userDrawn="1"/>
        </p:nvSpPr>
        <p:spPr>
          <a:xfrm>
            <a:off x="15584292" y="2677141"/>
            <a:ext cx="338462" cy="338462"/>
          </a:xfrm>
          <a:prstGeom prst="ellipse">
            <a:avLst/>
          </a:prstGeom>
          <a:solidFill>
            <a:srgbClr val="CD7DB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15B53C20-DA6F-1B1E-0D22-427245385CE8}"/>
              </a:ext>
            </a:extLst>
          </p:cNvPr>
          <p:cNvSpPr/>
          <p:nvPr userDrawn="1"/>
        </p:nvSpPr>
        <p:spPr>
          <a:xfrm>
            <a:off x="16083909" y="2677141"/>
            <a:ext cx="338462" cy="338462"/>
          </a:xfrm>
          <a:prstGeom prst="ellipse">
            <a:avLst/>
          </a:prstGeom>
          <a:solidFill>
            <a:srgbClr val="801D6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3E8415A1-08FD-17CF-7214-6DBAE36A7DD6}"/>
              </a:ext>
            </a:extLst>
          </p:cNvPr>
          <p:cNvSpPr/>
          <p:nvPr userDrawn="1"/>
        </p:nvSpPr>
        <p:spPr>
          <a:xfrm>
            <a:off x="16583525" y="2677141"/>
            <a:ext cx="338462" cy="338462"/>
          </a:xfrm>
          <a:prstGeom prst="ellipse">
            <a:avLst/>
          </a:prstGeom>
          <a:solidFill>
            <a:srgbClr val="5614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907605E5-9140-A090-B18D-964149DA11CF}"/>
              </a:ext>
            </a:extLst>
          </p:cNvPr>
          <p:cNvSpPr/>
          <p:nvPr userDrawn="1"/>
        </p:nvSpPr>
        <p:spPr>
          <a:xfrm>
            <a:off x="13959929" y="3257117"/>
            <a:ext cx="618392" cy="61839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6B26D680-CFDF-1B8D-C142-4D7E4376D34B}"/>
              </a:ext>
            </a:extLst>
          </p:cNvPr>
          <p:cNvSpPr/>
          <p:nvPr userDrawn="1"/>
        </p:nvSpPr>
        <p:spPr>
          <a:xfrm>
            <a:off x="15084675" y="3397082"/>
            <a:ext cx="338462" cy="338462"/>
          </a:xfrm>
          <a:prstGeom prst="ellipse">
            <a:avLst/>
          </a:prstGeom>
          <a:solidFill>
            <a:srgbClr val="B2DFC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A8AF9799-7221-92FE-CA87-E9BBE299B495}"/>
              </a:ext>
            </a:extLst>
          </p:cNvPr>
          <p:cNvSpPr/>
          <p:nvPr userDrawn="1"/>
        </p:nvSpPr>
        <p:spPr>
          <a:xfrm>
            <a:off x="15584292" y="3397082"/>
            <a:ext cx="338462" cy="338462"/>
          </a:xfrm>
          <a:prstGeom prst="ellipse">
            <a:avLst/>
          </a:prstGeom>
          <a:solidFill>
            <a:srgbClr val="66C0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5" name="Oval 84">
            <a:extLst>
              <a:ext uri="{FF2B5EF4-FFF2-40B4-BE49-F238E27FC236}">
                <a16:creationId xmlns:a16="http://schemas.microsoft.com/office/drawing/2014/main" id="{04980848-DF4F-F871-8623-C1FA3FE4ADC0}"/>
              </a:ext>
            </a:extLst>
          </p:cNvPr>
          <p:cNvSpPr/>
          <p:nvPr userDrawn="1"/>
        </p:nvSpPr>
        <p:spPr>
          <a:xfrm>
            <a:off x="16083909" y="3397082"/>
            <a:ext cx="338462" cy="338462"/>
          </a:xfrm>
          <a:prstGeom prst="ellipse">
            <a:avLst/>
          </a:prstGeom>
          <a:solidFill>
            <a:srgbClr val="0071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16AB1725-4334-DFB6-0E9D-2E96491E3ACA}"/>
              </a:ext>
            </a:extLst>
          </p:cNvPr>
          <p:cNvSpPr/>
          <p:nvPr userDrawn="1"/>
        </p:nvSpPr>
        <p:spPr>
          <a:xfrm>
            <a:off x="16583525" y="3397082"/>
            <a:ext cx="338462" cy="338462"/>
          </a:xfrm>
          <a:prstGeom prst="ellipse">
            <a:avLst/>
          </a:prstGeom>
          <a:solidFill>
            <a:srgbClr val="004B1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C9E0006C-32B7-3A8C-64FD-816ACCC4C3D4}"/>
              </a:ext>
            </a:extLst>
          </p:cNvPr>
          <p:cNvSpPr/>
          <p:nvPr userDrawn="1"/>
        </p:nvSpPr>
        <p:spPr>
          <a:xfrm>
            <a:off x="13959929" y="3977058"/>
            <a:ext cx="618392" cy="6183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C8ECAA91-86FF-899A-AD05-4C0C11CF247C}"/>
              </a:ext>
            </a:extLst>
          </p:cNvPr>
          <p:cNvSpPr/>
          <p:nvPr userDrawn="1"/>
        </p:nvSpPr>
        <p:spPr>
          <a:xfrm>
            <a:off x="15084675" y="4117023"/>
            <a:ext cx="338462" cy="338462"/>
          </a:xfrm>
          <a:prstGeom prst="ellipse">
            <a:avLst/>
          </a:prstGeom>
          <a:solidFill>
            <a:srgbClr val="D0BC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E06916B0-8313-CB67-ED8A-7586D202A4F7}"/>
              </a:ext>
            </a:extLst>
          </p:cNvPr>
          <p:cNvSpPr/>
          <p:nvPr userDrawn="1"/>
        </p:nvSpPr>
        <p:spPr>
          <a:xfrm>
            <a:off x="15584292" y="4117023"/>
            <a:ext cx="338462" cy="338462"/>
          </a:xfrm>
          <a:prstGeom prst="ellipse">
            <a:avLst/>
          </a:prstGeom>
          <a:solidFill>
            <a:srgbClr val="A17AB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69D4F9D6-A32C-A129-4D58-4AC423313F3F}"/>
              </a:ext>
            </a:extLst>
          </p:cNvPr>
          <p:cNvSpPr/>
          <p:nvPr userDrawn="1"/>
        </p:nvSpPr>
        <p:spPr>
          <a:xfrm>
            <a:off x="16083909" y="4117023"/>
            <a:ext cx="338462" cy="338462"/>
          </a:xfrm>
          <a:prstGeom prst="ellipse">
            <a:avLst/>
          </a:prstGeom>
          <a:solidFill>
            <a:srgbClr val="3813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C369822D-99D8-48B0-BBFD-370FDCE251BC}"/>
              </a:ext>
            </a:extLst>
          </p:cNvPr>
          <p:cNvSpPr/>
          <p:nvPr userDrawn="1"/>
        </p:nvSpPr>
        <p:spPr>
          <a:xfrm>
            <a:off x="16583525" y="4117023"/>
            <a:ext cx="338462" cy="338462"/>
          </a:xfrm>
          <a:prstGeom prst="ellipse">
            <a:avLst/>
          </a:prstGeom>
          <a:solidFill>
            <a:srgbClr val="250D3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CFC90B09-9ACB-A54B-1813-6F639C86596B}"/>
              </a:ext>
            </a:extLst>
          </p:cNvPr>
          <p:cNvSpPr/>
          <p:nvPr userDrawn="1"/>
        </p:nvSpPr>
        <p:spPr>
          <a:xfrm>
            <a:off x="13959929" y="4652930"/>
            <a:ext cx="618392" cy="618392"/>
          </a:xfrm>
          <a:prstGeom prst="ellipse">
            <a:avLst/>
          </a:prstGeom>
          <a:solidFill>
            <a:srgbClr val="007B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E12BE93C-8567-3B9A-5A7A-70632EFFC2F4}"/>
              </a:ext>
            </a:extLst>
          </p:cNvPr>
          <p:cNvSpPr/>
          <p:nvPr userDrawn="1"/>
        </p:nvSpPr>
        <p:spPr>
          <a:xfrm>
            <a:off x="15084675" y="4836963"/>
            <a:ext cx="338462" cy="338462"/>
          </a:xfrm>
          <a:prstGeom prst="ellipse">
            <a:avLst/>
          </a:prstGeom>
          <a:solidFill>
            <a:srgbClr val="B2D7E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7CE3D713-1BB6-FC48-773D-77AA53434705}"/>
              </a:ext>
            </a:extLst>
          </p:cNvPr>
          <p:cNvSpPr/>
          <p:nvPr userDrawn="1"/>
        </p:nvSpPr>
        <p:spPr>
          <a:xfrm>
            <a:off x="15584292" y="4836963"/>
            <a:ext cx="338462" cy="338462"/>
          </a:xfrm>
          <a:prstGeom prst="ellipse">
            <a:avLst/>
          </a:prstGeom>
          <a:solidFill>
            <a:srgbClr val="66AF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7FCFAE8E-9525-7436-BC10-FAE8DA64DB1C}"/>
              </a:ext>
            </a:extLst>
          </p:cNvPr>
          <p:cNvSpPr/>
          <p:nvPr userDrawn="1"/>
        </p:nvSpPr>
        <p:spPr>
          <a:xfrm>
            <a:off x="16083909" y="4836963"/>
            <a:ext cx="338462" cy="338462"/>
          </a:xfrm>
          <a:prstGeom prst="ellipse">
            <a:avLst/>
          </a:prstGeom>
          <a:solidFill>
            <a:srgbClr val="005C8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6" name="Oval 95">
            <a:extLst>
              <a:ext uri="{FF2B5EF4-FFF2-40B4-BE49-F238E27FC236}">
                <a16:creationId xmlns:a16="http://schemas.microsoft.com/office/drawing/2014/main" id="{CE89D14E-7157-7E11-6B0E-41FC7C21DC4F}"/>
              </a:ext>
            </a:extLst>
          </p:cNvPr>
          <p:cNvSpPr/>
          <p:nvPr userDrawn="1"/>
        </p:nvSpPr>
        <p:spPr>
          <a:xfrm>
            <a:off x="16583525" y="4836963"/>
            <a:ext cx="338462" cy="338462"/>
          </a:xfrm>
          <a:prstGeom prst="ellipse">
            <a:avLst/>
          </a:prstGeom>
          <a:solidFill>
            <a:srgbClr val="003D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3B66C253-DB1A-4E6A-3F79-7139B76D5D26}"/>
              </a:ext>
            </a:extLst>
          </p:cNvPr>
          <p:cNvSpPr txBox="1"/>
          <p:nvPr userDrawn="1"/>
        </p:nvSpPr>
        <p:spPr>
          <a:xfrm>
            <a:off x="13920953" y="570792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/>
              <a:t>Product Group Colors</a:t>
            </a:r>
          </a:p>
        </p:txBody>
      </p: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8D734C62-C39D-38AB-D164-57081770DE02}"/>
              </a:ext>
            </a:extLst>
          </p:cNvPr>
          <p:cNvCxnSpPr>
            <a:cxnSpLocks/>
          </p:cNvCxnSpPr>
          <p:nvPr userDrawn="1"/>
        </p:nvCxnSpPr>
        <p:spPr>
          <a:xfrm>
            <a:off x="13920953" y="5583284"/>
            <a:ext cx="3109779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324CDB26-8CB9-5DF7-DA65-03DD596524F4}"/>
              </a:ext>
            </a:extLst>
          </p:cNvPr>
          <p:cNvCxnSpPr>
            <a:cxnSpLocks/>
          </p:cNvCxnSpPr>
          <p:nvPr userDrawn="1"/>
        </p:nvCxnSpPr>
        <p:spPr>
          <a:xfrm>
            <a:off x="13920953" y="0"/>
            <a:ext cx="907751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B951FFEB-6F2D-BEE1-96FF-C33DF22C5D5B}"/>
              </a:ext>
            </a:extLst>
          </p:cNvPr>
          <p:cNvCxnSpPr>
            <a:cxnSpLocks/>
          </p:cNvCxnSpPr>
          <p:nvPr userDrawn="1"/>
        </p:nvCxnSpPr>
        <p:spPr>
          <a:xfrm>
            <a:off x="15040681" y="0"/>
            <a:ext cx="1963661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Rectangle 100">
            <a:extLst>
              <a:ext uri="{FF2B5EF4-FFF2-40B4-BE49-F238E27FC236}">
                <a16:creationId xmlns:a16="http://schemas.microsoft.com/office/drawing/2014/main" id="{8E66A9BD-284B-A2A3-1F76-5A32DDFA7A02}"/>
              </a:ext>
            </a:extLst>
          </p:cNvPr>
          <p:cNvSpPr/>
          <p:nvPr userDrawn="1"/>
        </p:nvSpPr>
        <p:spPr>
          <a:xfrm>
            <a:off x="14716831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>
                <a:solidFill>
                  <a:schemeClr val="tx1"/>
                </a:solidFill>
                <a:latin typeface="+mn-lt"/>
              </a:rPr>
              <a:t>BIG-IP Next</a:t>
            </a:r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8239438C-9E17-79C1-8E62-18A02713FE1B}"/>
              </a:ext>
            </a:extLst>
          </p:cNvPr>
          <p:cNvSpPr/>
          <p:nvPr userDrawn="1"/>
        </p:nvSpPr>
        <p:spPr>
          <a:xfrm>
            <a:off x="14804987" y="6024739"/>
            <a:ext cx="338462" cy="338462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7D55A8E0-CD66-6479-CC8B-E6B6D226BBCD}"/>
              </a:ext>
            </a:extLst>
          </p:cNvPr>
          <p:cNvSpPr/>
          <p:nvPr userDrawn="1"/>
        </p:nvSpPr>
        <p:spPr>
          <a:xfrm>
            <a:off x="13843869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>
                <a:solidFill>
                  <a:schemeClr val="tx1"/>
                </a:solidFill>
                <a:latin typeface="+mn-lt"/>
              </a:rPr>
              <a:t>Distributed Cloud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61C3586E-4514-288C-21E1-19001124FF7B}"/>
              </a:ext>
            </a:extLst>
          </p:cNvPr>
          <p:cNvSpPr/>
          <p:nvPr userDrawn="1"/>
        </p:nvSpPr>
        <p:spPr>
          <a:xfrm>
            <a:off x="15568415" y="6388493"/>
            <a:ext cx="91440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000" kern="100">
                <a:solidFill>
                  <a:schemeClr val="tx1"/>
                </a:solidFill>
                <a:latin typeface="+mn-lt"/>
              </a:rPr>
              <a:t>BIG-IP</a:t>
            </a:r>
          </a:p>
        </p:txBody>
      </p:sp>
      <p:sp>
        <p:nvSpPr>
          <p:cNvPr id="105" name="Oval 104">
            <a:extLst>
              <a:ext uri="{FF2B5EF4-FFF2-40B4-BE49-F238E27FC236}">
                <a16:creationId xmlns:a16="http://schemas.microsoft.com/office/drawing/2014/main" id="{100A3F77-04E0-F29C-610C-2122FE8DCE90}"/>
              </a:ext>
            </a:extLst>
          </p:cNvPr>
          <p:cNvSpPr/>
          <p:nvPr userDrawn="1"/>
        </p:nvSpPr>
        <p:spPr>
          <a:xfrm>
            <a:off x="13916887" y="6024739"/>
            <a:ext cx="338462" cy="33846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106" name="Oval 105">
            <a:extLst>
              <a:ext uri="{FF2B5EF4-FFF2-40B4-BE49-F238E27FC236}">
                <a16:creationId xmlns:a16="http://schemas.microsoft.com/office/drawing/2014/main" id="{832AC46D-01CE-E2A3-BD35-94C1B9C2EDC5}"/>
              </a:ext>
            </a:extLst>
          </p:cNvPr>
          <p:cNvSpPr/>
          <p:nvPr userDrawn="1"/>
        </p:nvSpPr>
        <p:spPr>
          <a:xfrm>
            <a:off x="15702617" y="6024739"/>
            <a:ext cx="338462" cy="33846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4BC18EF0-4F5C-9148-8D46-0A075E1EDFE7}"/>
              </a:ext>
            </a:extLst>
          </p:cNvPr>
          <p:cNvSpPr/>
          <p:nvPr userDrawn="1"/>
        </p:nvSpPr>
        <p:spPr>
          <a:xfrm>
            <a:off x="16491659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>
                <a:solidFill>
                  <a:schemeClr val="tx1"/>
                </a:solidFill>
                <a:latin typeface="+mn-lt"/>
              </a:rPr>
              <a:t>NGINX </a:t>
            </a:r>
          </a:p>
        </p:txBody>
      </p:sp>
      <p:sp>
        <p:nvSpPr>
          <p:cNvPr id="108" name="Oval 107">
            <a:extLst>
              <a:ext uri="{FF2B5EF4-FFF2-40B4-BE49-F238E27FC236}">
                <a16:creationId xmlns:a16="http://schemas.microsoft.com/office/drawing/2014/main" id="{78B97B21-219A-7ECC-3765-A1031F672AA7}"/>
              </a:ext>
            </a:extLst>
          </p:cNvPr>
          <p:cNvSpPr/>
          <p:nvPr userDrawn="1"/>
        </p:nvSpPr>
        <p:spPr>
          <a:xfrm>
            <a:off x="16590717" y="6024739"/>
            <a:ext cx="338462" cy="33846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467716260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idebar with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5FDF3E6-324E-4875-8242-D42D701A6E9E}"/>
              </a:ext>
            </a:extLst>
          </p:cNvPr>
          <p:cNvSpPr/>
          <p:nvPr userDrawn="1"/>
        </p:nvSpPr>
        <p:spPr bwMode="ltGray">
          <a:xfrm>
            <a:off x="0" y="0"/>
            <a:ext cx="6096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1A61974F-83C6-4B8C-A611-F52ADE4EAD76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6590906" y="457200"/>
            <a:ext cx="5140845" cy="58293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8E8E56E7-3501-43C0-8E56-CED7C59FB5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9223" y="1967112"/>
            <a:ext cx="4856688" cy="4139385"/>
          </a:xfrm>
          <a:prstGeom prst="rect">
            <a:avLst/>
          </a:prstGeom>
        </p:spPr>
        <p:txBody>
          <a:bodyPr anchor="t"/>
          <a:lstStyle>
            <a:lvl1pPr marL="0" marR="0" indent="0" algn="l" defTabSz="914400" rtl="0" eaLnBrk="1" fontAlgn="auto" latinLnBrk="0" hangingPunct="1">
              <a:lnSpc>
                <a:spcPct val="12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7CAC042-5DC9-4769-B7E8-FF597DC948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5176215" cy="75399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30" name="Graphic 29">
            <a:extLst>
              <a:ext uri="{FF2B5EF4-FFF2-40B4-BE49-F238E27FC236}">
                <a16:creationId xmlns:a16="http://schemas.microsoft.com/office/drawing/2014/main" id="{BF2218F0-D93F-4904-B0F2-AADFD3911AE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89503" y="6431000"/>
            <a:ext cx="250273" cy="25027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5831226-24A0-492B-BBCF-D0A987CDF6AF}"/>
              </a:ext>
            </a:extLst>
          </p:cNvPr>
          <p:cNvSpPr txBox="1"/>
          <p:nvPr userDrawn="1"/>
        </p:nvSpPr>
        <p:spPr>
          <a:xfrm>
            <a:off x="681343" y="6501327"/>
            <a:ext cx="730016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r>
              <a:rPr lang="en-US" sz="750" kern="100" cap="all" spc="10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©</a:t>
            </a:r>
            <a:r>
              <a:rPr lang="en-US" sz="750" kern="100" cap="all" spc="2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2025 F5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23517B5-3697-4990-56C1-223BB352698F}"/>
              </a:ext>
            </a:extLst>
          </p:cNvPr>
          <p:cNvSpPr txBox="1"/>
          <p:nvPr userDrawn="1"/>
        </p:nvSpPr>
        <p:spPr>
          <a:xfrm>
            <a:off x="6805" y="6501327"/>
            <a:ext cx="567398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 algn="r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  <a:buFont typeface="Arial" panose="020B0604020202020204" pitchFamily="34" charset="0"/>
              <a:buChar char="​"/>
            </a:pPr>
            <a:fld id="{CB0320B6-2A61-43CE-9396-B5C4FB4B7D43}" type="slidenum">
              <a:rPr lang="en-US" sz="750" b="0" kern="100" cap="all" spc="50" smtClean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pPr marL="0" lvl="4" algn="r">
                <a:lnSpc>
                  <a:spcPct val="85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5"/>
                </a:buClr>
                <a:buFont typeface="Arial" panose="020B0604020202020204" pitchFamily="34" charset="0"/>
                <a:buChar char="​"/>
              </a:pPr>
              <a:t>‹#›</a:t>
            </a:fld>
            <a:endParaRPr lang="en-US" sz="750" b="0" kern="100" cap="all" spc="50">
              <a:solidFill>
                <a:schemeClr val="tx1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6" name="Footer Placeholder 10">
            <a:extLst>
              <a:ext uri="{FF2B5EF4-FFF2-40B4-BE49-F238E27FC236}">
                <a16:creationId xmlns:a16="http://schemas.microsoft.com/office/drawing/2014/main" id="{0ACC6CC4-758A-A6D7-BB49-FEDFAFF1499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algn="l" defTabSz="914400" rtl="0" eaLnBrk="1" latinLnBrk="0" hangingPunct="1">
              <a:defRPr lang="en-US" sz="75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5pPr>
              <a:defRPr lang="en-US" sz="750" kern="100" cap="all" spc="0" baseline="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642E496-9A29-0967-8ABD-9C43BEC04FC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0" y="0"/>
            <a:ext cx="12192000" cy="9448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762640E-1AD9-5823-DDB4-07A8925E5490}"/>
              </a:ext>
            </a:extLst>
          </p:cNvPr>
          <p:cNvSpPr txBox="1"/>
          <p:nvPr userDrawn="1"/>
        </p:nvSpPr>
        <p:spPr>
          <a:xfrm>
            <a:off x="13920953" y="10706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/>
              <a:t>Primary palette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EC547ED3-0A4A-E562-445B-516C19031E3E}"/>
              </a:ext>
            </a:extLst>
          </p:cNvPr>
          <p:cNvSpPr/>
          <p:nvPr userDrawn="1"/>
        </p:nvSpPr>
        <p:spPr>
          <a:xfrm>
            <a:off x="13959929" y="377353"/>
            <a:ext cx="618392" cy="618392"/>
          </a:xfrm>
          <a:prstGeom prst="ellipse">
            <a:avLst/>
          </a:prstGeom>
          <a:solidFill>
            <a:srgbClr val="E400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5B36FFC7-5CE4-BA1D-A523-984A5A5CF46A}"/>
              </a:ext>
            </a:extLst>
          </p:cNvPr>
          <p:cNvSpPr/>
          <p:nvPr userDrawn="1"/>
        </p:nvSpPr>
        <p:spPr>
          <a:xfrm>
            <a:off x="15084675" y="517318"/>
            <a:ext cx="338462" cy="338462"/>
          </a:xfrm>
          <a:prstGeom prst="ellipse">
            <a:avLst/>
          </a:prstGeom>
          <a:solidFill>
            <a:srgbClr val="F7B2B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56BA68A3-569E-FECB-71F0-3287C1B480A1}"/>
              </a:ext>
            </a:extLst>
          </p:cNvPr>
          <p:cNvSpPr/>
          <p:nvPr userDrawn="1"/>
        </p:nvSpPr>
        <p:spPr>
          <a:xfrm>
            <a:off x="15584292" y="517318"/>
            <a:ext cx="338462" cy="338462"/>
          </a:xfrm>
          <a:prstGeom prst="ellipse">
            <a:avLst/>
          </a:prstGeom>
          <a:solidFill>
            <a:srgbClr val="F066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6A9FC510-70E5-9241-F554-C2A44983DBCF}"/>
              </a:ext>
            </a:extLst>
          </p:cNvPr>
          <p:cNvSpPr/>
          <p:nvPr userDrawn="1"/>
        </p:nvSpPr>
        <p:spPr>
          <a:xfrm>
            <a:off x="16083909" y="517318"/>
            <a:ext cx="338462" cy="338462"/>
          </a:xfrm>
          <a:prstGeom prst="ellipse">
            <a:avLst/>
          </a:prstGeom>
          <a:solidFill>
            <a:srgbClr val="A7002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3E3FCC2D-9721-D0A7-713F-7C4CFE93DDE3}"/>
              </a:ext>
            </a:extLst>
          </p:cNvPr>
          <p:cNvSpPr/>
          <p:nvPr userDrawn="1"/>
        </p:nvSpPr>
        <p:spPr>
          <a:xfrm>
            <a:off x="16583525" y="517318"/>
            <a:ext cx="338462" cy="338462"/>
          </a:xfrm>
          <a:prstGeom prst="ellipse">
            <a:avLst/>
          </a:prstGeom>
          <a:solidFill>
            <a:srgbClr val="72001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2167D9B-F064-F1C0-527B-25442E24AAC9}"/>
              </a:ext>
            </a:extLst>
          </p:cNvPr>
          <p:cNvSpPr txBox="1"/>
          <p:nvPr userDrawn="1"/>
        </p:nvSpPr>
        <p:spPr>
          <a:xfrm>
            <a:off x="15053447" y="10706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/>
              <a:t>Secondary palette</a:t>
            </a:r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F03EE718-C905-8BC6-C46E-760C08F64C1E}"/>
              </a:ext>
            </a:extLst>
          </p:cNvPr>
          <p:cNvSpPr/>
          <p:nvPr userDrawn="1"/>
        </p:nvSpPr>
        <p:spPr>
          <a:xfrm>
            <a:off x="13959929" y="1097294"/>
            <a:ext cx="618392" cy="618392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3DB8D694-F5DF-6E0E-96B8-0DE09784085F}"/>
              </a:ext>
            </a:extLst>
          </p:cNvPr>
          <p:cNvSpPr/>
          <p:nvPr userDrawn="1"/>
        </p:nvSpPr>
        <p:spPr>
          <a:xfrm>
            <a:off x="15084675" y="1237259"/>
            <a:ext cx="338462" cy="338462"/>
          </a:xfrm>
          <a:prstGeom prst="ellipse">
            <a:avLst/>
          </a:prstGeom>
          <a:solidFill>
            <a:srgbClr val="FBE1C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F0D2E744-C567-6AE2-A0B6-3080B71C4E07}"/>
              </a:ext>
            </a:extLst>
          </p:cNvPr>
          <p:cNvSpPr/>
          <p:nvPr userDrawn="1"/>
        </p:nvSpPr>
        <p:spPr>
          <a:xfrm>
            <a:off x="15584292" y="1237259"/>
            <a:ext cx="338462" cy="338462"/>
          </a:xfrm>
          <a:prstGeom prst="ellipse">
            <a:avLst/>
          </a:prstGeom>
          <a:solidFill>
            <a:srgbClr val="F7C2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56CAA72F-C2ED-52C8-1FC5-578B19A87E58}"/>
              </a:ext>
            </a:extLst>
          </p:cNvPr>
          <p:cNvSpPr/>
          <p:nvPr userDrawn="1"/>
        </p:nvSpPr>
        <p:spPr>
          <a:xfrm>
            <a:off x="16083909" y="1237259"/>
            <a:ext cx="338462" cy="338462"/>
          </a:xfrm>
          <a:prstGeom prst="ellipse">
            <a:avLst/>
          </a:prstGeom>
          <a:solidFill>
            <a:srgbClr val="B2742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F3F185C8-5B3C-DA06-4B24-19781A5FA33F}"/>
              </a:ext>
            </a:extLst>
          </p:cNvPr>
          <p:cNvSpPr/>
          <p:nvPr userDrawn="1"/>
        </p:nvSpPr>
        <p:spPr>
          <a:xfrm>
            <a:off x="16583525" y="1237259"/>
            <a:ext cx="338462" cy="338462"/>
          </a:xfrm>
          <a:prstGeom prst="ellipse">
            <a:avLst/>
          </a:prstGeom>
          <a:solidFill>
            <a:srgbClr val="794D1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6E95CC37-E2F2-0EAC-8E41-A5EDF588AA98}"/>
              </a:ext>
            </a:extLst>
          </p:cNvPr>
          <p:cNvSpPr/>
          <p:nvPr userDrawn="1"/>
        </p:nvSpPr>
        <p:spPr>
          <a:xfrm>
            <a:off x="13959929" y="1817235"/>
            <a:ext cx="618392" cy="6183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E21726B8-7EBE-AA77-D752-844F34D58E7A}"/>
              </a:ext>
            </a:extLst>
          </p:cNvPr>
          <p:cNvSpPr/>
          <p:nvPr userDrawn="1"/>
        </p:nvSpPr>
        <p:spPr>
          <a:xfrm>
            <a:off x="15084675" y="1957200"/>
            <a:ext cx="338462" cy="338462"/>
          </a:xfrm>
          <a:prstGeom prst="ellipse">
            <a:avLst/>
          </a:prstGeom>
          <a:solidFill>
            <a:srgbClr val="B7C6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415883C8-FB85-EC82-C039-568A91A1BB51}"/>
              </a:ext>
            </a:extLst>
          </p:cNvPr>
          <p:cNvSpPr/>
          <p:nvPr userDrawn="1"/>
        </p:nvSpPr>
        <p:spPr>
          <a:xfrm>
            <a:off x="15584292" y="1957200"/>
            <a:ext cx="338462" cy="338462"/>
          </a:xfrm>
          <a:prstGeom prst="ellipse">
            <a:avLst/>
          </a:prstGeom>
          <a:solidFill>
            <a:srgbClr val="6E8D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D5E6BB53-3E09-6491-35A0-8409B3F8D94A}"/>
              </a:ext>
            </a:extLst>
          </p:cNvPr>
          <p:cNvSpPr/>
          <p:nvPr userDrawn="1"/>
        </p:nvSpPr>
        <p:spPr>
          <a:xfrm>
            <a:off x="16083909" y="1957200"/>
            <a:ext cx="338462" cy="338462"/>
          </a:xfrm>
          <a:prstGeom prst="ellipse">
            <a:avLst/>
          </a:prstGeom>
          <a:solidFill>
            <a:srgbClr val="0B31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972CA950-9DC5-2DDF-14E6-5CE81155F01C}"/>
              </a:ext>
            </a:extLst>
          </p:cNvPr>
          <p:cNvSpPr/>
          <p:nvPr userDrawn="1"/>
        </p:nvSpPr>
        <p:spPr>
          <a:xfrm>
            <a:off x="16583525" y="1957200"/>
            <a:ext cx="338462" cy="338462"/>
          </a:xfrm>
          <a:prstGeom prst="ellipse">
            <a:avLst/>
          </a:prstGeom>
          <a:solidFill>
            <a:srgbClr val="07215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EB005CFD-77A9-0981-44EF-E600E753274F}"/>
              </a:ext>
            </a:extLst>
          </p:cNvPr>
          <p:cNvSpPr/>
          <p:nvPr userDrawn="1"/>
        </p:nvSpPr>
        <p:spPr>
          <a:xfrm>
            <a:off x="13959929" y="2537176"/>
            <a:ext cx="618392" cy="618392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19B55947-B153-F45D-5F6F-FCB26E1673BF}"/>
              </a:ext>
            </a:extLst>
          </p:cNvPr>
          <p:cNvSpPr/>
          <p:nvPr userDrawn="1"/>
        </p:nvSpPr>
        <p:spPr>
          <a:xfrm>
            <a:off x="15084675" y="2677141"/>
            <a:ext cx="338462" cy="338462"/>
          </a:xfrm>
          <a:prstGeom prst="ellipse">
            <a:avLst/>
          </a:prstGeom>
          <a:solidFill>
            <a:srgbClr val="E6BE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670A5464-C3AA-77B7-025D-0B4837E25810}"/>
              </a:ext>
            </a:extLst>
          </p:cNvPr>
          <p:cNvSpPr/>
          <p:nvPr userDrawn="1"/>
        </p:nvSpPr>
        <p:spPr>
          <a:xfrm>
            <a:off x="15584292" y="2677141"/>
            <a:ext cx="338462" cy="338462"/>
          </a:xfrm>
          <a:prstGeom prst="ellipse">
            <a:avLst/>
          </a:prstGeom>
          <a:solidFill>
            <a:srgbClr val="CD7DB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202DC503-2A13-7D67-E299-82C6D9FA74E3}"/>
              </a:ext>
            </a:extLst>
          </p:cNvPr>
          <p:cNvSpPr/>
          <p:nvPr userDrawn="1"/>
        </p:nvSpPr>
        <p:spPr>
          <a:xfrm>
            <a:off x="16083909" y="2677141"/>
            <a:ext cx="338462" cy="338462"/>
          </a:xfrm>
          <a:prstGeom prst="ellipse">
            <a:avLst/>
          </a:prstGeom>
          <a:solidFill>
            <a:srgbClr val="801D6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23ED241F-E73E-A870-91DF-3B14BCDDFE77}"/>
              </a:ext>
            </a:extLst>
          </p:cNvPr>
          <p:cNvSpPr/>
          <p:nvPr userDrawn="1"/>
        </p:nvSpPr>
        <p:spPr>
          <a:xfrm>
            <a:off x="16583525" y="2677141"/>
            <a:ext cx="338462" cy="338462"/>
          </a:xfrm>
          <a:prstGeom prst="ellipse">
            <a:avLst/>
          </a:prstGeom>
          <a:solidFill>
            <a:srgbClr val="5614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878FE881-44E5-2BF2-561D-31EA4BDA9506}"/>
              </a:ext>
            </a:extLst>
          </p:cNvPr>
          <p:cNvSpPr/>
          <p:nvPr userDrawn="1"/>
        </p:nvSpPr>
        <p:spPr>
          <a:xfrm>
            <a:off x="13959929" y="3257117"/>
            <a:ext cx="618392" cy="61839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B77F73D1-57B1-7DED-3903-4164CF3DBE20}"/>
              </a:ext>
            </a:extLst>
          </p:cNvPr>
          <p:cNvSpPr/>
          <p:nvPr userDrawn="1"/>
        </p:nvSpPr>
        <p:spPr>
          <a:xfrm>
            <a:off x="15084675" y="3397082"/>
            <a:ext cx="338462" cy="338462"/>
          </a:xfrm>
          <a:prstGeom prst="ellipse">
            <a:avLst/>
          </a:prstGeom>
          <a:solidFill>
            <a:srgbClr val="B2DFC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A3D1BEB4-6987-83B3-FB55-F5CB1ED57147}"/>
              </a:ext>
            </a:extLst>
          </p:cNvPr>
          <p:cNvSpPr/>
          <p:nvPr userDrawn="1"/>
        </p:nvSpPr>
        <p:spPr>
          <a:xfrm>
            <a:off x="15584292" y="3397082"/>
            <a:ext cx="338462" cy="338462"/>
          </a:xfrm>
          <a:prstGeom prst="ellipse">
            <a:avLst/>
          </a:prstGeom>
          <a:solidFill>
            <a:srgbClr val="66C0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5" name="Oval 84">
            <a:extLst>
              <a:ext uri="{FF2B5EF4-FFF2-40B4-BE49-F238E27FC236}">
                <a16:creationId xmlns:a16="http://schemas.microsoft.com/office/drawing/2014/main" id="{E3254E6F-4846-3DB6-F443-7C00BFCD4C39}"/>
              </a:ext>
            </a:extLst>
          </p:cNvPr>
          <p:cNvSpPr/>
          <p:nvPr userDrawn="1"/>
        </p:nvSpPr>
        <p:spPr>
          <a:xfrm>
            <a:off x="16083909" y="3397082"/>
            <a:ext cx="338462" cy="338462"/>
          </a:xfrm>
          <a:prstGeom prst="ellipse">
            <a:avLst/>
          </a:prstGeom>
          <a:solidFill>
            <a:srgbClr val="0071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E9E15DBC-7B10-F3D9-A43F-D50350369F06}"/>
              </a:ext>
            </a:extLst>
          </p:cNvPr>
          <p:cNvSpPr/>
          <p:nvPr userDrawn="1"/>
        </p:nvSpPr>
        <p:spPr>
          <a:xfrm>
            <a:off x="16583525" y="3397082"/>
            <a:ext cx="338462" cy="338462"/>
          </a:xfrm>
          <a:prstGeom prst="ellipse">
            <a:avLst/>
          </a:prstGeom>
          <a:solidFill>
            <a:srgbClr val="004B1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BF95DBEE-F020-4978-5E7E-8379915E0CAF}"/>
              </a:ext>
            </a:extLst>
          </p:cNvPr>
          <p:cNvSpPr/>
          <p:nvPr userDrawn="1"/>
        </p:nvSpPr>
        <p:spPr>
          <a:xfrm>
            <a:off x="13959929" y="3977058"/>
            <a:ext cx="618392" cy="6183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D2A68381-F16B-2DEE-CEF1-A8BE0F34B13E}"/>
              </a:ext>
            </a:extLst>
          </p:cNvPr>
          <p:cNvSpPr/>
          <p:nvPr userDrawn="1"/>
        </p:nvSpPr>
        <p:spPr>
          <a:xfrm>
            <a:off x="15084675" y="4117023"/>
            <a:ext cx="338462" cy="338462"/>
          </a:xfrm>
          <a:prstGeom prst="ellipse">
            <a:avLst/>
          </a:prstGeom>
          <a:solidFill>
            <a:srgbClr val="D0BC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449E6D0B-873D-A995-90B4-540D1B0792F0}"/>
              </a:ext>
            </a:extLst>
          </p:cNvPr>
          <p:cNvSpPr/>
          <p:nvPr userDrawn="1"/>
        </p:nvSpPr>
        <p:spPr>
          <a:xfrm>
            <a:off x="15584292" y="4117023"/>
            <a:ext cx="338462" cy="338462"/>
          </a:xfrm>
          <a:prstGeom prst="ellipse">
            <a:avLst/>
          </a:prstGeom>
          <a:solidFill>
            <a:srgbClr val="A17AB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C40CF7FA-7AE1-0C26-0CF8-2EA671537FCB}"/>
              </a:ext>
            </a:extLst>
          </p:cNvPr>
          <p:cNvSpPr/>
          <p:nvPr userDrawn="1"/>
        </p:nvSpPr>
        <p:spPr>
          <a:xfrm>
            <a:off x="16083909" y="4117023"/>
            <a:ext cx="338462" cy="338462"/>
          </a:xfrm>
          <a:prstGeom prst="ellipse">
            <a:avLst/>
          </a:prstGeom>
          <a:solidFill>
            <a:srgbClr val="3813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4EA0B646-3FC8-EE3B-7954-2A870B5A5342}"/>
              </a:ext>
            </a:extLst>
          </p:cNvPr>
          <p:cNvSpPr/>
          <p:nvPr userDrawn="1"/>
        </p:nvSpPr>
        <p:spPr>
          <a:xfrm>
            <a:off x="16583525" y="4117023"/>
            <a:ext cx="338462" cy="338462"/>
          </a:xfrm>
          <a:prstGeom prst="ellipse">
            <a:avLst/>
          </a:prstGeom>
          <a:solidFill>
            <a:srgbClr val="250D3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E9646680-F2B5-8B2D-7C89-11A151AADF26}"/>
              </a:ext>
            </a:extLst>
          </p:cNvPr>
          <p:cNvSpPr/>
          <p:nvPr userDrawn="1"/>
        </p:nvSpPr>
        <p:spPr>
          <a:xfrm>
            <a:off x="13959929" y="4652930"/>
            <a:ext cx="618392" cy="618392"/>
          </a:xfrm>
          <a:prstGeom prst="ellipse">
            <a:avLst/>
          </a:prstGeom>
          <a:solidFill>
            <a:srgbClr val="007B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9D90D5C0-21BC-9451-57FF-090997257FBF}"/>
              </a:ext>
            </a:extLst>
          </p:cNvPr>
          <p:cNvSpPr/>
          <p:nvPr userDrawn="1"/>
        </p:nvSpPr>
        <p:spPr>
          <a:xfrm>
            <a:off x="15084675" y="4836963"/>
            <a:ext cx="338462" cy="338462"/>
          </a:xfrm>
          <a:prstGeom prst="ellipse">
            <a:avLst/>
          </a:prstGeom>
          <a:solidFill>
            <a:srgbClr val="B2D7E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B7E2572B-60E8-5AC3-91A9-FCC12E680DF0}"/>
              </a:ext>
            </a:extLst>
          </p:cNvPr>
          <p:cNvSpPr/>
          <p:nvPr userDrawn="1"/>
        </p:nvSpPr>
        <p:spPr>
          <a:xfrm>
            <a:off x="15584292" y="4836963"/>
            <a:ext cx="338462" cy="338462"/>
          </a:xfrm>
          <a:prstGeom prst="ellipse">
            <a:avLst/>
          </a:prstGeom>
          <a:solidFill>
            <a:srgbClr val="66AF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36BF8935-8C07-DE5A-667A-41A7BE738163}"/>
              </a:ext>
            </a:extLst>
          </p:cNvPr>
          <p:cNvSpPr/>
          <p:nvPr userDrawn="1"/>
        </p:nvSpPr>
        <p:spPr>
          <a:xfrm>
            <a:off x="16083909" y="4836963"/>
            <a:ext cx="338462" cy="338462"/>
          </a:xfrm>
          <a:prstGeom prst="ellipse">
            <a:avLst/>
          </a:prstGeom>
          <a:solidFill>
            <a:srgbClr val="005C8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6" name="Oval 95">
            <a:extLst>
              <a:ext uri="{FF2B5EF4-FFF2-40B4-BE49-F238E27FC236}">
                <a16:creationId xmlns:a16="http://schemas.microsoft.com/office/drawing/2014/main" id="{4E33C904-BEE7-535C-D0C2-6A2829797E2C}"/>
              </a:ext>
            </a:extLst>
          </p:cNvPr>
          <p:cNvSpPr/>
          <p:nvPr userDrawn="1"/>
        </p:nvSpPr>
        <p:spPr>
          <a:xfrm>
            <a:off x="16583525" y="4836963"/>
            <a:ext cx="338462" cy="338462"/>
          </a:xfrm>
          <a:prstGeom prst="ellipse">
            <a:avLst/>
          </a:prstGeom>
          <a:solidFill>
            <a:srgbClr val="003D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A958DD3C-7E53-41B9-0C23-F6AB7020F6A2}"/>
              </a:ext>
            </a:extLst>
          </p:cNvPr>
          <p:cNvSpPr txBox="1"/>
          <p:nvPr userDrawn="1"/>
        </p:nvSpPr>
        <p:spPr>
          <a:xfrm>
            <a:off x="13920953" y="570792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/>
              <a:t>Product Group Colors</a:t>
            </a:r>
          </a:p>
        </p:txBody>
      </p: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E7286E36-CED1-F0C1-825E-E33F83EE9D88}"/>
              </a:ext>
            </a:extLst>
          </p:cNvPr>
          <p:cNvCxnSpPr>
            <a:cxnSpLocks/>
          </p:cNvCxnSpPr>
          <p:nvPr userDrawn="1"/>
        </p:nvCxnSpPr>
        <p:spPr>
          <a:xfrm>
            <a:off x="13920953" y="5583284"/>
            <a:ext cx="3109779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E1A7D4B9-F12E-68AE-CCC0-9A7C21105F6B}"/>
              </a:ext>
            </a:extLst>
          </p:cNvPr>
          <p:cNvCxnSpPr>
            <a:cxnSpLocks/>
          </p:cNvCxnSpPr>
          <p:nvPr userDrawn="1"/>
        </p:nvCxnSpPr>
        <p:spPr>
          <a:xfrm>
            <a:off x="13920953" y="0"/>
            <a:ext cx="907751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AC3B0654-E4DE-E952-DDBC-899C2799BD99}"/>
              </a:ext>
            </a:extLst>
          </p:cNvPr>
          <p:cNvCxnSpPr>
            <a:cxnSpLocks/>
          </p:cNvCxnSpPr>
          <p:nvPr userDrawn="1"/>
        </p:nvCxnSpPr>
        <p:spPr>
          <a:xfrm>
            <a:off x="15040681" y="0"/>
            <a:ext cx="1963661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Rectangle 100">
            <a:extLst>
              <a:ext uri="{FF2B5EF4-FFF2-40B4-BE49-F238E27FC236}">
                <a16:creationId xmlns:a16="http://schemas.microsoft.com/office/drawing/2014/main" id="{C886E2AF-5BD9-8CEF-4D0B-04B3E133E601}"/>
              </a:ext>
            </a:extLst>
          </p:cNvPr>
          <p:cNvSpPr/>
          <p:nvPr userDrawn="1"/>
        </p:nvSpPr>
        <p:spPr>
          <a:xfrm>
            <a:off x="14716831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>
                <a:solidFill>
                  <a:schemeClr val="tx1"/>
                </a:solidFill>
                <a:latin typeface="+mn-lt"/>
              </a:rPr>
              <a:t>BIG-IP Next</a:t>
            </a:r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F67F38FB-B95C-E66A-245B-7A9CAACFCE63}"/>
              </a:ext>
            </a:extLst>
          </p:cNvPr>
          <p:cNvSpPr/>
          <p:nvPr userDrawn="1"/>
        </p:nvSpPr>
        <p:spPr>
          <a:xfrm>
            <a:off x="14804987" y="6024739"/>
            <a:ext cx="338462" cy="338462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D8ED1B21-5B02-CE80-7B5D-A43D4551FC14}"/>
              </a:ext>
            </a:extLst>
          </p:cNvPr>
          <p:cNvSpPr/>
          <p:nvPr userDrawn="1"/>
        </p:nvSpPr>
        <p:spPr>
          <a:xfrm>
            <a:off x="13843869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>
                <a:solidFill>
                  <a:schemeClr val="tx1"/>
                </a:solidFill>
                <a:latin typeface="+mn-lt"/>
              </a:rPr>
              <a:t>Distributed Cloud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5CA4538A-9690-7D8B-C6D9-C6919A123414}"/>
              </a:ext>
            </a:extLst>
          </p:cNvPr>
          <p:cNvSpPr/>
          <p:nvPr userDrawn="1"/>
        </p:nvSpPr>
        <p:spPr>
          <a:xfrm>
            <a:off x="15568415" y="6388493"/>
            <a:ext cx="91440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000" kern="100">
                <a:solidFill>
                  <a:schemeClr val="tx1"/>
                </a:solidFill>
                <a:latin typeface="+mn-lt"/>
              </a:rPr>
              <a:t>BIG-IP</a:t>
            </a:r>
          </a:p>
        </p:txBody>
      </p:sp>
      <p:sp>
        <p:nvSpPr>
          <p:cNvPr id="105" name="Oval 104">
            <a:extLst>
              <a:ext uri="{FF2B5EF4-FFF2-40B4-BE49-F238E27FC236}">
                <a16:creationId xmlns:a16="http://schemas.microsoft.com/office/drawing/2014/main" id="{D4390889-DCBA-2922-B709-105A02916B64}"/>
              </a:ext>
            </a:extLst>
          </p:cNvPr>
          <p:cNvSpPr/>
          <p:nvPr userDrawn="1"/>
        </p:nvSpPr>
        <p:spPr>
          <a:xfrm>
            <a:off x="13916887" y="6024739"/>
            <a:ext cx="338462" cy="33846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106" name="Oval 105">
            <a:extLst>
              <a:ext uri="{FF2B5EF4-FFF2-40B4-BE49-F238E27FC236}">
                <a16:creationId xmlns:a16="http://schemas.microsoft.com/office/drawing/2014/main" id="{001821C4-B89E-FC65-D85C-4BCB14FEC906}"/>
              </a:ext>
            </a:extLst>
          </p:cNvPr>
          <p:cNvSpPr/>
          <p:nvPr userDrawn="1"/>
        </p:nvSpPr>
        <p:spPr>
          <a:xfrm>
            <a:off x="15702617" y="6024739"/>
            <a:ext cx="338462" cy="33846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F1456295-A1B4-255C-B9C7-8CF033F8A79E}"/>
              </a:ext>
            </a:extLst>
          </p:cNvPr>
          <p:cNvSpPr/>
          <p:nvPr userDrawn="1"/>
        </p:nvSpPr>
        <p:spPr>
          <a:xfrm>
            <a:off x="16491659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>
                <a:solidFill>
                  <a:schemeClr val="tx1"/>
                </a:solidFill>
                <a:latin typeface="+mn-lt"/>
              </a:rPr>
              <a:t>NGINX </a:t>
            </a:r>
          </a:p>
        </p:txBody>
      </p:sp>
      <p:sp>
        <p:nvSpPr>
          <p:cNvPr id="108" name="Oval 107">
            <a:extLst>
              <a:ext uri="{FF2B5EF4-FFF2-40B4-BE49-F238E27FC236}">
                <a16:creationId xmlns:a16="http://schemas.microsoft.com/office/drawing/2014/main" id="{260329C7-59C4-9B6E-8BE2-2D7F574A6533}"/>
              </a:ext>
            </a:extLst>
          </p:cNvPr>
          <p:cNvSpPr/>
          <p:nvPr userDrawn="1"/>
        </p:nvSpPr>
        <p:spPr>
          <a:xfrm>
            <a:off x="16590717" y="6024739"/>
            <a:ext cx="338462" cy="33846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2562301254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Right One-third Highlight_with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A836E480-E42E-4AF7-9F2C-0D6D6C9E201E}"/>
              </a:ext>
            </a:extLst>
          </p:cNvPr>
          <p:cNvSpPr/>
          <p:nvPr userDrawn="1"/>
        </p:nvSpPr>
        <p:spPr>
          <a:xfrm>
            <a:off x="8111905" y="81480"/>
            <a:ext cx="4080095" cy="677651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US" kern="10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37" name="Content Placeholder 2">
            <a:extLst>
              <a:ext uri="{FF2B5EF4-FFF2-40B4-BE49-F238E27FC236}">
                <a16:creationId xmlns:a16="http://schemas.microsoft.com/office/drawing/2014/main" id="{CB74AC72-DDAB-49D1-8286-ABBA64795E3E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69223" y="1967113"/>
            <a:ext cx="7310618" cy="442706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F84C2779-5F96-4963-ABA1-52B1DEDACA1F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457200" y="1256758"/>
            <a:ext cx="7327720" cy="246221"/>
          </a:xfrm>
          <a:prstGeom prst="rect">
            <a:avLst/>
          </a:prstGeom>
        </p:spPr>
        <p:txBody>
          <a:bodyPr wrap="square" lIns="0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0" cap="none" spc="0" baseline="0">
                <a:solidFill>
                  <a:srgbClr val="7D7D7D"/>
                </a:solidFill>
                <a:latin typeface="+mn-lt"/>
              </a:defRPr>
            </a:lvl1pPr>
            <a:lvl2pPr marL="0" indent="0">
              <a:buNone/>
              <a:defRPr lang="en-US" sz="1800" b="1" kern="100" cap="all" spc="50" baseline="0" dirty="0" smtClean="0">
                <a:solidFill>
                  <a:srgbClr val="7D7D7D"/>
                </a:solidFill>
                <a:latin typeface="Arial Narrow" panose="020B0606020202030204" pitchFamily="34" charset="0"/>
                <a:ea typeface="+mn-ea"/>
                <a:cs typeface="Arial" panose="020B0604020202020204" pitchFamily="34" charset="0"/>
              </a:defRPr>
            </a:lvl2pPr>
            <a:lvl3pPr marL="0" indent="0">
              <a:buNone/>
              <a:defRPr lang="en-US" sz="1800" b="1" kern="100" cap="all" spc="50" baseline="0" dirty="0" smtClean="0">
                <a:solidFill>
                  <a:srgbClr val="7D7D7D"/>
                </a:solidFill>
                <a:latin typeface="Arial Narrow" panose="020B0606020202030204" pitchFamily="34" charset="0"/>
                <a:ea typeface="+mn-ea"/>
                <a:cs typeface="Arial" panose="020B0604020202020204" pitchFamily="34" charset="0"/>
              </a:defRPr>
            </a:lvl3pPr>
            <a:lvl4pPr marL="0" indent="0">
              <a:buNone/>
              <a:defRPr lang="en-US" sz="1800" b="1" kern="100" cap="all" spc="50" baseline="0" dirty="0">
                <a:solidFill>
                  <a:srgbClr val="7D7D7D"/>
                </a:solidFill>
                <a:latin typeface="Arial Narrow" panose="020B0606020202030204" pitchFamily="34" charset="0"/>
                <a:ea typeface="+mn-ea"/>
                <a:cs typeface="Arial" panose="020B0604020202020204" pitchFamily="34" charset="0"/>
              </a:defRPr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870FF31-9141-4408-B4D2-D6D124989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7327638" cy="75399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11E4C98-5954-41FD-8D46-6EC8F6233D4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 vert="horz" lIns="0" tIns="0" rIns="0" bIns="0" rtlCol="0" anchor="ctr"/>
          <a:lstStyle>
            <a:lvl1pPr>
              <a:defRPr lang="en-US" smtClean="0"/>
            </a:lvl1pPr>
          </a:lstStyle>
          <a:p>
            <a:r>
              <a:rPr lang="en-US"/>
              <a:t>CONFIDENTIAL</a:t>
            </a:r>
          </a:p>
        </p:txBody>
      </p:sp>
      <p:pic>
        <p:nvPicPr>
          <p:cNvPr id="2" name="updated logo" descr="Logo&#10;&#10;Description automatically generated">
            <a:extLst>
              <a:ext uri="{FF2B5EF4-FFF2-40B4-BE49-F238E27FC236}">
                <a16:creationId xmlns:a16="http://schemas.microsoft.com/office/drawing/2014/main" id="{960362C2-D791-1C30-88AE-6676A9E8280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89503" y="6431000"/>
            <a:ext cx="246888" cy="24688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7DBF30B-057C-7695-2B9C-542E2FACC6A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94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23872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eft one-third high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A836E480-E42E-4AF7-9F2C-0D6D6C9E201E}"/>
              </a:ext>
            </a:extLst>
          </p:cNvPr>
          <p:cNvSpPr/>
          <p:nvPr userDrawn="1"/>
        </p:nvSpPr>
        <p:spPr>
          <a:xfrm>
            <a:off x="0" y="0"/>
            <a:ext cx="4060953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US" kern="10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37" name="Content Placeholder 2">
            <a:extLst>
              <a:ext uri="{FF2B5EF4-FFF2-40B4-BE49-F238E27FC236}">
                <a16:creationId xmlns:a16="http://schemas.microsoft.com/office/drawing/2014/main" id="{CB74AC72-DDAB-49D1-8286-ABBA64795E3E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419467" y="1967113"/>
            <a:ext cx="7310618" cy="4319387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870FF31-9141-4408-B4D2-D6D124989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07444" y="457200"/>
            <a:ext cx="7327638" cy="75399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36E228C-D588-26FA-EF24-21EA7033FB3F}"/>
              </a:ext>
            </a:extLst>
          </p:cNvPr>
          <p:cNvSpPr txBox="1"/>
          <p:nvPr userDrawn="1"/>
        </p:nvSpPr>
        <p:spPr>
          <a:xfrm>
            <a:off x="681343" y="6501327"/>
            <a:ext cx="730016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r>
              <a:rPr lang="en-US" sz="750" kern="100" cap="all" spc="10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©</a:t>
            </a:r>
            <a:r>
              <a:rPr lang="en-US" sz="750" kern="100" cap="all" spc="2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2025 F5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83D7A17-F066-B1B4-8473-3639FB4197BF}"/>
              </a:ext>
            </a:extLst>
          </p:cNvPr>
          <p:cNvSpPr txBox="1"/>
          <p:nvPr userDrawn="1"/>
        </p:nvSpPr>
        <p:spPr>
          <a:xfrm>
            <a:off x="6805" y="6501327"/>
            <a:ext cx="567398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 algn="r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  <a:buFont typeface="Arial" panose="020B0604020202020204" pitchFamily="34" charset="0"/>
              <a:buChar char="​"/>
            </a:pPr>
            <a:fld id="{CB0320B6-2A61-43CE-9396-B5C4FB4B7D43}" type="slidenum">
              <a:rPr lang="en-US" sz="750" b="0" kern="100" cap="all" spc="50" smtClean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pPr marL="0" lvl="4" algn="r">
                <a:lnSpc>
                  <a:spcPct val="85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5"/>
                </a:buClr>
                <a:buFont typeface="Arial" panose="020B0604020202020204" pitchFamily="34" charset="0"/>
                <a:buChar char="​"/>
              </a:pPr>
              <a:t>‹#›</a:t>
            </a:fld>
            <a:endParaRPr lang="en-US" sz="750" b="0" kern="100" cap="all" spc="50">
              <a:solidFill>
                <a:schemeClr val="tx1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9" name="Footer Placeholder 10">
            <a:extLst>
              <a:ext uri="{FF2B5EF4-FFF2-40B4-BE49-F238E27FC236}">
                <a16:creationId xmlns:a16="http://schemas.microsoft.com/office/drawing/2014/main" id="{C596F216-4AF5-7E0C-9A59-A47A2B34FAF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algn="l" defTabSz="914400" rtl="0" eaLnBrk="1" latinLnBrk="0" hangingPunct="1">
              <a:defRPr lang="en-US" sz="75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5pPr>
              <a:defRPr lang="en-US" sz="750" kern="100" cap="all" spc="0" baseline="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A229947-A913-F69F-A2A2-CFC7F9EBEA3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944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50391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Left one-third high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A836E480-E42E-4AF7-9F2C-0D6D6C9E201E}"/>
              </a:ext>
            </a:extLst>
          </p:cNvPr>
          <p:cNvSpPr/>
          <p:nvPr userDrawn="1"/>
        </p:nvSpPr>
        <p:spPr>
          <a:xfrm>
            <a:off x="0" y="0"/>
            <a:ext cx="4060953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US" kern="10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37" name="Content Placeholder 2">
            <a:extLst>
              <a:ext uri="{FF2B5EF4-FFF2-40B4-BE49-F238E27FC236}">
                <a16:creationId xmlns:a16="http://schemas.microsoft.com/office/drawing/2014/main" id="{CB74AC72-DDAB-49D1-8286-ABBA64795E3E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419467" y="1967113"/>
            <a:ext cx="7310618" cy="4319387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870FF31-9141-4408-B4D2-D6D124989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07444" y="457200"/>
            <a:ext cx="7327638" cy="75399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36E228C-D588-26FA-EF24-21EA7033FB3F}"/>
              </a:ext>
            </a:extLst>
          </p:cNvPr>
          <p:cNvSpPr txBox="1"/>
          <p:nvPr userDrawn="1"/>
        </p:nvSpPr>
        <p:spPr>
          <a:xfrm>
            <a:off x="681343" y="6501327"/>
            <a:ext cx="730016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r>
              <a:rPr lang="en-US" sz="750" kern="100" cap="all" spc="10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©</a:t>
            </a:r>
            <a:r>
              <a:rPr lang="en-US" sz="750" kern="100" cap="all" spc="2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2025 F5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83D7A17-F066-B1B4-8473-3639FB4197BF}"/>
              </a:ext>
            </a:extLst>
          </p:cNvPr>
          <p:cNvSpPr txBox="1"/>
          <p:nvPr userDrawn="1"/>
        </p:nvSpPr>
        <p:spPr>
          <a:xfrm>
            <a:off x="6805" y="6501327"/>
            <a:ext cx="567398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 algn="r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  <a:buFont typeface="Arial" panose="020B0604020202020204" pitchFamily="34" charset="0"/>
              <a:buChar char="​"/>
            </a:pPr>
            <a:fld id="{CB0320B6-2A61-43CE-9396-B5C4FB4B7D43}" type="slidenum">
              <a:rPr lang="en-US" sz="750" b="0" kern="100" cap="all" spc="50" smtClean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pPr marL="0" lvl="4" algn="r">
                <a:lnSpc>
                  <a:spcPct val="85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5"/>
                </a:buClr>
                <a:buFont typeface="Arial" panose="020B0604020202020204" pitchFamily="34" charset="0"/>
                <a:buChar char="​"/>
              </a:pPr>
              <a:t>‹#›</a:t>
            </a:fld>
            <a:endParaRPr lang="en-US" sz="750" b="0" kern="100" cap="all" spc="50">
              <a:solidFill>
                <a:schemeClr val="tx1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9" name="Footer Placeholder 10">
            <a:extLst>
              <a:ext uri="{FF2B5EF4-FFF2-40B4-BE49-F238E27FC236}">
                <a16:creationId xmlns:a16="http://schemas.microsoft.com/office/drawing/2014/main" id="{C596F216-4AF5-7E0C-9A59-A47A2B34FAF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algn="l" defTabSz="914400" rtl="0" eaLnBrk="1" latinLnBrk="0" hangingPunct="1">
              <a:defRPr lang="en-US" sz="75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5pPr>
              <a:defRPr lang="en-US" sz="750" kern="100" cap="all" spc="0" baseline="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A229947-A913-F69F-A2A2-CFC7F9EBEA3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944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61444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2/3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A836E480-E42E-4AF7-9F2C-0D6D6C9E201E}"/>
              </a:ext>
            </a:extLst>
          </p:cNvPr>
          <p:cNvSpPr/>
          <p:nvPr userDrawn="1"/>
        </p:nvSpPr>
        <p:spPr>
          <a:xfrm>
            <a:off x="4060953" y="0"/>
            <a:ext cx="8131048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US" kern="10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20" name="Picture Placeholder 3">
            <a:extLst>
              <a:ext uri="{FF2B5EF4-FFF2-40B4-BE49-F238E27FC236}">
                <a16:creationId xmlns:a16="http://schemas.microsoft.com/office/drawing/2014/main" id="{8AD9881D-B00A-4247-8DF7-BEE9578ADBC5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4060953" y="94488"/>
            <a:ext cx="8131048" cy="6763511"/>
          </a:xfrm>
          <a:prstGeom prst="rect">
            <a:avLst/>
          </a:prstGeom>
          <a:noFill/>
        </p:spPr>
        <p:txBody>
          <a:bodyPr lIns="274320" tIns="274320" rIns="274320" bIns="274320"/>
          <a:lstStyle>
            <a:lvl1pPr algn="ctr">
              <a:buNone/>
              <a:defRPr sz="1800"/>
            </a:lvl1pPr>
          </a:lstStyle>
          <a:p>
            <a:r>
              <a:rPr lang="en-US"/>
              <a:t>Click icon below to insert a photo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56F043C-92B1-4F33-A948-6B9D078B26E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489503" y="6431001"/>
            <a:ext cx="245678" cy="245297"/>
          </a:xfrm>
          <a:blipFill>
            <a:blip r:embed="rId2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7" name="Footer Placeholder 10">
            <a:extLst>
              <a:ext uri="{FF2B5EF4-FFF2-40B4-BE49-F238E27FC236}">
                <a16:creationId xmlns:a16="http://schemas.microsoft.com/office/drawing/2014/main" id="{88866E84-0A57-4668-B531-68C5A5DCE6A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83296D1-7B2C-9B6B-7019-97F1AE988EC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0" y="0"/>
            <a:ext cx="12192000" cy="944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45060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hoto 2/3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42193922-250C-D740-A91E-0F1BF41B61A8}"/>
              </a:ext>
            </a:extLst>
          </p:cNvPr>
          <p:cNvSpPr/>
          <p:nvPr userDrawn="1"/>
        </p:nvSpPr>
        <p:spPr>
          <a:xfrm>
            <a:off x="-1" y="0"/>
            <a:ext cx="8109959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US" kern="10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19" name="Picture Placeholder 3">
            <a:extLst>
              <a:ext uri="{FF2B5EF4-FFF2-40B4-BE49-F238E27FC236}">
                <a16:creationId xmlns:a16="http://schemas.microsoft.com/office/drawing/2014/main" id="{A2524182-F3AA-A449-A811-1F42DD3BE45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0" y="91440"/>
            <a:ext cx="8109958" cy="6766559"/>
          </a:xfrm>
          <a:prstGeom prst="rect">
            <a:avLst/>
          </a:prstGeom>
          <a:noFill/>
        </p:spPr>
        <p:txBody>
          <a:bodyPr lIns="274320" tIns="274320" rIns="274320" bIns="274320"/>
          <a:lstStyle>
            <a:lvl1pPr algn="ctr">
              <a:buNone/>
              <a:defRPr sz="1800"/>
            </a:lvl1pPr>
          </a:lstStyle>
          <a:p>
            <a:r>
              <a:rPr lang="en-US"/>
              <a:t>Click icon below to insert a photo</a:t>
            </a:r>
          </a:p>
        </p:txBody>
      </p:sp>
      <p:pic>
        <p:nvPicPr>
          <p:cNvPr id="32" name="Graphic 31">
            <a:extLst>
              <a:ext uri="{FF2B5EF4-FFF2-40B4-BE49-F238E27FC236}">
                <a16:creationId xmlns:a16="http://schemas.microsoft.com/office/drawing/2014/main" id="{97316C92-AC84-494D-9E23-16873326D9D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89503" y="6431000"/>
            <a:ext cx="250273" cy="25027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B3F92E6-42AB-1878-38FB-A29C954AADDE}"/>
              </a:ext>
            </a:extLst>
          </p:cNvPr>
          <p:cNvSpPr txBox="1"/>
          <p:nvPr userDrawn="1"/>
        </p:nvSpPr>
        <p:spPr>
          <a:xfrm>
            <a:off x="681343" y="6501327"/>
            <a:ext cx="730016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r>
              <a:rPr lang="en-US" sz="750" kern="100" cap="all" spc="10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©</a:t>
            </a:r>
            <a:r>
              <a:rPr lang="en-US" sz="750" kern="100" cap="all" spc="2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2025 F5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452F96B-6FC9-D964-892E-6247084A78BD}"/>
              </a:ext>
            </a:extLst>
          </p:cNvPr>
          <p:cNvSpPr txBox="1"/>
          <p:nvPr userDrawn="1"/>
        </p:nvSpPr>
        <p:spPr>
          <a:xfrm>
            <a:off x="6805" y="6501327"/>
            <a:ext cx="567398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 algn="r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  <a:buFont typeface="Arial" panose="020B0604020202020204" pitchFamily="34" charset="0"/>
              <a:buChar char="​"/>
            </a:pPr>
            <a:fld id="{CB0320B6-2A61-43CE-9396-B5C4FB4B7D43}" type="slidenum">
              <a:rPr lang="en-US" sz="750" b="0" kern="100" cap="all" spc="50" smtClean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pPr marL="0" lvl="4" algn="r">
                <a:lnSpc>
                  <a:spcPct val="85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5"/>
                </a:buClr>
                <a:buFont typeface="Arial" panose="020B0604020202020204" pitchFamily="34" charset="0"/>
                <a:buChar char="​"/>
              </a:pPr>
              <a:t>‹#›</a:t>
            </a:fld>
            <a:endParaRPr lang="en-US" sz="750" b="0" kern="100" cap="all" spc="50">
              <a:solidFill>
                <a:schemeClr val="tx1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5" name="Footer Placeholder 10">
            <a:extLst>
              <a:ext uri="{FF2B5EF4-FFF2-40B4-BE49-F238E27FC236}">
                <a16:creationId xmlns:a16="http://schemas.microsoft.com/office/drawing/2014/main" id="{B986DCA8-99AD-45A9-C6DE-4FCE903F4E4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254AF8A-6035-75DE-7938-BAB50A0CE7EC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0" y="0"/>
            <a:ext cx="12192000" cy="9448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2D3848B-0DE8-6291-1327-5BF6BB3E7E7F}"/>
              </a:ext>
            </a:extLst>
          </p:cNvPr>
          <p:cNvSpPr txBox="1"/>
          <p:nvPr userDrawn="1"/>
        </p:nvSpPr>
        <p:spPr>
          <a:xfrm>
            <a:off x="13920953" y="10706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/>
              <a:t>Primary palette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D1D45C0-19D4-FB2A-6CAF-51469DF920E1}"/>
              </a:ext>
            </a:extLst>
          </p:cNvPr>
          <p:cNvSpPr/>
          <p:nvPr userDrawn="1"/>
        </p:nvSpPr>
        <p:spPr>
          <a:xfrm>
            <a:off x="13959929" y="377353"/>
            <a:ext cx="618392" cy="618392"/>
          </a:xfrm>
          <a:prstGeom prst="ellipse">
            <a:avLst/>
          </a:prstGeom>
          <a:solidFill>
            <a:srgbClr val="E400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73B8DB8F-34D4-AC5A-80D9-A02E6283C237}"/>
              </a:ext>
            </a:extLst>
          </p:cNvPr>
          <p:cNvSpPr/>
          <p:nvPr userDrawn="1"/>
        </p:nvSpPr>
        <p:spPr>
          <a:xfrm>
            <a:off x="15084675" y="517318"/>
            <a:ext cx="338462" cy="338462"/>
          </a:xfrm>
          <a:prstGeom prst="ellipse">
            <a:avLst/>
          </a:prstGeom>
          <a:solidFill>
            <a:srgbClr val="F7B2B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55CF169-0CBB-D4F6-614C-592F30DE9BFE}"/>
              </a:ext>
            </a:extLst>
          </p:cNvPr>
          <p:cNvSpPr/>
          <p:nvPr userDrawn="1"/>
        </p:nvSpPr>
        <p:spPr>
          <a:xfrm>
            <a:off x="15584292" y="517318"/>
            <a:ext cx="338462" cy="338462"/>
          </a:xfrm>
          <a:prstGeom prst="ellipse">
            <a:avLst/>
          </a:prstGeom>
          <a:solidFill>
            <a:srgbClr val="F066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134192A1-A18C-F04B-30F6-545ACA8F09CE}"/>
              </a:ext>
            </a:extLst>
          </p:cNvPr>
          <p:cNvSpPr/>
          <p:nvPr userDrawn="1"/>
        </p:nvSpPr>
        <p:spPr>
          <a:xfrm>
            <a:off x="16083909" y="517318"/>
            <a:ext cx="338462" cy="338462"/>
          </a:xfrm>
          <a:prstGeom prst="ellipse">
            <a:avLst/>
          </a:prstGeom>
          <a:solidFill>
            <a:srgbClr val="A7002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5203B7DF-88C3-4188-9E49-D9E628BEA57A}"/>
              </a:ext>
            </a:extLst>
          </p:cNvPr>
          <p:cNvSpPr/>
          <p:nvPr userDrawn="1"/>
        </p:nvSpPr>
        <p:spPr>
          <a:xfrm>
            <a:off x="16583525" y="517318"/>
            <a:ext cx="338462" cy="338462"/>
          </a:xfrm>
          <a:prstGeom prst="ellipse">
            <a:avLst/>
          </a:prstGeom>
          <a:solidFill>
            <a:srgbClr val="72001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371BB2A-8BF7-FFF7-B258-0A503C3EC071}"/>
              </a:ext>
            </a:extLst>
          </p:cNvPr>
          <p:cNvSpPr txBox="1"/>
          <p:nvPr userDrawn="1"/>
        </p:nvSpPr>
        <p:spPr>
          <a:xfrm>
            <a:off x="15053447" y="10706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/>
              <a:t>Secondary palette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669621A8-BA5A-1696-BC68-0A27AB375DD9}"/>
              </a:ext>
            </a:extLst>
          </p:cNvPr>
          <p:cNvSpPr/>
          <p:nvPr userDrawn="1"/>
        </p:nvSpPr>
        <p:spPr>
          <a:xfrm>
            <a:off x="13959929" y="1097294"/>
            <a:ext cx="618392" cy="618392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49255CC7-9FB5-EF47-C380-A8DC596EA0D6}"/>
              </a:ext>
            </a:extLst>
          </p:cNvPr>
          <p:cNvSpPr/>
          <p:nvPr userDrawn="1"/>
        </p:nvSpPr>
        <p:spPr>
          <a:xfrm>
            <a:off x="15084675" y="1237259"/>
            <a:ext cx="338462" cy="338462"/>
          </a:xfrm>
          <a:prstGeom prst="ellipse">
            <a:avLst/>
          </a:prstGeom>
          <a:solidFill>
            <a:srgbClr val="FBE1C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F1FF2572-7FE1-F475-C85D-CB74FC078244}"/>
              </a:ext>
            </a:extLst>
          </p:cNvPr>
          <p:cNvSpPr/>
          <p:nvPr userDrawn="1"/>
        </p:nvSpPr>
        <p:spPr>
          <a:xfrm>
            <a:off x="15584292" y="1237259"/>
            <a:ext cx="338462" cy="338462"/>
          </a:xfrm>
          <a:prstGeom prst="ellipse">
            <a:avLst/>
          </a:prstGeom>
          <a:solidFill>
            <a:srgbClr val="F7C2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A57D5A3D-294E-ABF8-5C81-F5CE22014D3E}"/>
              </a:ext>
            </a:extLst>
          </p:cNvPr>
          <p:cNvSpPr/>
          <p:nvPr userDrawn="1"/>
        </p:nvSpPr>
        <p:spPr>
          <a:xfrm>
            <a:off x="16083909" y="1237259"/>
            <a:ext cx="338462" cy="338462"/>
          </a:xfrm>
          <a:prstGeom prst="ellipse">
            <a:avLst/>
          </a:prstGeom>
          <a:solidFill>
            <a:srgbClr val="B2742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77D85743-14FA-9F24-B58A-5D3943FEE2AC}"/>
              </a:ext>
            </a:extLst>
          </p:cNvPr>
          <p:cNvSpPr/>
          <p:nvPr userDrawn="1"/>
        </p:nvSpPr>
        <p:spPr>
          <a:xfrm>
            <a:off x="16583525" y="1237259"/>
            <a:ext cx="338462" cy="338462"/>
          </a:xfrm>
          <a:prstGeom prst="ellipse">
            <a:avLst/>
          </a:prstGeom>
          <a:solidFill>
            <a:srgbClr val="794D1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B858C023-6BF6-41B9-D297-480F6CC9BD36}"/>
              </a:ext>
            </a:extLst>
          </p:cNvPr>
          <p:cNvSpPr/>
          <p:nvPr userDrawn="1"/>
        </p:nvSpPr>
        <p:spPr>
          <a:xfrm>
            <a:off x="13959929" y="1817235"/>
            <a:ext cx="618392" cy="6183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119B443D-0716-F49F-F149-6D4B8C692AE1}"/>
              </a:ext>
            </a:extLst>
          </p:cNvPr>
          <p:cNvSpPr/>
          <p:nvPr userDrawn="1"/>
        </p:nvSpPr>
        <p:spPr>
          <a:xfrm>
            <a:off x="15084675" y="1957200"/>
            <a:ext cx="338462" cy="338462"/>
          </a:xfrm>
          <a:prstGeom prst="ellipse">
            <a:avLst/>
          </a:prstGeom>
          <a:solidFill>
            <a:srgbClr val="B7C6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EA44FF1D-22F5-C578-95FA-7779BFAAFF85}"/>
              </a:ext>
            </a:extLst>
          </p:cNvPr>
          <p:cNvSpPr/>
          <p:nvPr userDrawn="1"/>
        </p:nvSpPr>
        <p:spPr>
          <a:xfrm>
            <a:off x="15584292" y="1957200"/>
            <a:ext cx="338462" cy="338462"/>
          </a:xfrm>
          <a:prstGeom prst="ellipse">
            <a:avLst/>
          </a:prstGeom>
          <a:solidFill>
            <a:srgbClr val="6E8D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CC2ED3DF-F218-C9C7-EA48-B97615F5AA9B}"/>
              </a:ext>
            </a:extLst>
          </p:cNvPr>
          <p:cNvSpPr/>
          <p:nvPr userDrawn="1"/>
        </p:nvSpPr>
        <p:spPr>
          <a:xfrm>
            <a:off x="16083909" y="1957200"/>
            <a:ext cx="338462" cy="338462"/>
          </a:xfrm>
          <a:prstGeom prst="ellipse">
            <a:avLst/>
          </a:prstGeom>
          <a:solidFill>
            <a:srgbClr val="0B31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35FE526E-AC04-08A3-2DE3-4944F4FF601E}"/>
              </a:ext>
            </a:extLst>
          </p:cNvPr>
          <p:cNvSpPr/>
          <p:nvPr userDrawn="1"/>
        </p:nvSpPr>
        <p:spPr>
          <a:xfrm>
            <a:off x="16583525" y="1957200"/>
            <a:ext cx="338462" cy="338462"/>
          </a:xfrm>
          <a:prstGeom prst="ellipse">
            <a:avLst/>
          </a:prstGeom>
          <a:solidFill>
            <a:srgbClr val="07215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CE25FCF8-D0B3-4903-2CE1-05BACB3057B4}"/>
              </a:ext>
            </a:extLst>
          </p:cNvPr>
          <p:cNvSpPr/>
          <p:nvPr userDrawn="1"/>
        </p:nvSpPr>
        <p:spPr>
          <a:xfrm>
            <a:off x="13959929" y="2537176"/>
            <a:ext cx="618392" cy="618392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B06038D0-0755-38E6-A56D-1A9072DDE398}"/>
              </a:ext>
            </a:extLst>
          </p:cNvPr>
          <p:cNvSpPr/>
          <p:nvPr userDrawn="1"/>
        </p:nvSpPr>
        <p:spPr>
          <a:xfrm>
            <a:off x="15084675" y="2677141"/>
            <a:ext cx="338462" cy="338462"/>
          </a:xfrm>
          <a:prstGeom prst="ellipse">
            <a:avLst/>
          </a:prstGeom>
          <a:solidFill>
            <a:srgbClr val="E6BE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526E9D99-6662-BF80-02B7-D6CFAF26350B}"/>
              </a:ext>
            </a:extLst>
          </p:cNvPr>
          <p:cNvSpPr/>
          <p:nvPr userDrawn="1"/>
        </p:nvSpPr>
        <p:spPr>
          <a:xfrm>
            <a:off x="15584292" y="2677141"/>
            <a:ext cx="338462" cy="338462"/>
          </a:xfrm>
          <a:prstGeom prst="ellipse">
            <a:avLst/>
          </a:prstGeom>
          <a:solidFill>
            <a:srgbClr val="CD7DB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27BAB58D-7079-571F-BF37-D1B18FBC6716}"/>
              </a:ext>
            </a:extLst>
          </p:cNvPr>
          <p:cNvSpPr/>
          <p:nvPr userDrawn="1"/>
        </p:nvSpPr>
        <p:spPr>
          <a:xfrm>
            <a:off x="16083909" y="2677141"/>
            <a:ext cx="338462" cy="338462"/>
          </a:xfrm>
          <a:prstGeom prst="ellipse">
            <a:avLst/>
          </a:prstGeom>
          <a:solidFill>
            <a:srgbClr val="801D6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4E425090-B5BE-97C1-E112-B67FC325E3F6}"/>
              </a:ext>
            </a:extLst>
          </p:cNvPr>
          <p:cNvSpPr/>
          <p:nvPr userDrawn="1"/>
        </p:nvSpPr>
        <p:spPr>
          <a:xfrm>
            <a:off x="16583525" y="2677141"/>
            <a:ext cx="338462" cy="338462"/>
          </a:xfrm>
          <a:prstGeom prst="ellipse">
            <a:avLst/>
          </a:prstGeom>
          <a:solidFill>
            <a:srgbClr val="5614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42764FB8-B008-6621-D81B-CA5363AA3CCC}"/>
              </a:ext>
            </a:extLst>
          </p:cNvPr>
          <p:cNvSpPr/>
          <p:nvPr userDrawn="1"/>
        </p:nvSpPr>
        <p:spPr>
          <a:xfrm>
            <a:off x="13959929" y="3257117"/>
            <a:ext cx="618392" cy="61839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3B5E8BE2-7831-B2BF-771E-72E4CA2D0171}"/>
              </a:ext>
            </a:extLst>
          </p:cNvPr>
          <p:cNvSpPr/>
          <p:nvPr userDrawn="1"/>
        </p:nvSpPr>
        <p:spPr>
          <a:xfrm>
            <a:off x="15084675" y="3397082"/>
            <a:ext cx="338462" cy="338462"/>
          </a:xfrm>
          <a:prstGeom prst="ellipse">
            <a:avLst/>
          </a:prstGeom>
          <a:solidFill>
            <a:srgbClr val="B2DFC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5440C701-6CFD-DFBF-3BE4-DD4CA8EBBC18}"/>
              </a:ext>
            </a:extLst>
          </p:cNvPr>
          <p:cNvSpPr/>
          <p:nvPr userDrawn="1"/>
        </p:nvSpPr>
        <p:spPr>
          <a:xfrm>
            <a:off x="15584292" y="3397082"/>
            <a:ext cx="338462" cy="338462"/>
          </a:xfrm>
          <a:prstGeom prst="ellipse">
            <a:avLst/>
          </a:prstGeom>
          <a:solidFill>
            <a:srgbClr val="66C0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A393E0CB-8EC8-E077-FB52-6236A5BE8271}"/>
              </a:ext>
            </a:extLst>
          </p:cNvPr>
          <p:cNvSpPr/>
          <p:nvPr userDrawn="1"/>
        </p:nvSpPr>
        <p:spPr>
          <a:xfrm>
            <a:off x="16083909" y="3397082"/>
            <a:ext cx="338462" cy="338462"/>
          </a:xfrm>
          <a:prstGeom prst="ellipse">
            <a:avLst/>
          </a:prstGeom>
          <a:solidFill>
            <a:srgbClr val="0071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32BF37D3-920D-72DD-5ABE-BE688AFF1AC0}"/>
              </a:ext>
            </a:extLst>
          </p:cNvPr>
          <p:cNvSpPr/>
          <p:nvPr userDrawn="1"/>
        </p:nvSpPr>
        <p:spPr>
          <a:xfrm>
            <a:off x="16583525" y="3397082"/>
            <a:ext cx="338462" cy="338462"/>
          </a:xfrm>
          <a:prstGeom prst="ellipse">
            <a:avLst/>
          </a:prstGeom>
          <a:solidFill>
            <a:srgbClr val="004B1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5" name="Oval 84">
            <a:extLst>
              <a:ext uri="{FF2B5EF4-FFF2-40B4-BE49-F238E27FC236}">
                <a16:creationId xmlns:a16="http://schemas.microsoft.com/office/drawing/2014/main" id="{556C7E61-43EA-6CA8-00E0-CD1811114968}"/>
              </a:ext>
            </a:extLst>
          </p:cNvPr>
          <p:cNvSpPr/>
          <p:nvPr userDrawn="1"/>
        </p:nvSpPr>
        <p:spPr>
          <a:xfrm>
            <a:off x="13959929" y="3977058"/>
            <a:ext cx="618392" cy="6183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B9E92BE6-990E-414E-CED1-4110F749658A}"/>
              </a:ext>
            </a:extLst>
          </p:cNvPr>
          <p:cNvSpPr/>
          <p:nvPr userDrawn="1"/>
        </p:nvSpPr>
        <p:spPr>
          <a:xfrm>
            <a:off x="15084675" y="4117023"/>
            <a:ext cx="338462" cy="338462"/>
          </a:xfrm>
          <a:prstGeom prst="ellipse">
            <a:avLst/>
          </a:prstGeom>
          <a:solidFill>
            <a:srgbClr val="D0BC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BFFBAD9F-DB02-B985-9F38-B049DA5458F1}"/>
              </a:ext>
            </a:extLst>
          </p:cNvPr>
          <p:cNvSpPr/>
          <p:nvPr userDrawn="1"/>
        </p:nvSpPr>
        <p:spPr>
          <a:xfrm>
            <a:off x="15584292" y="4117023"/>
            <a:ext cx="338462" cy="338462"/>
          </a:xfrm>
          <a:prstGeom prst="ellipse">
            <a:avLst/>
          </a:prstGeom>
          <a:solidFill>
            <a:srgbClr val="A17AB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C6D95235-A958-5143-734D-97BA744A12AE}"/>
              </a:ext>
            </a:extLst>
          </p:cNvPr>
          <p:cNvSpPr/>
          <p:nvPr userDrawn="1"/>
        </p:nvSpPr>
        <p:spPr>
          <a:xfrm>
            <a:off x="16083909" y="4117023"/>
            <a:ext cx="338462" cy="338462"/>
          </a:xfrm>
          <a:prstGeom prst="ellipse">
            <a:avLst/>
          </a:prstGeom>
          <a:solidFill>
            <a:srgbClr val="3813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CC9BD5F4-3F92-74A1-FA99-7DEC602F6901}"/>
              </a:ext>
            </a:extLst>
          </p:cNvPr>
          <p:cNvSpPr/>
          <p:nvPr userDrawn="1"/>
        </p:nvSpPr>
        <p:spPr>
          <a:xfrm>
            <a:off x="16583525" y="4117023"/>
            <a:ext cx="338462" cy="338462"/>
          </a:xfrm>
          <a:prstGeom prst="ellipse">
            <a:avLst/>
          </a:prstGeom>
          <a:solidFill>
            <a:srgbClr val="250D3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EFB1BD5E-B418-0CFD-8CDA-8A08FF5BF5C3}"/>
              </a:ext>
            </a:extLst>
          </p:cNvPr>
          <p:cNvSpPr/>
          <p:nvPr userDrawn="1"/>
        </p:nvSpPr>
        <p:spPr>
          <a:xfrm>
            <a:off x="13959929" y="4652930"/>
            <a:ext cx="618392" cy="618392"/>
          </a:xfrm>
          <a:prstGeom prst="ellipse">
            <a:avLst/>
          </a:prstGeom>
          <a:solidFill>
            <a:srgbClr val="007B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FAE4E0B9-7076-CF1A-D233-0385A035DB05}"/>
              </a:ext>
            </a:extLst>
          </p:cNvPr>
          <p:cNvSpPr/>
          <p:nvPr userDrawn="1"/>
        </p:nvSpPr>
        <p:spPr>
          <a:xfrm>
            <a:off x="15084675" y="4836963"/>
            <a:ext cx="338462" cy="338462"/>
          </a:xfrm>
          <a:prstGeom prst="ellipse">
            <a:avLst/>
          </a:prstGeom>
          <a:solidFill>
            <a:srgbClr val="B2D7E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D7B10C0A-C3BB-B0F1-610A-1460F236D854}"/>
              </a:ext>
            </a:extLst>
          </p:cNvPr>
          <p:cNvSpPr/>
          <p:nvPr userDrawn="1"/>
        </p:nvSpPr>
        <p:spPr>
          <a:xfrm>
            <a:off x="15584292" y="4836963"/>
            <a:ext cx="338462" cy="338462"/>
          </a:xfrm>
          <a:prstGeom prst="ellipse">
            <a:avLst/>
          </a:prstGeom>
          <a:solidFill>
            <a:srgbClr val="66AF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3371D9ED-437A-5AB5-FC99-E4FD3679AFE0}"/>
              </a:ext>
            </a:extLst>
          </p:cNvPr>
          <p:cNvSpPr/>
          <p:nvPr userDrawn="1"/>
        </p:nvSpPr>
        <p:spPr>
          <a:xfrm>
            <a:off x="16083909" y="4836963"/>
            <a:ext cx="338462" cy="338462"/>
          </a:xfrm>
          <a:prstGeom prst="ellipse">
            <a:avLst/>
          </a:prstGeom>
          <a:solidFill>
            <a:srgbClr val="005C8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F40C1780-BCD7-9B45-4165-571F49F2F988}"/>
              </a:ext>
            </a:extLst>
          </p:cNvPr>
          <p:cNvSpPr/>
          <p:nvPr userDrawn="1"/>
        </p:nvSpPr>
        <p:spPr>
          <a:xfrm>
            <a:off x="16583525" y="4836963"/>
            <a:ext cx="338462" cy="338462"/>
          </a:xfrm>
          <a:prstGeom prst="ellipse">
            <a:avLst/>
          </a:prstGeom>
          <a:solidFill>
            <a:srgbClr val="003D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66FBF1A5-D25D-F8BE-4074-29675731A1AF}"/>
              </a:ext>
            </a:extLst>
          </p:cNvPr>
          <p:cNvSpPr txBox="1"/>
          <p:nvPr userDrawn="1"/>
        </p:nvSpPr>
        <p:spPr>
          <a:xfrm>
            <a:off x="13920953" y="570792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/>
              <a:t>Product Group Colors</a:t>
            </a:r>
          </a:p>
        </p:txBody>
      </p: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55A46D78-BD7F-32CB-740F-CDEB6A219C36}"/>
              </a:ext>
            </a:extLst>
          </p:cNvPr>
          <p:cNvCxnSpPr>
            <a:cxnSpLocks/>
          </p:cNvCxnSpPr>
          <p:nvPr userDrawn="1"/>
        </p:nvCxnSpPr>
        <p:spPr>
          <a:xfrm>
            <a:off x="13920953" y="5583284"/>
            <a:ext cx="3109779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9E8117C9-D4F3-FD80-EB2F-81F83B1F081F}"/>
              </a:ext>
            </a:extLst>
          </p:cNvPr>
          <p:cNvCxnSpPr>
            <a:cxnSpLocks/>
          </p:cNvCxnSpPr>
          <p:nvPr userDrawn="1"/>
        </p:nvCxnSpPr>
        <p:spPr>
          <a:xfrm>
            <a:off x="13920953" y="0"/>
            <a:ext cx="907751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8281299A-3A6A-9AE8-9EE6-01548EC222FE}"/>
              </a:ext>
            </a:extLst>
          </p:cNvPr>
          <p:cNvCxnSpPr>
            <a:cxnSpLocks/>
          </p:cNvCxnSpPr>
          <p:nvPr userDrawn="1"/>
        </p:nvCxnSpPr>
        <p:spPr>
          <a:xfrm>
            <a:off x="15040681" y="0"/>
            <a:ext cx="1963661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Rectangle 98">
            <a:extLst>
              <a:ext uri="{FF2B5EF4-FFF2-40B4-BE49-F238E27FC236}">
                <a16:creationId xmlns:a16="http://schemas.microsoft.com/office/drawing/2014/main" id="{A323852F-22A9-B6A9-AA3E-A511C4039459}"/>
              </a:ext>
            </a:extLst>
          </p:cNvPr>
          <p:cNvSpPr/>
          <p:nvPr userDrawn="1"/>
        </p:nvSpPr>
        <p:spPr>
          <a:xfrm>
            <a:off x="14716831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>
                <a:solidFill>
                  <a:schemeClr val="tx1"/>
                </a:solidFill>
                <a:latin typeface="+mn-lt"/>
              </a:rPr>
              <a:t>BIG-IP Next</a:t>
            </a:r>
          </a:p>
        </p:txBody>
      </p:sp>
      <p:sp>
        <p:nvSpPr>
          <p:cNvPr id="100" name="Oval 99">
            <a:extLst>
              <a:ext uri="{FF2B5EF4-FFF2-40B4-BE49-F238E27FC236}">
                <a16:creationId xmlns:a16="http://schemas.microsoft.com/office/drawing/2014/main" id="{B7BFD065-C421-0217-D272-B8E1E693AAAC}"/>
              </a:ext>
            </a:extLst>
          </p:cNvPr>
          <p:cNvSpPr/>
          <p:nvPr userDrawn="1"/>
        </p:nvSpPr>
        <p:spPr>
          <a:xfrm>
            <a:off x="14804987" y="6024739"/>
            <a:ext cx="338462" cy="338462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9057954A-8094-D439-5FB1-ED44A303D35E}"/>
              </a:ext>
            </a:extLst>
          </p:cNvPr>
          <p:cNvSpPr/>
          <p:nvPr userDrawn="1"/>
        </p:nvSpPr>
        <p:spPr>
          <a:xfrm>
            <a:off x="13843869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>
                <a:solidFill>
                  <a:schemeClr val="tx1"/>
                </a:solidFill>
                <a:latin typeface="+mn-lt"/>
              </a:rPr>
              <a:t>Distributed Cloud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745B7F6B-8791-04C8-AEC3-8A42E43B6E99}"/>
              </a:ext>
            </a:extLst>
          </p:cNvPr>
          <p:cNvSpPr/>
          <p:nvPr userDrawn="1"/>
        </p:nvSpPr>
        <p:spPr>
          <a:xfrm>
            <a:off x="15568415" y="6388493"/>
            <a:ext cx="91440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000" kern="100">
                <a:solidFill>
                  <a:schemeClr val="tx1"/>
                </a:solidFill>
                <a:latin typeface="+mn-lt"/>
              </a:rPr>
              <a:t>BIG-IP</a:t>
            </a:r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6E512E1C-F58D-B47E-ECD7-FBD645FD4F33}"/>
              </a:ext>
            </a:extLst>
          </p:cNvPr>
          <p:cNvSpPr/>
          <p:nvPr userDrawn="1"/>
        </p:nvSpPr>
        <p:spPr>
          <a:xfrm>
            <a:off x="13916887" y="6024739"/>
            <a:ext cx="338462" cy="33846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104" name="Oval 103">
            <a:extLst>
              <a:ext uri="{FF2B5EF4-FFF2-40B4-BE49-F238E27FC236}">
                <a16:creationId xmlns:a16="http://schemas.microsoft.com/office/drawing/2014/main" id="{CA191D92-B1E3-AC60-A798-1DC360F2C331}"/>
              </a:ext>
            </a:extLst>
          </p:cNvPr>
          <p:cNvSpPr/>
          <p:nvPr userDrawn="1"/>
        </p:nvSpPr>
        <p:spPr>
          <a:xfrm>
            <a:off x="15702617" y="6024739"/>
            <a:ext cx="338462" cy="33846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A78C0FA2-28D4-4430-EF74-2E23E581990A}"/>
              </a:ext>
            </a:extLst>
          </p:cNvPr>
          <p:cNvSpPr/>
          <p:nvPr userDrawn="1"/>
        </p:nvSpPr>
        <p:spPr>
          <a:xfrm>
            <a:off x="16491659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>
                <a:solidFill>
                  <a:schemeClr val="tx1"/>
                </a:solidFill>
                <a:latin typeface="+mn-lt"/>
              </a:rPr>
              <a:t>NGINX </a:t>
            </a:r>
          </a:p>
        </p:txBody>
      </p:sp>
      <p:sp>
        <p:nvSpPr>
          <p:cNvPr id="106" name="Oval 105">
            <a:extLst>
              <a:ext uri="{FF2B5EF4-FFF2-40B4-BE49-F238E27FC236}">
                <a16:creationId xmlns:a16="http://schemas.microsoft.com/office/drawing/2014/main" id="{0FF89B0E-1B81-5BF3-0F2B-B9C75CBE6976}"/>
              </a:ext>
            </a:extLst>
          </p:cNvPr>
          <p:cNvSpPr/>
          <p:nvPr userDrawn="1"/>
        </p:nvSpPr>
        <p:spPr>
          <a:xfrm>
            <a:off x="16590717" y="6024739"/>
            <a:ext cx="338462" cy="33846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2154655019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i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00CA2B1-43F3-4E5A-8642-E7EF9DF675DC}"/>
              </a:ext>
            </a:extLst>
          </p:cNvPr>
          <p:cNvSpPr/>
          <p:nvPr userDrawn="1"/>
        </p:nvSpPr>
        <p:spPr>
          <a:xfrm>
            <a:off x="0" y="0"/>
            <a:ext cx="12192000" cy="2339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US" kern="10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989772A-5773-574A-B6F8-FE6EE18F52EE}"/>
              </a:ext>
            </a:extLst>
          </p:cNvPr>
          <p:cNvSpPr/>
          <p:nvPr userDrawn="1"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00B0F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D91C8EB-2EC7-7348-A790-C3B94928DB0F}"/>
              </a:ext>
            </a:extLst>
          </p:cNvPr>
          <p:cNvSpPr/>
          <p:nvPr userDrawn="1"/>
        </p:nvSpPr>
        <p:spPr>
          <a:xfrm>
            <a:off x="0" y="6286500"/>
            <a:ext cx="12192000" cy="571500"/>
          </a:xfrm>
          <a:prstGeom prst="rect">
            <a:avLst/>
          </a:prstGeom>
          <a:solidFill>
            <a:srgbClr val="00B0F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79DCA21-A80E-C740-8D95-E40B577291A6}"/>
              </a:ext>
            </a:extLst>
          </p:cNvPr>
          <p:cNvSpPr/>
          <p:nvPr userDrawn="1"/>
        </p:nvSpPr>
        <p:spPr>
          <a:xfrm rot="5400000">
            <a:off x="-3200400" y="3200400"/>
            <a:ext cx="6858000" cy="457200"/>
          </a:xfrm>
          <a:prstGeom prst="rect">
            <a:avLst/>
          </a:prstGeom>
          <a:solidFill>
            <a:srgbClr val="00B0F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72B2B15-B649-C945-8F45-B73BCE1D96D3}"/>
              </a:ext>
            </a:extLst>
          </p:cNvPr>
          <p:cNvSpPr/>
          <p:nvPr userDrawn="1"/>
        </p:nvSpPr>
        <p:spPr>
          <a:xfrm rot="5400000">
            <a:off x="8534400" y="3200400"/>
            <a:ext cx="6858000" cy="457200"/>
          </a:xfrm>
          <a:prstGeom prst="rect">
            <a:avLst/>
          </a:prstGeom>
          <a:solidFill>
            <a:srgbClr val="00B0F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A2BD637-13E9-E14F-B2BA-CCCBD0753859}"/>
              </a:ext>
            </a:extLst>
          </p:cNvPr>
          <p:cNvSpPr/>
          <p:nvPr userDrawn="1"/>
        </p:nvSpPr>
        <p:spPr>
          <a:xfrm>
            <a:off x="-687" y="1512321"/>
            <a:ext cx="12188952" cy="457200"/>
          </a:xfrm>
          <a:prstGeom prst="rect">
            <a:avLst/>
          </a:prstGeom>
          <a:solidFill>
            <a:srgbClr val="00B0F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37436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2">
            <a:extLst>
              <a:ext uri="{FF2B5EF4-FFF2-40B4-BE49-F238E27FC236}">
                <a16:creationId xmlns:a16="http://schemas.microsoft.com/office/drawing/2014/main" id="{94B560FD-3AA9-CEA0-5ED3-C5FFFCDCB0C9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4868424" y="2102144"/>
            <a:ext cx="2433289" cy="2433289"/>
            <a:chOff x="5266" y="0"/>
            <a:chExt cx="733" cy="733"/>
          </a:xfrm>
        </p:grpSpPr>
        <p:sp>
          <p:nvSpPr>
            <p:cNvPr id="4" name="Freeform 23">
              <a:extLst>
                <a:ext uri="{FF2B5EF4-FFF2-40B4-BE49-F238E27FC236}">
                  <a16:creationId xmlns:a16="http://schemas.microsoft.com/office/drawing/2014/main" id="{E4AFD52F-B7D1-A290-DCB0-923011AD1B7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266" y="0"/>
              <a:ext cx="733" cy="733"/>
            </a:xfrm>
            <a:custGeom>
              <a:avLst/>
              <a:gdLst>
                <a:gd name="T0" fmla="*/ 4176 w 4576"/>
                <a:gd name="T1" fmla="*/ 996 h 4576"/>
                <a:gd name="T2" fmla="*/ 4065 w 4576"/>
                <a:gd name="T3" fmla="*/ 848 h 4576"/>
                <a:gd name="T4" fmla="*/ 4065 w 4576"/>
                <a:gd name="T5" fmla="*/ 848 h 4576"/>
                <a:gd name="T6" fmla="*/ 2288 w 4576"/>
                <a:gd name="T7" fmla="*/ 0 h 4576"/>
                <a:gd name="T8" fmla="*/ 0 w 4576"/>
                <a:gd name="T9" fmla="*/ 2288 h 4576"/>
                <a:gd name="T10" fmla="*/ 445 w 4576"/>
                <a:gd name="T11" fmla="*/ 3644 h 4576"/>
                <a:gd name="T12" fmla="*/ 445 w 4576"/>
                <a:gd name="T13" fmla="*/ 3644 h 4576"/>
                <a:gd name="T14" fmla="*/ 583 w 4576"/>
                <a:gd name="T15" fmla="*/ 3814 h 4576"/>
                <a:gd name="T16" fmla="*/ 583 w 4576"/>
                <a:gd name="T17" fmla="*/ 3814 h 4576"/>
                <a:gd name="T18" fmla="*/ 2288 w 4576"/>
                <a:gd name="T19" fmla="*/ 4576 h 4576"/>
                <a:gd name="T20" fmla="*/ 4576 w 4576"/>
                <a:gd name="T21" fmla="*/ 2288 h 4576"/>
                <a:gd name="T22" fmla="*/ 4176 w 4576"/>
                <a:gd name="T23" fmla="*/ 996 h 457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4576" h="4576">
                  <a:moveTo>
                    <a:pt x="4176" y="996"/>
                  </a:moveTo>
                  <a:cubicBezTo>
                    <a:pt x="4141" y="945"/>
                    <a:pt x="4104" y="895"/>
                    <a:pt x="4065" y="848"/>
                  </a:cubicBezTo>
                  <a:cubicBezTo>
                    <a:pt x="4065" y="848"/>
                    <a:pt x="4065" y="848"/>
                    <a:pt x="4065" y="848"/>
                  </a:cubicBezTo>
                  <a:cubicBezTo>
                    <a:pt x="3646" y="330"/>
                    <a:pt x="3006" y="0"/>
                    <a:pt x="2288" y="0"/>
                  </a:cubicBezTo>
                  <a:cubicBezTo>
                    <a:pt x="1024" y="0"/>
                    <a:pt x="0" y="1024"/>
                    <a:pt x="0" y="2288"/>
                  </a:cubicBezTo>
                  <a:cubicBezTo>
                    <a:pt x="0" y="2796"/>
                    <a:pt x="165" y="3264"/>
                    <a:pt x="445" y="3644"/>
                  </a:cubicBezTo>
                  <a:cubicBezTo>
                    <a:pt x="445" y="3644"/>
                    <a:pt x="445" y="3644"/>
                    <a:pt x="445" y="3644"/>
                  </a:cubicBezTo>
                  <a:cubicBezTo>
                    <a:pt x="488" y="3703"/>
                    <a:pt x="534" y="3759"/>
                    <a:pt x="583" y="3814"/>
                  </a:cubicBezTo>
                  <a:cubicBezTo>
                    <a:pt x="583" y="3814"/>
                    <a:pt x="583" y="3814"/>
                    <a:pt x="583" y="3814"/>
                  </a:cubicBezTo>
                  <a:cubicBezTo>
                    <a:pt x="1002" y="4282"/>
                    <a:pt x="1611" y="4576"/>
                    <a:pt x="2288" y="4576"/>
                  </a:cubicBezTo>
                  <a:cubicBezTo>
                    <a:pt x="3552" y="4576"/>
                    <a:pt x="4576" y="3552"/>
                    <a:pt x="4576" y="2288"/>
                  </a:cubicBezTo>
                  <a:cubicBezTo>
                    <a:pt x="4576" y="1809"/>
                    <a:pt x="4428" y="1364"/>
                    <a:pt x="4176" y="996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" name="Freeform 24">
              <a:extLst>
                <a:ext uri="{FF2B5EF4-FFF2-40B4-BE49-F238E27FC236}">
                  <a16:creationId xmlns:a16="http://schemas.microsoft.com/office/drawing/2014/main" id="{8242F7D6-BFBA-1540-A7E6-0A5FB949D764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360" y="611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E3173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" name="Freeform 25">
              <a:extLst>
                <a:ext uri="{FF2B5EF4-FFF2-40B4-BE49-F238E27FC236}">
                  <a16:creationId xmlns:a16="http://schemas.microsoft.com/office/drawing/2014/main" id="{16E0D9B8-ED44-D90C-9E22-7B6D0CB20BD0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5911" y="645"/>
              <a:ext cx="55" cy="55"/>
            </a:xfrm>
            <a:custGeom>
              <a:avLst/>
              <a:gdLst>
                <a:gd name="T0" fmla="*/ 277 w 345"/>
                <a:gd name="T1" fmla="*/ 68 h 345"/>
                <a:gd name="T2" fmla="*/ 320 w 345"/>
                <a:gd name="T3" fmla="*/ 172 h 345"/>
                <a:gd name="T4" fmla="*/ 277 w 345"/>
                <a:gd name="T5" fmla="*/ 278 h 345"/>
                <a:gd name="T6" fmla="*/ 172 w 345"/>
                <a:gd name="T7" fmla="*/ 322 h 345"/>
                <a:gd name="T8" fmla="*/ 67 w 345"/>
                <a:gd name="T9" fmla="*/ 278 h 345"/>
                <a:gd name="T10" fmla="*/ 24 w 345"/>
                <a:gd name="T11" fmla="*/ 172 h 345"/>
                <a:gd name="T12" fmla="*/ 67 w 345"/>
                <a:gd name="T13" fmla="*/ 68 h 345"/>
                <a:gd name="T14" fmla="*/ 172 w 345"/>
                <a:gd name="T15" fmla="*/ 23 h 345"/>
                <a:gd name="T16" fmla="*/ 277 w 345"/>
                <a:gd name="T17" fmla="*/ 68 h 345"/>
                <a:gd name="T18" fmla="*/ 295 w 345"/>
                <a:gd name="T19" fmla="*/ 50 h 345"/>
                <a:gd name="T20" fmla="*/ 172 w 345"/>
                <a:gd name="T21" fmla="*/ 0 h 345"/>
                <a:gd name="T22" fmla="*/ 51 w 345"/>
                <a:gd name="T23" fmla="*/ 50 h 345"/>
                <a:gd name="T24" fmla="*/ 0 w 345"/>
                <a:gd name="T25" fmla="*/ 172 h 345"/>
                <a:gd name="T26" fmla="*/ 50 w 345"/>
                <a:gd name="T27" fmla="*/ 295 h 345"/>
                <a:gd name="T28" fmla="*/ 172 w 345"/>
                <a:gd name="T29" fmla="*/ 345 h 345"/>
                <a:gd name="T30" fmla="*/ 295 w 345"/>
                <a:gd name="T31" fmla="*/ 295 h 345"/>
                <a:gd name="T32" fmla="*/ 345 w 345"/>
                <a:gd name="T33" fmla="*/ 172 h 345"/>
                <a:gd name="T34" fmla="*/ 295 w 345"/>
                <a:gd name="T35" fmla="*/ 50 h 345"/>
                <a:gd name="T36" fmla="*/ 198 w 345"/>
                <a:gd name="T37" fmla="*/ 164 h 345"/>
                <a:gd name="T38" fmla="*/ 166 w 345"/>
                <a:gd name="T39" fmla="*/ 168 h 345"/>
                <a:gd name="T40" fmla="*/ 136 w 345"/>
                <a:gd name="T41" fmla="*/ 168 h 345"/>
                <a:gd name="T42" fmla="*/ 136 w 345"/>
                <a:gd name="T43" fmla="*/ 100 h 345"/>
                <a:gd name="T44" fmla="*/ 164 w 345"/>
                <a:gd name="T45" fmla="*/ 100 h 345"/>
                <a:gd name="T46" fmla="*/ 205 w 345"/>
                <a:gd name="T47" fmla="*/ 107 h 345"/>
                <a:gd name="T48" fmla="*/ 217 w 345"/>
                <a:gd name="T49" fmla="*/ 134 h 345"/>
                <a:gd name="T50" fmla="*/ 198 w 345"/>
                <a:gd name="T51" fmla="*/ 164 h 345"/>
                <a:gd name="T52" fmla="*/ 103 w 345"/>
                <a:gd name="T53" fmla="*/ 266 h 345"/>
                <a:gd name="T54" fmla="*/ 136 w 345"/>
                <a:gd name="T55" fmla="*/ 266 h 345"/>
                <a:gd name="T56" fmla="*/ 136 w 345"/>
                <a:gd name="T57" fmla="*/ 192 h 345"/>
                <a:gd name="T58" fmla="*/ 162 w 345"/>
                <a:gd name="T59" fmla="*/ 192 h 345"/>
                <a:gd name="T60" fmla="*/ 200 w 345"/>
                <a:gd name="T61" fmla="*/ 198 h 345"/>
                <a:gd name="T62" fmla="*/ 217 w 345"/>
                <a:gd name="T63" fmla="*/ 241 h 345"/>
                <a:gd name="T64" fmla="*/ 217 w 345"/>
                <a:gd name="T65" fmla="*/ 256 h 345"/>
                <a:gd name="T66" fmla="*/ 218 w 345"/>
                <a:gd name="T67" fmla="*/ 262 h 345"/>
                <a:gd name="T68" fmla="*/ 218 w 345"/>
                <a:gd name="T69" fmla="*/ 265 h 345"/>
                <a:gd name="T70" fmla="*/ 219 w 345"/>
                <a:gd name="T71" fmla="*/ 266 h 345"/>
                <a:gd name="T72" fmla="*/ 250 w 345"/>
                <a:gd name="T73" fmla="*/ 266 h 345"/>
                <a:gd name="T74" fmla="*/ 249 w 345"/>
                <a:gd name="T75" fmla="*/ 264 h 345"/>
                <a:gd name="T76" fmla="*/ 247 w 345"/>
                <a:gd name="T77" fmla="*/ 254 h 345"/>
                <a:gd name="T78" fmla="*/ 247 w 345"/>
                <a:gd name="T79" fmla="*/ 240 h 345"/>
                <a:gd name="T80" fmla="*/ 247 w 345"/>
                <a:gd name="T81" fmla="*/ 226 h 345"/>
                <a:gd name="T82" fmla="*/ 237 w 345"/>
                <a:gd name="T83" fmla="*/ 197 h 345"/>
                <a:gd name="T84" fmla="*/ 204 w 345"/>
                <a:gd name="T85" fmla="*/ 178 h 345"/>
                <a:gd name="T86" fmla="*/ 231 w 345"/>
                <a:gd name="T87" fmla="*/ 169 h 345"/>
                <a:gd name="T88" fmla="*/ 250 w 345"/>
                <a:gd name="T89" fmla="*/ 132 h 345"/>
                <a:gd name="T90" fmla="*/ 220 w 345"/>
                <a:gd name="T91" fmla="*/ 84 h 345"/>
                <a:gd name="T92" fmla="*/ 169 w 345"/>
                <a:gd name="T93" fmla="*/ 77 h 345"/>
                <a:gd name="T94" fmla="*/ 103 w 345"/>
                <a:gd name="T95" fmla="*/ 77 h 345"/>
                <a:gd name="T96" fmla="*/ 103 w 345"/>
                <a:gd name="T97" fmla="*/ 266 h 3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345" h="345">
                  <a:moveTo>
                    <a:pt x="277" y="68"/>
                  </a:moveTo>
                  <a:cubicBezTo>
                    <a:pt x="306" y="96"/>
                    <a:pt x="320" y="131"/>
                    <a:pt x="320" y="172"/>
                  </a:cubicBezTo>
                  <a:cubicBezTo>
                    <a:pt x="320" y="213"/>
                    <a:pt x="306" y="249"/>
                    <a:pt x="277" y="278"/>
                  </a:cubicBezTo>
                  <a:cubicBezTo>
                    <a:pt x="248" y="307"/>
                    <a:pt x="213" y="322"/>
                    <a:pt x="172" y="322"/>
                  </a:cubicBezTo>
                  <a:cubicBezTo>
                    <a:pt x="131" y="322"/>
                    <a:pt x="96" y="307"/>
                    <a:pt x="67" y="278"/>
                  </a:cubicBezTo>
                  <a:cubicBezTo>
                    <a:pt x="38" y="249"/>
                    <a:pt x="24" y="213"/>
                    <a:pt x="24" y="172"/>
                  </a:cubicBezTo>
                  <a:cubicBezTo>
                    <a:pt x="24" y="131"/>
                    <a:pt x="38" y="96"/>
                    <a:pt x="67" y="68"/>
                  </a:cubicBezTo>
                  <a:cubicBezTo>
                    <a:pt x="96" y="38"/>
                    <a:pt x="131" y="23"/>
                    <a:pt x="172" y="23"/>
                  </a:cubicBezTo>
                  <a:cubicBezTo>
                    <a:pt x="213" y="23"/>
                    <a:pt x="248" y="38"/>
                    <a:pt x="277" y="68"/>
                  </a:cubicBezTo>
                  <a:close/>
                  <a:moveTo>
                    <a:pt x="295" y="50"/>
                  </a:moveTo>
                  <a:cubicBezTo>
                    <a:pt x="261" y="17"/>
                    <a:pt x="220" y="0"/>
                    <a:pt x="172" y="0"/>
                  </a:cubicBezTo>
                  <a:cubicBezTo>
                    <a:pt x="125" y="0"/>
                    <a:pt x="84" y="17"/>
                    <a:pt x="51" y="50"/>
                  </a:cubicBezTo>
                  <a:cubicBezTo>
                    <a:pt x="17" y="84"/>
                    <a:pt x="0" y="125"/>
                    <a:pt x="0" y="172"/>
                  </a:cubicBezTo>
                  <a:cubicBezTo>
                    <a:pt x="0" y="220"/>
                    <a:pt x="17" y="261"/>
                    <a:pt x="50" y="295"/>
                  </a:cubicBezTo>
                  <a:cubicBezTo>
                    <a:pt x="83" y="329"/>
                    <a:pt x="124" y="345"/>
                    <a:pt x="172" y="345"/>
                  </a:cubicBezTo>
                  <a:cubicBezTo>
                    <a:pt x="220" y="345"/>
                    <a:pt x="261" y="329"/>
                    <a:pt x="295" y="295"/>
                  </a:cubicBezTo>
                  <a:cubicBezTo>
                    <a:pt x="328" y="261"/>
                    <a:pt x="345" y="220"/>
                    <a:pt x="345" y="172"/>
                  </a:cubicBezTo>
                  <a:cubicBezTo>
                    <a:pt x="345" y="124"/>
                    <a:pt x="328" y="84"/>
                    <a:pt x="295" y="50"/>
                  </a:cubicBezTo>
                  <a:close/>
                  <a:moveTo>
                    <a:pt x="198" y="164"/>
                  </a:moveTo>
                  <a:cubicBezTo>
                    <a:pt x="191" y="167"/>
                    <a:pt x="180" y="168"/>
                    <a:pt x="166" y="168"/>
                  </a:cubicBezTo>
                  <a:cubicBezTo>
                    <a:pt x="136" y="168"/>
                    <a:pt x="136" y="168"/>
                    <a:pt x="136" y="168"/>
                  </a:cubicBezTo>
                  <a:cubicBezTo>
                    <a:pt x="136" y="100"/>
                    <a:pt x="136" y="100"/>
                    <a:pt x="136" y="100"/>
                  </a:cubicBezTo>
                  <a:cubicBezTo>
                    <a:pt x="164" y="100"/>
                    <a:pt x="164" y="100"/>
                    <a:pt x="164" y="100"/>
                  </a:cubicBezTo>
                  <a:cubicBezTo>
                    <a:pt x="183" y="100"/>
                    <a:pt x="196" y="102"/>
                    <a:pt x="205" y="107"/>
                  </a:cubicBezTo>
                  <a:cubicBezTo>
                    <a:pt x="213" y="112"/>
                    <a:pt x="217" y="121"/>
                    <a:pt x="217" y="134"/>
                  </a:cubicBezTo>
                  <a:cubicBezTo>
                    <a:pt x="217" y="149"/>
                    <a:pt x="211" y="159"/>
                    <a:pt x="198" y="164"/>
                  </a:cubicBezTo>
                  <a:close/>
                  <a:moveTo>
                    <a:pt x="103" y="266"/>
                  </a:moveTo>
                  <a:cubicBezTo>
                    <a:pt x="136" y="266"/>
                    <a:pt x="136" y="266"/>
                    <a:pt x="136" y="266"/>
                  </a:cubicBezTo>
                  <a:cubicBezTo>
                    <a:pt x="136" y="192"/>
                    <a:pt x="136" y="192"/>
                    <a:pt x="136" y="192"/>
                  </a:cubicBezTo>
                  <a:cubicBezTo>
                    <a:pt x="162" y="192"/>
                    <a:pt x="162" y="192"/>
                    <a:pt x="162" y="192"/>
                  </a:cubicBezTo>
                  <a:cubicBezTo>
                    <a:pt x="180" y="192"/>
                    <a:pt x="192" y="193"/>
                    <a:pt x="200" y="198"/>
                  </a:cubicBezTo>
                  <a:cubicBezTo>
                    <a:pt x="211" y="205"/>
                    <a:pt x="217" y="219"/>
                    <a:pt x="217" y="241"/>
                  </a:cubicBezTo>
                  <a:cubicBezTo>
                    <a:pt x="217" y="256"/>
                    <a:pt x="217" y="256"/>
                    <a:pt x="217" y="256"/>
                  </a:cubicBezTo>
                  <a:cubicBezTo>
                    <a:pt x="218" y="262"/>
                    <a:pt x="218" y="262"/>
                    <a:pt x="218" y="262"/>
                  </a:cubicBezTo>
                  <a:cubicBezTo>
                    <a:pt x="218" y="263"/>
                    <a:pt x="218" y="264"/>
                    <a:pt x="218" y="265"/>
                  </a:cubicBezTo>
                  <a:cubicBezTo>
                    <a:pt x="219" y="265"/>
                    <a:pt x="219" y="266"/>
                    <a:pt x="219" y="266"/>
                  </a:cubicBezTo>
                  <a:cubicBezTo>
                    <a:pt x="250" y="266"/>
                    <a:pt x="250" y="266"/>
                    <a:pt x="250" y="266"/>
                  </a:cubicBezTo>
                  <a:cubicBezTo>
                    <a:pt x="249" y="264"/>
                    <a:pt x="249" y="264"/>
                    <a:pt x="249" y="264"/>
                  </a:cubicBezTo>
                  <a:cubicBezTo>
                    <a:pt x="248" y="263"/>
                    <a:pt x="248" y="259"/>
                    <a:pt x="247" y="254"/>
                  </a:cubicBezTo>
                  <a:cubicBezTo>
                    <a:pt x="247" y="249"/>
                    <a:pt x="247" y="244"/>
                    <a:pt x="247" y="240"/>
                  </a:cubicBezTo>
                  <a:cubicBezTo>
                    <a:pt x="247" y="226"/>
                    <a:pt x="247" y="226"/>
                    <a:pt x="247" y="226"/>
                  </a:cubicBezTo>
                  <a:cubicBezTo>
                    <a:pt x="247" y="217"/>
                    <a:pt x="244" y="207"/>
                    <a:pt x="237" y="197"/>
                  </a:cubicBezTo>
                  <a:cubicBezTo>
                    <a:pt x="230" y="187"/>
                    <a:pt x="219" y="181"/>
                    <a:pt x="204" y="178"/>
                  </a:cubicBezTo>
                  <a:cubicBezTo>
                    <a:pt x="216" y="176"/>
                    <a:pt x="225" y="173"/>
                    <a:pt x="231" y="169"/>
                  </a:cubicBezTo>
                  <a:cubicBezTo>
                    <a:pt x="244" y="161"/>
                    <a:pt x="250" y="148"/>
                    <a:pt x="250" y="132"/>
                  </a:cubicBezTo>
                  <a:cubicBezTo>
                    <a:pt x="250" y="108"/>
                    <a:pt x="240" y="92"/>
                    <a:pt x="220" y="84"/>
                  </a:cubicBezTo>
                  <a:cubicBezTo>
                    <a:pt x="210" y="79"/>
                    <a:pt x="192" y="77"/>
                    <a:pt x="169" y="77"/>
                  </a:cubicBezTo>
                  <a:cubicBezTo>
                    <a:pt x="103" y="77"/>
                    <a:pt x="103" y="77"/>
                    <a:pt x="103" y="77"/>
                  </a:cubicBezTo>
                  <a:lnTo>
                    <a:pt x="103" y="266"/>
                  </a:lnTo>
                  <a:close/>
                </a:path>
              </a:pathLst>
            </a:custGeom>
            <a:solidFill>
              <a:srgbClr val="E4002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" name="Freeform 26">
              <a:extLst>
                <a:ext uri="{FF2B5EF4-FFF2-40B4-BE49-F238E27FC236}">
                  <a16:creationId xmlns:a16="http://schemas.microsoft.com/office/drawing/2014/main" id="{2C0DA241-F1E3-A3AA-0BAD-26788C823E4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266" y="0"/>
              <a:ext cx="733" cy="733"/>
            </a:xfrm>
            <a:custGeom>
              <a:avLst/>
              <a:gdLst>
                <a:gd name="T0" fmla="*/ 4176 w 4576"/>
                <a:gd name="T1" fmla="*/ 996 h 4576"/>
                <a:gd name="T2" fmla="*/ 4106 w 4576"/>
                <a:gd name="T3" fmla="*/ 1355 h 4576"/>
                <a:gd name="T4" fmla="*/ 2907 w 4576"/>
                <a:gd name="T5" fmla="*/ 1262 h 4576"/>
                <a:gd name="T6" fmla="*/ 2797 w 4576"/>
                <a:gd name="T7" fmla="*/ 1612 h 4576"/>
                <a:gd name="T8" fmla="*/ 4141 w 4576"/>
                <a:gd name="T9" fmla="*/ 2094 h 4576"/>
                <a:gd name="T10" fmla="*/ 4386 w 4576"/>
                <a:gd name="T11" fmla="*/ 2839 h 4576"/>
                <a:gd name="T12" fmla="*/ 3944 w 4576"/>
                <a:gd name="T13" fmla="*/ 3672 h 4576"/>
                <a:gd name="T14" fmla="*/ 3173 w 4576"/>
                <a:gd name="T15" fmla="*/ 3966 h 4576"/>
                <a:gd name="T16" fmla="*/ 2263 w 4576"/>
                <a:gd name="T17" fmla="*/ 3848 h 4576"/>
                <a:gd name="T18" fmla="*/ 2082 w 4576"/>
                <a:gd name="T19" fmla="*/ 3429 h 4576"/>
                <a:gd name="T20" fmla="*/ 2101 w 4576"/>
                <a:gd name="T21" fmla="*/ 3327 h 4576"/>
                <a:gd name="T22" fmla="*/ 2301 w 4576"/>
                <a:gd name="T23" fmla="*/ 3133 h 4576"/>
                <a:gd name="T24" fmla="*/ 2390 w 4576"/>
                <a:gd name="T25" fmla="*/ 3119 h 4576"/>
                <a:gd name="T26" fmla="*/ 2659 w 4576"/>
                <a:gd name="T27" fmla="*/ 3526 h 4576"/>
                <a:gd name="T28" fmla="*/ 3240 w 4576"/>
                <a:gd name="T29" fmla="*/ 3784 h 4576"/>
                <a:gd name="T30" fmla="*/ 3753 w 4576"/>
                <a:gd name="T31" fmla="*/ 3318 h 4576"/>
                <a:gd name="T32" fmla="*/ 2217 w 4576"/>
                <a:gd name="T33" fmla="*/ 2488 h 4576"/>
                <a:gd name="T34" fmla="*/ 2812 w 4576"/>
                <a:gd name="T35" fmla="*/ 701 h 4576"/>
                <a:gd name="T36" fmla="*/ 3564 w 4576"/>
                <a:gd name="T37" fmla="*/ 766 h 4576"/>
                <a:gd name="T38" fmla="*/ 4065 w 4576"/>
                <a:gd name="T39" fmla="*/ 848 h 4576"/>
                <a:gd name="T40" fmla="*/ 2288 w 4576"/>
                <a:gd name="T41" fmla="*/ 0 h 4576"/>
                <a:gd name="T42" fmla="*/ 0 w 4576"/>
                <a:gd name="T43" fmla="*/ 2288 h 4576"/>
                <a:gd name="T44" fmla="*/ 445 w 4576"/>
                <a:gd name="T45" fmla="*/ 3644 h 4576"/>
                <a:gd name="T46" fmla="*/ 616 w 4576"/>
                <a:gd name="T47" fmla="*/ 3581 h 4576"/>
                <a:gd name="T48" fmla="*/ 610 w 4576"/>
                <a:gd name="T49" fmla="*/ 3402 h 4576"/>
                <a:gd name="T50" fmla="*/ 565 w 4576"/>
                <a:gd name="T51" fmla="*/ 1982 h 4576"/>
                <a:gd name="T52" fmla="*/ 245 w 4576"/>
                <a:gd name="T53" fmla="*/ 1998 h 4576"/>
                <a:gd name="T54" fmla="*/ 261 w 4576"/>
                <a:gd name="T55" fmla="*/ 1735 h 4576"/>
                <a:gd name="T56" fmla="*/ 579 w 4576"/>
                <a:gd name="T57" fmla="*/ 1707 h 4576"/>
                <a:gd name="T58" fmla="*/ 596 w 4576"/>
                <a:gd name="T59" fmla="*/ 1479 h 4576"/>
                <a:gd name="T60" fmla="*/ 1542 w 4576"/>
                <a:gd name="T61" fmla="*/ 623 h 4576"/>
                <a:gd name="T62" fmla="*/ 1920 w 4576"/>
                <a:gd name="T63" fmla="*/ 561 h 4576"/>
                <a:gd name="T64" fmla="*/ 2018 w 4576"/>
                <a:gd name="T65" fmla="*/ 558 h 4576"/>
                <a:gd name="T66" fmla="*/ 2242 w 4576"/>
                <a:gd name="T67" fmla="*/ 603 h 4576"/>
                <a:gd name="T68" fmla="*/ 2508 w 4576"/>
                <a:gd name="T69" fmla="*/ 807 h 4576"/>
                <a:gd name="T70" fmla="*/ 2505 w 4576"/>
                <a:gd name="T71" fmla="*/ 873 h 4576"/>
                <a:gd name="T72" fmla="*/ 2379 w 4576"/>
                <a:gd name="T73" fmla="*/ 1020 h 4576"/>
                <a:gd name="T74" fmla="*/ 2278 w 4576"/>
                <a:gd name="T75" fmla="*/ 1033 h 4576"/>
                <a:gd name="T76" fmla="*/ 2065 w 4576"/>
                <a:gd name="T77" fmla="*/ 927 h 4576"/>
                <a:gd name="T78" fmla="*/ 1657 w 4576"/>
                <a:gd name="T79" fmla="*/ 818 h 4576"/>
                <a:gd name="T80" fmla="*/ 1466 w 4576"/>
                <a:gd name="T81" fmla="*/ 1048 h 4576"/>
                <a:gd name="T82" fmla="*/ 1438 w 4576"/>
                <a:gd name="T83" fmla="*/ 1664 h 4576"/>
                <a:gd name="T84" fmla="*/ 2218 w 4576"/>
                <a:gd name="T85" fmla="*/ 1651 h 4576"/>
                <a:gd name="T86" fmla="*/ 2218 w 4576"/>
                <a:gd name="T87" fmla="*/ 1831 h 4576"/>
                <a:gd name="T88" fmla="*/ 1959 w 4576"/>
                <a:gd name="T89" fmla="*/ 1950 h 4576"/>
                <a:gd name="T90" fmla="*/ 1431 w 4576"/>
                <a:gd name="T91" fmla="*/ 1957 h 4576"/>
                <a:gd name="T92" fmla="*/ 1454 w 4576"/>
                <a:gd name="T93" fmla="*/ 3469 h 4576"/>
                <a:gd name="T94" fmla="*/ 1482 w 4576"/>
                <a:gd name="T95" fmla="*/ 3663 h 4576"/>
                <a:gd name="T96" fmla="*/ 1961 w 4576"/>
                <a:gd name="T97" fmla="*/ 3789 h 4576"/>
                <a:gd name="T98" fmla="*/ 1965 w 4576"/>
                <a:gd name="T99" fmla="*/ 3947 h 4576"/>
                <a:gd name="T100" fmla="*/ 583 w 4576"/>
                <a:gd name="T101" fmla="*/ 3814 h 4576"/>
                <a:gd name="T102" fmla="*/ 2288 w 4576"/>
                <a:gd name="T103" fmla="*/ 4576 h 4576"/>
                <a:gd name="T104" fmla="*/ 4576 w 4576"/>
                <a:gd name="T105" fmla="*/ 2288 h 4576"/>
                <a:gd name="T106" fmla="*/ 4176 w 4576"/>
                <a:gd name="T107" fmla="*/ 996 h 457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4576" h="4576">
                  <a:moveTo>
                    <a:pt x="4176" y="996"/>
                  </a:moveTo>
                  <a:cubicBezTo>
                    <a:pt x="4148" y="1112"/>
                    <a:pt x="4134" y="1232"/>
                    <a:pt x="4106" y="1355"/>
                  </a:cubicBezTo>
                  <a:cubicBezTo>
                    <a:pt x="3763" y="1310"/>
                    <a:pt x="3360" y="1278"/>
                    <a:pt x="2907" y="1262"/>
                  </a:cubicBezTo>
                  <a:cubicBezTo>
                    <a:pt x="2871" y="1377"/>
                    <a:pt x="2836" y="1489"/>
                    <a:pt x="2797" y="1612"/>
                  </a:cubicBezTo>
                  <a:cubicBezTo>
                    <a:pt x="3555" y="1659"/>
                    <a:pt x="3923" y="1858"/>
                    <a:pt x="4141" y="2094"/>
                  </a:cubicBezTo>
                  <a:cubicBezTo>
                    <a:pt x="4354" y="2332"/>
                    <a:pt x="4399" y="2594"/>
                    <a:pt x="4386" y="2839"/>
                  </a:cubicBezTo>
                  <a:cubicBezTo>
                    <a:pt x="4359" y="3235"/>
                    <a:pt x="4184" y="3486"/>
                    <a:pt x="3944" y="3672"/>
                  </a:cubicBezTo>
                  <a:cubicBezTo>
                    <a:pt x="3702" y="3855"/>
                    <a:pt x="3408" y="3946"/>
                    <a:pt x="3173" y="3966"/>
                  </a:cubicBezTo>
                  <a:cubicBezTo>
                    <a:pt x="2826" y="3991"/>
                    <a:pt x="2362" y="3909"/>
                    <a:pt x="2263" y="3848"/>
                  </a:cubicBezTo>
                  <a:cubicBezTo>
                    <a:pt x="2204" y="3713"/>
                    <a:pt x="2145" y="3577"/>
                    <a:pt x="2082" y="3429"/>
                  </a:cubicBezTo>
                  <a:cubicBezTo>
                    <a:pt x="2067" y="3397"/>
                    <a:pt x="2057" y="3365"/>
                    <a:pt x="2101" y="3327"/>
                  </a:cubicBezTo>
                  <a:cubicBezTo>
                    <a:pt x="2168" y="3262"/>
                    <a:pt x="2233" y="3200"/>
                    <a:pt x="2301" y="3133"/>
                  </a:cubicBezTo>
                  <a:cubicBezTo>
                    <a:pt x="2332" y="3104"/>
                    <a:pt x="2365" y="3076"/>
                    <a:pt x="2390" y="3119"/>
                  </a:cubicBezTo>
                  <a:cubicBezTo>
                    <a:pt x="2484" y="3262"/>
                    <a:pt x="2571" y="3394"/>
                    <a:pt x="2659" y="3526"/>
                  </a:cubicBezTo>
                  <a:cubicBezTo>
                    <a:pt x="2758" y="3673"/>
                    <a:pt x="2910" y="3806"/>
                    <a:pt x="3240" y="3784"/>
                  </a:cubicBezTo>
                  <a:cubicBezTo>
                    <a:pt x="3519" y="3759"/>
                    <a:pt x="3730" y="3549"/>
                    <a:pt x="3753" y="3318"/>
                  </a:cubicBezTo>
                  <a:cubicBezTo>
                    <a:pt x="3777" y="2889"/>
                    <a:pt x="3344" y="2585"/>
                    <a:pt x="2217" y="2488"/>
                  </a:cubicBezTo>
                  <a:cubicBezTo>
                    <a:pt x="2433" y="1835"/>
                    <a:pt x="2644" y="1203"/>
                    <a:pt x="2812" y="701"/>
                  </a:cubicBezTo>
                  <a:cubicBezTo>
                    <a:pt x="3080" y="713"/>
                    <a:pt x="3328" y="735"/>
                    <a:pt x="3564" y="766"/>
                  </a:cubicBezTo>
                  <a:cubicBezTo>
                    <a:pt x="3740" y="788"/>
                    <a:pt x="3902" y="829"/>
                    <a:pt x="4065" y="848"/>
                  </a:cubicBezTo>
                  <a:cubicBezTo>
                    <a:pt x="3646" y="330"/>
                    <a:pt x="3006" y="0"/>
                    <a:pt x="2288" y="0"/>
                  </a:cubicBezTo>
                  <a:cubicBezTo>
                    <a:pt x="1024" y="0"/>
                    <a:pt x="0" y="1024"/>
                    <a:pt x="0" y="2288"/>
                  </a:cubicBezTo>
                  <a:cubicBezTo>
                    <a:pt x="0" y="2796"/>
                    <a:pt x="165" y="3264"/>
                    <a:pt x="445" y="3644"/>
                  </a:cubicBezTo>
                  <a:cubicBezTo>
                    <a:pt x="542" y="3645"/>
                    <a:pt x="609" y="3623"/>
                    <a:pt x="616" y="3581"/>
                  </a:cubicBezTo>
                  <a:cubicBezTo>
                    <a:pt x="625" y="3538"/>
                    <a:pt x="618" y="3470"/>
                    <a:pt x="610" y="3402"/>
                  </a:cubicBezTo>
                  <a:cubicBezTo>
                    <a:pt x="564" y="2953"/>
                    <a:pt x="548" y="2468"/>
                    <a:pt x="565" y="1982"/>
                  </a:cubicBezTo>
                  <a:cubicBezTo>
                    <a:pt x="449" y="1987"/>
                    <a:pt x="345" y="1992"/>
                    <a:pt x="245" y="1998"/>
                  </a:cubicBezTo>
                  <a:cubicBezTo>
                    <a:pt x="249" y="1908"/>
                    <a:pt x="254" y="1823"/>
                    <a:pt x="261" y="1735"/>
                  </a:cubicBezTo>
                  <a:cubicBezTo>
                    <a:pt x="360" y="1725"/>
                    <a:pt x="465" y="1717"/>
                    <a:pt x="579" y="1707"/>
                  </a:cubicBezTo>
                  <a:cubicBezTo>
                    <a:pt x="584" y="1630"/>
                    <a:pt x="590" y="1555"/>
                    <a:pt x="596" y="1479"/>
                  </a:cubicBezTo>
                  <a:cubicBezTo>
                    <a:pt x="648" y="1016"/>
                    <a:pt x="1136" y="732"/>
                    <a:pt x="1542" y="623"/>
                  </a:cubicBezTo>
                  <a:cubicBezTo>
                    <a:pt x="1723" y="579"/>
                    <a:pt x="1833" y="565"/>
                    <a:pt x="1920" y="561"/>
                  </a:cubicBezTo>
                  <a:cubicBezTo>
                    <a:pt x="1951" y="560"/>
                    <a:pt x="1985" y="558"/>
                    <a:pt x="2018" y="558"/>
                  </a:cubicBezTo>
                  <a:cubicBezTo>
                    <a:pt x="2102" y="558"/>
                    <a:pt x="2188" y="566"/>
                    <a:pt x="2242" y="603"/>
                  </a:cubicBezTo>
                  <a:cubicBezTo>
                    <a:pt x="2330" y="669"/>
                    <a:pt x="2416" y="734"/>
                    <a:pt x="2508" y="807"/>
                  </a:cubicBezTo>
                  <a:cubicBezTo>
                    <a:pt x="2518" y="819"/>
                    <a:pt x="2528" y="839"/>
                    <a:pt x="2505" y="873"/>
                  </a:cubicBezTo>
                  <a:cubicBezTo>
                    <a:pt x="2463" y="922"/>
                    <a:pt x="2422" y="969"/>
                    <a:pt x="2379" y="1020"/>
                  </a:cubicBezTo>
                  <a:cubicBezTo>
                    <a:pt x="2354" y="1050"/>
                    <a:pt x="2313" y="1042"/>
                    <a:pt x="2278" y="1033"/>
                  </a:cubicBezTo>
                  <a:cubicBezTo>
                    <a:pt x="2206" y="996"/>
                    <a:pt x="2136" y="962"/>
                    <a:pt x="2065" y="927"/>
                  </a:cubicBezTo>
                  <a:cubicBezTo>
                    <a:pt x="1937" y="870"/>
                    <a:pt x="1804" y="812"/>
                    <a:pt x="1657" y="818"/>
                  </a:cubicBezTo>
                  <a:cubicBezTo>
                    <a:pt x="1565" y="825"/>
                    <a:pt x="1475" y="919"/>
                    <a:pt x="1466" y="1048"/>
                  </a:cubicBezTo>
                  <a:cubicBezTo>
                    <a:pt x="1453" y="1244"/>
                    <a:pt x="1445" y="1446"/>
                    <a:pt x="1438" y="1664"/>
                  </a:cubicBezTo>
                  <a:cubicBezTo>
                    <a:pt x="1694" y="1656"/>
                    <a:pt x="1949" y="1652"/>
                    <a:pt x="2218" y="1651"/>
                  </a:cubicBezTo>
                  <a:cubicBezTo>
                    <a:pt x="2218" y="1712"/>
                    <a:pt x="2218" y="1768"/>
                    <a:pt x="2218" y="1831"/>
                  </a:cubicBezTo>
                  <a:cubicBezTo>
                    <a:pt x="2130" y="1870"/>
                    <a:pt x="2047" y="1910"/>
                    <a:pt x="1959" y="1950"/>
                  </a:cubicBezTo>
                  <a:cubicBezTo>
                    <a:pt x="1778" y="1952"/>
                    <a:pt x="1605" y="1954"/>
                    <a:pt x="1431" y="1957"/>
                  </a:cubicBezTo>
                  <a:cubicBezTo>
                    <a:pt x="1423" y="2475"/>
                    <a:pt x="1430" y="2992"/>
                    <a:pt x="1454" y="3469"/>
                  </a:cubicBezTo>
                  <a:cubicBezTo>
                    <a:pt x="1458" y="3541"/>
                    <a:pt x="1462" y="3614"/>
                    <a:pt x="1482" y="3663"/>
                  </a:cubicBezTo>
                  <a:cubicBezTo>
                    <a:pt x="1507" y="3725"/>
                    <a:pt x="1650" y="3772"/>
                    <a:pt x="1961" y="3789"/>
                  </a:cubicBezTo>
                  <a:cubicBezTo>
                    <a:pt x="1962" y="3844"/>
                    <a:pt x="1964" y="3895"/>
                    <a:pt x="1965" y="3947"/>
                  </a:cubicBezTo>
                  <a:cubicBezTo>
                    <a:pt x="1459" y="3932"/>
                    <a:pt x="973" y="3884"/>
                    <a:pt x="583" y="3814"/>
                  </a:cubicBezTo>
                  <a:cubicBezTo>
                    <a:pt x="1002" y="4282"/>
                    <a:pt x="1611" y="4576"/>
                    <a:pt x="2288" y="4576"/>
                  </a:cubicBezTo>
                  <a:cubicBezTo>
                    <a:pt x="3552" y="4576"/>
                    <a:pt x="4576" y="3552"/>
                    <a:pt x="4576" y="2288"/>
                  </a:cubicBezTo>
                  <a:cubicBezTo>
                    <a:pt x="4576" y="1809"/>
                    <a:pt x="4428" y="1364"/>
                    <a:pt x="4176" y="996"/>
                  </a:cubicBezTo>
                  <a:close/>
                </a:path>
              </a:pathLst>
            </a:custGeom>
            <a:solidFill>
              <a:srgbClr val="E4002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" name="Freeform 27">
              <a:extLst>
                <a:ext uri="{FF2B5EF4-FFF2-40B4-BE49-F238E27FC236}">
                  <a16:creationId xmlns:a16="http://schemas.microsoft.com/office/drawing/2014/main" id="{37DA5001-C688-9E9B-26FA-8EA95DD1C30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360" y="611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E3173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5ED3CDFE-F9DD-F5E0-E893-5F31127D466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6763513"/>
            <a:ext cx="12192000" cy="944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8747898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16"/>
          <p:cNvSpPr txBox="1">
            <a:spLocks noGrp="1"/>
          </p:cNvSpPr>
          <p:nvPr>
            <p:ph type="ctrTitle"/>
          </p:nvPr>
        </p:nvSpPr>
        <p:spPr>
          <a:xfrm>
            <a:off x="415611" y="992767"/>
            <a:ext cx="11360800" cy="273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850" tIns="182850" rIns="182850" bIns="182850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6934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6934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6934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6934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6934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6934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6934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6934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6934"/>
            </a:lvl9pPr>
          </a:lstStyle>
          <a:p>
            <a:endParaRPr/>
          </a:p>
        </p:txBody>
      </p:sp>
      <p:sp>
        <p:nvSpPr>
          <p:cNvPr id="12" name="Google Shape;12;p16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850" tIns="182850" rIns="182850" bIns="18285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IE" smtClean="0"/>
              <a:pPr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41533170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sic">
  <p:cSld name="Basic">
    <p:bg>
      <p:bgPr>
        <a:solidFill>
          <a:schemeClr val="lt1"/>
        </a:solid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07967311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9"/>
          <p:cNvSpPr txBox="1">
            <a:spLocks noGrp="1"/>
          </p:cNvSpPr>
          <p:nvPr>
            <p:ph type="title"/>
          </p:nvPr>
        </p:nvSpPr>
        <p:spPr>
          <a:xfrm>
            <a:off x="415600" y="2867800"/>
            <a:ext cx="11360800" cy="11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850" tIns="182850" rIns="182850" bIns="18285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4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4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4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4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4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4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4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4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4800"/>
            </a:lvl9pPr>
          </a:lstStyle>
          <a:p>
            <a:endParaRPr/>
          </a:p>
        </p:txBody>
      </p:sp>
      <p:sp>
        <p:nvSpPr>
          <p:cNvPr id="17" name="Google Shape;17;p19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850" tIns="182850" rIns="182850" bIns="18285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IE" smtClean="0"/>
              <a:pPr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453932853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1">
  <p:cSld name="Title and body 1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20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850" tIns="182850" rIns="182850" bIns="18285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0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850" tIns="182850" rIns="182850" bIns="182850" anchor="t" anchorCtr="0">
            <a:normAutofit/>
          </a:bodyPr>
          <a:lstStyle>
            <a:lvl1pPr marL="304815" lvl="0" indent="-30481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600"/>
              <a:buChar char="●"/>
              <a:defRPr/>
            </a:lvl1pPr>
            <a:lvl2pPr marL="609630" lvl="1" indent="-27094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2pPr>
            <a:lvl3pPr marL="914446" lvl="2" indent="-27094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3pPr>
            <a:lvl4pPr marL="1219261" lvl="3" indent="-27094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/>
            </a:lvl4pPr>
            <a:lvl5pPr marL="1524076" lvl="4" indent="-27094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5pPr>
            <a:lvl6pPr marL="1828891" lvl="5" indent="-27094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6pPr>
            <a:lvl7pPr marL="2133707" lvl="6" indent="-27094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/>
            </a:lvl7pPr>
            <a:lvl8pPr marL="2438522" lvl="7" indent="-27094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8pPr>
            <a:lvl9pPr marL="2743337" lvl="8" indent="-27094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9pPr>
          </a:lstStyle>
          <a:p>
            <a:endParaRPr/>
          </a:p>
        </p:txBody>
      </p:sp>
      <p:sp>
        <p:nvSpPr>
          <p:cNvPr id="21" name="Google Shape;21;p20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850" tIns="182850" rIns="182850" bIns="18285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IE" smtClean="0"/>
              <a:pPr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092651899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no subhe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EF559F-436D-469C-A419-AE01C38B8CC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7200" y="1968498"/>
            <a:ext cx="11277600" cy="4318002"/>
          </a:xfrm>
        </p:spPr>
        <p:txBody>
          <a:bodyPr>
            <a:noAutofit/>
          </a:bodyPr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1C23D10D-1090-4427-9F31-293A8D9B4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1"/>
            <a:ext cx="11274552" cy="758952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Footer Placeholder 10">
            <a:extLst>
              <a:ext uri="{FF2B5EF4-FFF2-40B4-BE49-F238E27FC236}">
                <a16:creationId xmlns:a16="http://schemas.microsoft.com/office/drawing/2014/main" id="{D1B9E611-EBCB-4798-8F9E-3B0DB65C3D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algn="l" defTabSz="914400" rtl="0" eaLnBrk="1" latinLnBrk="0" hangingPunct="1">
              <a:defRPr lang="en-US" sz="75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5pPr>
              <a:defRPr lang="en-US" sz="750" kern="100" cap="all" spc="0" baseline="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0975840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: Black Solid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updated logo" descr="Logo&#10;&#10;Description automatically generated">
            <a:extLst>
              <a:ext uri="{FF2B5EF4-FFF2-40B4-BE49-F238E27FC236}">
                <a16:creationId xmlns:a16="http://schemas.microsoft.com/office/drawing/2014/main" id="{772B347F-F7C5-F39C-2D59-19BAFA0C7B3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9899" y="471509"/>
            <a:ext cx="603504" cy="603504"/>
          </a:xfrm>
          <a:prstGeom prst="rect">
            <a:avLst/>
          </a:prstGeom>
        </p:spPr>
      </p:pic>
      <p:sp>
        <p:nvSpPr>
          <p:cNvPr id="22" name="Title 1">
            <a:extLst>
              <a:ext uri="{FF2B5EF4-FFF2-40B4-BE49-F238E27FC236}">
                <a16:creationId xmlns:a16="http://schemas.microsoft.com/office/drawing/2014/main" id="{898D6D05-97DF-4C74-8943-E0633B92DAB3}"/>
              </a:ext>
            </a:extLst>
          </p:cNvPr>
          <p:cNvSpPr>
            <a:spLocks noGrp="1"/>
          </p:cNvSpPr>
          <p:nvPr userDrawn="1">
            <p:ph type="ctrTitle"/>
          </p:nvPr>
        </p:nvSpPr>
        <p:spPr bwMode="black">
          <a:xfrm>
            <a:off x="457200" y="1143000"/>
            <a:ext cx="7970363" cy="2446038"/>
          </a:xfrm>
          <a:prstGeom prst="rect">
            <a:avLst/>
          </a:prstGeom>
        </p:spPr>
        <p:txBody>
          <a:bodyPr anchor="b"/>
          <a:lstStyle>
            <a:lvl1pPr algn="l">
              <a:defRPr sz="4800" spc="-13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C4FDFB-D8B5-4D90-9CC9-76F699041481}"/>
              </a:ext>
            </a:extLst>
          </p:cNvPr>
          <p:cNvSpPr>
            <a:spLocks noGrp="1"/>
          </p:cNvSpPr>
          <p:nvPr userDrawn="1">
            <p:ph type="body" sz="quarter" idx="11"/>
          </p:nvPr>
        </p:nvSpPr>
        <p:spPr>
          <a:xfrm>
            <a:off x="457200" y="3933825"/>
            <a:ext cx="7970362" cy="1781175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600">
                <a:solidFill>
                  <a:schemeClr val="bg1"/>
                </a:solidFill>
                <a:latin typeface="+mj-lt"/>
              </a:defRPr>
            </a:lvl1pPr>
            <a:lvl2pPr marL="228600" indent="-228600">
              <a:lnSpc>
                <a:spcPct val="100000"/>
              </a:lnSpc>
              <a:spcBef>
                <a:spcPts val="0"/>
              </a:spcBef>
              <a:buFontTx/>
              <a:buNone/>
              <a:defRPr sz="1600">
                <a:solidFill>
                  <a:schemeClr val="bg1"/>
                </a:solidFill>
              </a:defRPr>
            </a:lvl2pPr>
            <a:lvl3pPr marL="457200" indent="-457200">
              <a:buFontTx/>
              <a:buNone/>
              <a:defRPr sz="1600">
                <a:solidFill>
                  <a:schemeClr val="bg1"/>
                </a:solidFill>
              </a:defRPr>
            </a:lvl3pPr>
            <a:lvl4pPr marL="685800" indent="-685800">
              <a:buFontTx/>
              <a:buNone/>
              <a:defRPr sz="1600">
                <a:solidFill>
                  <a:schemeClr val="bg1"/>
                </a:solidFill>
              </a:defRPr>
            </a:lvl4pPr>
            <a:lvl5pPr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617DBCA-E6A3-642F-C1DA-19B0D0DB1E7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0" y="6763513"/>
            <a:ext cx="12192000" cy="94487"/>
          </a:xfrm>
          <a:prstGeom prst="rect">
            <a:avLst/>
          </a:prstGeom>
        </p:spPr>
      </p:pic>
      <p:sp>
        <p:nvSpPr>
          <p:cNvPr id="59" name="TextBox 58">
            <a:extLst>
              <a:ext uri="{FF2B5EF4-FFF2-40B4-BE49-F238E27FC236}">
                <a16:creationId xmlns:a16="http://schemas.microsoft.com/office/drawing/2014/main" id="{6B8864A6-576A-8318-F85F-1B4B935C24B7}"/>
              </a:ext>
            </a:extLst>
          </p:cNvPr>
          <p:cNvSpPr txBox="1"/>
          <p:nvPr userDrawn="1"/>
        </p:nvSpPr>
        <p:spPr>
          <a:xfrm>
            <a:off x="13920953" y="10706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/>
              <a:t>Primary palette</a:t>
            </a:r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D322E264-5E2E-FF4E-28A8-54B04BAEE42A}"/>
              </a:ext>
            </a:extLst>
          </p:cNvPr>
          <p:cNvSpPr/>
          <p:nvPr userDrawn="1"/>
        </p:nvSpPr>
        <p:spPr>
          <a:xfrm>
            <a:off x="13959929" y="377353"/>
            <a:ext cx="618392" cy="618392"/>
          </a:xfrm>
          <a:prstGeom prst="ellipse">
            <a:avLst/>
          </a:prstGeom>
          <a:solidFill>
            <a:srgbClr val="E400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9F53EDA2-BF29-D47C-81DE-E3073C9CD8AD}"/>
              </a:ext>
            </a:extLst>
          </p:cNvPr>
          <p:cNvSpPr/>
          <p:nvPr userDrawn="1"/>
        </p:nvSpPr>
        <p:spPr>
          <a:xfrm>
            <a:off x="15084675" y="517318"/>
            <a:ext cx="338462" cy="338462"/>
          </a:xfrm>
          <a:prstGeom prst="ellipse">
            <a:avLst/>
          </a:prstGeom>
          <a:solidFill>
            <a:srgbClr val="F7B2B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A568E3B3-90AA-1A0E-45EB-3E53ACAF9985}"/>
              </a:ext>
            </a:extLst>
          </p:cNvPr>
          <p:cNvSpPr/>
          <p:nvPr userDrawn="1"/>
        </p:nvSpPr>
        <p:spPr>
          <a:xfrm>
            <a:off x="15584292" y="517318"/>
            <a:ext cx="338462" cy="338462"/>
          </a:xfrm>
          <a:prstGeom prst="ellipse">
            <a:avLst/>
          </a:prstGeom>
          <a:solidFill>
            <a:srgbClr val="F066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99CC5F52-1D7A-193E-2E39-18A7AF2FA560}"/>
              </a:ext>
            </a:extLst>
          </p:cNvPr>
          <p:cNvSpPr/>
          <p:nvPr userDrawn="1"/>
        </p:nvSpPr>
        <p:spPr>
          <a:xfrm>
            <a:off x="16083909" y="517318"/>
            <a:ext cx="338462" cy="338462"/>
          </a:xfrm>
          <a:prstGeom prst="ellipse">
            <a:avLst/>
          </a:prstGeom>
          <a:solidFill>
            <a:srgbClr val="A7002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6227F9A4-0D3C-C77A-4708-454352FDC5DF}"/>
              </a:ext>
            </a:extLst>
          </p:cNvPr>
          <p:cNvSpPr/>
          <p:nvPr userDrawn="1"/>
        </p:nvSpPr>
        <p:spPr>
          <a:xfrm>
            <a:off x="16583525" y="517318"/>
            <a:ext cx="338462" cy="338462"/>
          </a:xfrm>
          <a:prstGeom prst="ellipse">
            <a:avLst/>
          </a:prstGeom>
          <a:solidFill>
            <a:srgbClr val="72001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018769E-1ADA-62A8-7E7C-C9CC147664FA}"/>
              </a:ext>
            </a:extLst>
          </p:cNvPr>
          <p:cNvSpPr txBox="1"/>
          <p:nvPr userDrawn="1"/>
        </p:nvSpPr>
        <p:spPr>
          <a:xfrm>
            <a:off x="15053447" y="10706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/>
              <a:t>Secondary palette</a:t>
            </a: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77EDD347-301A-933F-FA72-04FE94A0E448}"/>
              </a:ext>
            </a:extLst>
          </p:cNvPr>
          <p:cNvSpPr/>
          <p:nvPr userDrawn="1"/>
        </p:nvSpPr>
        <p:spPr>
          <a:xfrm>
            <a:off x="13959929" y="1097294"/>
            <a:ext cx="618392" cy="618392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D91CA7DA-6848-2D6D-68FE-CCEEC3E1036F}"/>
              </a:ext>
            </a:extLst>
          </p:cNvPr>
          <p:cNvSpPr/>
          <p:nvPr userDrawn="1"/>
        </p:nvSpPr>
        <p:spPr>
          <a:xfrm>
            <a:off x="15084675" y="1237259"/>
            <a:ext cx="338462" cy="338462"/>
          </a:xfrm>
          <a:prstGeom prst="ellipse">
            <a:avLst/>
          </a:prstGeom>
          <a:solidFill>
            <a:srgbClr val="FBE1C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04B9B0B8-A4EC-4055-D46B-A8C6084B9570}"/>
              </a:ext>
            </a:extLst>
          </p:cNvPr>
          <p:cNvSpPr/>
          <p:nvPr userDrawn="1"/>
        </p:nvSpPr>
        <p:spPr>
          <a:xfrm>
            <a:off x="15584292" y="1237259"/>
            <a:ext cx="338462" cy="338462"/>
          </a:xfrm>
          <a:prstGeom prst="ellipse">
            <a:avLst/>
          </a:prstGeom>
          <a:solidFill>
            <a:srgbClr val="F7C2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5ABFF16F-6A57-9D93-B80A-7974606047F5}"/>
              </a:ext>
            </a:extLst>
          </p:cNvPr>
          <p:cNvSpPr/>
          <p:nvPr userDrawn="1"/>
        </p:nvSpPr>
        <p:spPr>
          <a:xfrm>
            <a:off x="16083909" y="1237259"/>
            <a:ext cx="338462" cy="338462"/>
          </a:xfrm>
          <a:prstGeom prst="ellipse">
            <a:avLst/>
          </a:prstGeom>
          <a:solidFill>
            <a:srgbClr val="B2742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C5AE4437-4CEA-2E64-B06E-164F411FAA02}"/>
              </a:ext>
            </a:extLst>
          </p:cNvPr>
          <p:cNvSpPr/>
          <p:nvPr userDrawn="1"/>
        </p:nvSpPr>
        <p:spPr>
          <a:xfrm>
            <a:off x="16583525" y="1237259"/>
            <a:ext cx="338462" cy="338462"/>
          </a:xfrm>
          <a:prstGeom prst="ellipse">
            <a:avLst/>
          </a:prstGeom>
          <a:solidFill>
            <a:srgbClr val="794D1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BDB285A7-3D4E-76B4-89FD-AA90335FDEFE}"/>
              </a:ext>
            </a:extLst>
          </p:cNvPr>
          <p:cNvSpPr/>
          <p:nvPr userDrawn="1"/>
        </p:nvSpPr>
        <p:spPr>
          <a:xfrm>
            <a:off x="13959929" y="1817235"/>
            <a:ext cx="618392" cy="6183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06D2D769-6DB7-305B-BB14-A5B1AF26C650}"/>
              </a:ext>
            </a:extLst>
          </p:cNvPr>
          <p:cNvSpPr/>
          <p:nvPr userDrawn="1"/>
        </p:nvSpPr>
        <p:spPr>
          <a:xfrm>
            <a:off x="15084675" y="1957200"/>
            <a:ext cx="338462" cy="338462"/>
          </a:xfrm>
          <a:prstGeom prst="ellipse">
            <a:avLst/>
          </a:prstGeom>
          <a:solidFill>
            <a:srgbClr val="B7C6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0CBB62AE-8206-06DF-A50D-CDAEC10EE485}"/>
              </a:ext>
            </a:extLst>
          </p:cNvPr>
          <p:cNvSpPr/>
          <p:nvPr userDrawn="1"/>
        </p:nvSpPr>
        <p:spPr>
          <a:xfrm>
            <a:off x="15584292" y="1957200"/>
            <a:ext cx="338462" cy="338462"/>
          </a:xfrm>
          <a:prstGeom prst="ellipse">
            <a:avLst/>
          </a:prstGeom>
          <a:solidFill>
            <a:srgbClr val="6E8D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A9E3BEFD-76C6-132B-6550-20D4E61C84A4}"/>
              </a:ext>
            </a:extLst>
          </p:cNvPr>
          <p:cNvSpPr/>
          <p:nvPr userDrawn="1"/>
        </p:nvSpPr>
        <p:spPr>
          <a:xfrm>
            <a:off x="16083909" y="1957200"/>
            <a:ext cx="338462" cy="338462"/>
          </a:xfrm>
          <a:prstGeom prst="ellipse">
            <a:avLst/>
          </a:prstGeom>
          <a:solidFill>
            <a:srgbClr val="0B31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51AB2C7C-13DD-FF82-126C-60282244ADB5}"/>
              </a:ext>
            </a:extLst>
          </p:cNvPr>
          <p:cNvSpPr/>
          <p:nvPr userDrawn="1"/>
        </p:nvSpPr>
        <p:spPr>
          <a:xfrm>
            <a:off x="16583525" y="1957200"/>
            <a:ext cx="338462" cy="338462"/>
          </a:xfrm>
          <a:prstGeom prst="ellipse">
            <a:avLst/>
          </a:prstGeom>
          <a:solidFill>
            <a:srgbClr val="07215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8FB79684-B33D-E567-480A-452E4DDD99EC}"/>
              </a:ext>
            </a:extLst>
          </p:cNvPr>
          <p:cNvSpPr/>
          <p:nvPr userDrawn="1"/>
        </p:nvSpPr>
        <p:spPr>
          <a:xfrm>
            <a:off x="13959929" y="2537176"/>
            <a:ext cx="618392" cy="618392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D7B6B41F-38AD-766A-1498-079DDA03A55E}"/>
              </a:ext>
            </a:extLst>
          </p:cNvPr>
          <p:cNvSpPr/>
          <p:nvPr userDrawn="1"/>
        </p:nvSpPr>
        <p:spPr>
          <a:xfrm>
            <a:off x="15084675" y="2677141"/>
            <a:ext cx="338462" cy="338462"/>
          </a:xfrm>
          <a:prstGeom prst="ellipse">
            <a:avLst/>
          </a:prstGeom>
          <a:solidFill>
            <a:srgbClr val="E6BE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A6681E13-94AA-F635-6634-F3E6C83457AC}"/>
              </a:ext>
            </a:extLst>
          </p:cNvPr>
          <p:cNvSpPr/>
          <p:nvPr userDrawn="1"/>
        </p:nvSpPr>
        <p:spPr>
          <a:xfrm>
            <a:off x="15584292" y="2677141"/>
            <a:ext cx="338462" cy="338462"/>
          </a:xfrm>
          <a:prstGeom prst="ellipse">
            <a:avLst/>
          </a:prstGeom>
          <a:solidFill>
            <a:srgbClr val="CD7DB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BF0A6337-D7D8-F4EE-6E9B-0BDAFBDA480E}"/>
              </a:ext>
            </a:extLst>
          </p:cNvPr>
          <p:cNvSpPr/>
          <p:nvPr userDrawn="1"/>
        </p:nvSpPr>
        <p:spPr>
          <a:xfrm>
            <a:off x="16083909" y="2677141"/>
            <a:ext cx="338462" cy="338462"/>
          </a:xfrm>
          <a:prstGeom prst="ellipse">
            <a:avLst/>
          </a:prstGeom>
          <a:solidFill>
            <a:srgbClr val="801D6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EE2026BC-FF5D-9918-4FAE-FA078AA70554}"/>
              </a:ext>
            </a:extLst>
          </p:cNvPr>
          <p:cNvSpPr/>
          <p:nvPr userDrawn="1"/>
        </p:nvSpPr>
        <p:spPr>
          <a:xfrm>
            <a:off x="16583525" y="2677141"/>
            <a:ext cx="338462" cy="338462"/>
          </a:xfrm>
          <a:prstGeom prst="ellipse">
            <a:avLst/>
          </a:prstGeom>
          <a:solidFill>
            <a:srgbClr val="5614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8E327B19-6402-6607-9D15-D136F300CD80}"/>
              </a:ext>
            </a:extLst>
          </p:cNvPr>
          <p:cNvSpPr/>
          <p:nvPr userDrawn="1"/>
        </p:nvSpPr>
        <p:spPr>
          <a:xfrm>
            <a:off x="13959929" y="3257117"/>
            <a:ext cx="618392" cy="61839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C9A3D2F4-3EB3-F61F-856E-75DFB9F8129B}"/>
              </a:ext>
            </a:extLst>
          </p:cNvPr>
          <p:cNvSpPr/>
          <p:nvPr userDrawn="1"/>
        </p:nvSpPr>
        <p:spPr>
          <a:xfrm>
            <a:off x="15084675" y="3397082"/>
            <a:ext cx="338462" cy="338462"/>
          </a:xfrm>
          <a:prstGeom prst="ellipse">
            <a:avLst/>
          </a:prstGeom>
          <a:solidFill>
            <a:srgbClr val="B2DFC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C6455246-6704-07AF-4692-909F56F756FF}"/>
              </a:ext>
            </a:extLst>
          </p:cNvPr>
          <p:cNvSpPr/>
          <p:nvPr userDrawn="1"/>
        </p:nvSpPr>
        <p:spPr>
          <a:xfrm>
            <a:off x="15584292" y="3397082"/>
            <a:ext cx="338462" cy="338462"/>
          </a:xfrm>
          <a:prstGeom prst="ellipse">
            <a:avLst/>
          </a:prstGeom>
          <a:solidFill>
            <a:srgbClr val="66C0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D59AE0FA-67A8-E334-C76F-36BAEA96C580}"/>
              </a:ext>
            </a:extLst>
          </p:cNvPr>
          <p:cNvSpPr/>
          <p:nvPr userDrawn="1"/>
        </p:nvSpPr>
        <p:spPr>
          <a:xfrm>
            <a:off x="16083909" y="3397082"/>
            <a:ext cx="338462" cy="338462"/>
          </a:xfrm>
          <a:prstGeom prst="ellipse">
            <a:avLst/>
          </a:prstGeom>
          <a:solidFill>
            <a:srgbClr val="0071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5" name="Oval 84">
            <a:extLst>
              <a:ext uri="{FF2B5EF4-FFF2-40B4-BE49-F238E27FC236}">
                <a16:creationId xmlns:a16="http://schemas.microsoft.com/office/drawing/2014/main" id="{9B3FBF95-9FF1-5C0F-FA76-2CE94E3886E8}"/>
              </a:ext>
            </a:extLst>
          </p:cNvPr>
          <p:cNvSpPr/>
          <p:nvPr userDrawn="1"/>
        </p:nvSpPr>
        <p:spPr>
          <a:xfrm>
            <a:off x="16583525" y="3397082"/>
            <a:ext cx="338462" cy="338462"/>
          </a:xfrm>
          <a:prstGeom prst="ellipse">
            <a:avLst/>
          </a:prstGeom>
          <a:solidFill>
            <a:srgbClr val="004B1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720E2B0C-4A3C-F8A2-7B0D-055209C460D9}"/>
              </a:ext>
            </a:extLst>
          </p:cNvPr>
          <p:cNvSpPr/>
          <p:nvPr userDrawn="1"/>
        </p:nvSpPr>
        <p:spPr>
          <a:xfrm>
            <a:off x="13959929" y="3977058"/>
            <a:ext cx="618392" cy="6183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653C83E7-C6CC-A26D-D36D-5FE3DE86585B}"/>
              </a:ext>
            </a:extLst>
          </p:cNvPr>
          <p:cNvSpPr/>
          <p:nvPr userDrawn="1"/>
        </p:nvSpPr>
        <p:spPr>
          <a:xfrm>
            <a:off x="15084675" y="4117023"/>
            <a:ext cx="338462" cy="338462"/>
          </a:xfrm>
          <a:prstGeom prst="ellipse">
            <a:avLst/>
          </a:prstGeom>
          <a:solidFill>
            <a:srgbClr val="D0BC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6B8753BD-AF76-9023-8F80-375A6A1E034C}"/>
              </a:ext>
            </a:extLst>
          </p:cNvPr>
          <p:cNvSpPr/>
          <p:nvPr userDrawn="1"/>
        </p:nvSpPr>
        <p:spPr>
          <a:xfrm>
            <a:off x="15584292" y="4117023"/>
            <a:ext cx="338462" cy="338462"/>
          </a:xfrm>
          <a:prstGeom prst="ellipse">
            <a:avLst/>
          </a:prstGeom>
          <a:solidFill>
            <a:srgbClr val="A17AB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FAA65B46-C5CB-2E3C-8C73-71CC48E77D5D}"/>
              </a:ext>
            </a:extLst>
          </p:cNvPr>
          <p:cNvSpPr/>
          <p:nvPr userDrawn="1"/>
        </p:nvSpPr>
        <p:spPr>
          <a:xfrm>
            <a:off x="16083909" y="4117023"/>
            <a:ext cx="338462" cy="338462"/>
          </a:xfrm>
          <a:prstGeom prst="ellipse">
            <a:avLst/>
          </a:prstGeom>
          <a:solidFill>
            <a:srgbClr val="3813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BDFE2051-4E04-BFC6-4D6D-A62F6E1E1C75}"/>
              </a:ext>
            </a:extLst>
          </p:cNvPr>
          <p:cNvSpPr/>
          <p:nvPr userDrawn="1"/>
        </p:nvSpPr>
        <p:spPr>
          <a:xfrm>
            <a:off x="16583525" y="4117023"/>
            <a:ext cx="338462" cy="338462"/>
          </a:xfrm>
          <a:prstGeom prst="ellipse">
            <a:avLst/>
          </a:prstGeom>
          <a:solidFill>
            <a:srgbClr val="250D3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9DC5A179-7B71-9009-7BC5-108607A457A4}"/>
              </a:ext>
            </a:extLst>
          </p:cNvPr>
          <p:cNvSpPr/>
          <p:nvPr userDrawn="1"/>
        </p:nvSpPr>
        <p:spPr>
          <a:xfrm>
            <a:off x="13959929" y="4652930"/>
            <a:ext cx="618392" cy="618392"/>
          </a:xfrm>
          <a:prstGeom prst="ellipse">
            <a:avLst/>
          </a:prstGeom>
          <a:solidFill>
            <a:srgbClr val="007B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5D9B26BE-E14F-A017-C96B-36B2272121B8}"/>
              </a:ext>
            </a:extLst>
          </p:cNvPr>
          <p:cNvSpPr/>
          <p:nvPr userDrawn="1"/>
        </p:nvSpPr>
        <p:spPr>
          <a:xfrm>
            <a:off x="15084675" y="4836963"/>
            <a:ext cx="338462" cy="338462"/>
          </a:xfrm>
          <a:prstGeom prst="ellipse">
            <a:avLst/>
          </a:prstGeom>
          <a:solidFill>
            <a:srgbClr val="B2D7E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F9716F92-5184-CFC9-71AD-BFEF8DE029C6}"/>
              </a:ext>
            </a:extLst>
          </p:cNvPr>
          <p:cNvSpPr/>
          <p:nvPr userDrawn="1"/>
        </p:nvSpPr>
        <p:spPr>
          <a:xfrm>
            <a:off x="15584292" y="4836963"/>
            <a:ext cx="338462" cy="338462"/>
          </a:xfrm>
          <a:prstGeom prst="ellipse">
            <a:avLst/>
          </a:prstGeom>
          <a:solidFill>
            <a:srgbClr val="66AF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235DF6F2-FDE6-324E-131C-73434948B792}"/>
              </a:ext>
            </a:extLst>
          </p:cNvPr>
          <p:cNvSpPr/>
          <p:nvPr userDrawn="1"/>
        </p:nvSpPr>
        <p:spPr>
          <a:xfrm>
            <a:off x="16083909" y="4836963"/>
            <a:ext cx="338462" cy="338462"/>
          </a:xfrm>
          <a:prstGeom prst="ellipse">
            <a:avLst/>
          </a:prstGeom>
          <a:solidFill>
            <a:srgbClr val="005C8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60A67C6A-1714-AFE0-A8BD-8C1943F1A86B}"/>
              </a:ext>
            </a:extLst>
          </p:cNvPr>
          <p:cNvSpPr/>
          <p:nvPr userDrawn="1"/>
        </p:nvSpPr>
        <p:spPr>
          <a:xfrm>
            <a:off x="16583525" y="4836963"/>
            <a:ext cx="338462" cy="338462"/>
          </a:xfrm>
          <a:prstGeom prst="ellipse">
            <a:avLst/>
          </a:prstGeom>
          <a:solidFill>
            <a:srgbClr val="003D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05E209E9-C407-F63E-FB71-6863ECBECEDF}"/>
              </a:ext>
            </a:extLst>
          </p:cNvPr>
          <p:cNvSpPr txBox="1"/>
          <p:nvPr userDrawn="1"/>
        </p:nvSpPr>
        <p:spPr>
          <a:xfrm>
            <a:off x="13920953" y="570792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/>
              <a:t>Product Group Colors</a:t>
            </a:r>
          </a:p>
        </p:txBody>
      </p: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938F092C-651A-8CF4-F686-2E0E3301BC6F}"/>
              </a:ext>
            </a:extLst>
          </p:cNvPr>
          <p:cNvCxnSpPr>
            <a:cxnSpLocks/>
          </p:cNvCxnSpPr>
          <p:nvPr userDrawn="1"/>
        </p:nvCxnSpPr>
        <p:spPr>
          <a:xfrm>
            <a:off x="13920953" y="5583284"/>
            <a:ext cx="3109779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E0C0DD99-0082-B50C-F91E-E561FCF13F62}"/>
              </a:ext>
            </a:extLst>
          </p:cNvPr>
          <p:cNvCxnSpPr>
            <a:cxnSpLocks/>
          </p:cNvCxnSpPr>
          <p:nvPr userDrawn="1"/>
        </p:nvCxnSpPr>
        <p:spPr>
          <a:xfrm>
            <a:off x="13920953" y="0"/>
            <a:ext cx="907751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40FCEA22-D7DF-6C99-CA1D-090CD1F38718}"/>
              </a:ext>
            </a:extLst>
          </p:cNvPr>
          <p:cNvCxnSpPr>
            <a:cxnSpLocks/>
          </p:cNvCxnSpPr>
          <p:nvPr userDrawn="1"/>
        </p:nvCxnSpPr>
        <p:spPr>
          <a:xfrm>
            <a:off x="15040681" y="0"/>
            <a:ext cx="1963661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0555B1D1-229E-5B21-8E0A-3742ED15F48B}"/>
              </a:ext>
            </a:extLst>
          </p:cNvPr>
          <p:cNvSpPr/>
          <p:nvPr userDrawn="1"/>
        </p:nvSpPr>
        <p:spPr>
          <a:xfrm>
            <a:off x="14716831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>
                <a:solidFill>
                  <a:schemeClr val="tx1"/>
                </a:solidFill>
                <a:latin typeface="+mn-lt"/>
              </a:rPr>
              <a:t>BIG-IP Next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B68224D8-B9CF-D63D-3F6C-12037D0C3DEA}"/>
              </a:ext>
            </a:extLst>
          </p:cNvPr>
          <p:cNvSpPr/>
          <p:nvPr userDrawn="1"/>
        </p:nvSpPr>
        <p:spPr>
          <a:xfrm>
            <a:off x="14804987" y="6024739"/>
            <a:ext cx="338462" cy="338462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37FB0D3-2319-26F1-43EA-389B2DDE17D8}"/>
              </a:ext>
            </a:extLst>
          </p:cNvPr>
          <p:cNvSpPr/>
          <p:nvPr userDrawn="1"/>
        </p:nvSpPr>
        <p:spPr>
          <a:xfrm>
            <a:off x="13843869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>
                <a:solidFill>
                  <a:schemeClr val="tx1"/>
                </a:solidFill>
                <a:latin typeface="+mn-lt"/>
              </a:rPr>
              <a:t>Distributed Cloud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718A6EB-7918-4CC8-FC74-C33502EAAD21}"/>
              </a:ext>
            </a:extLst>
          </p:cNvPr>
          <p:cNvSpPr/>
          <p:nvPr userDrawn="1"/>
        </p:nvSpPr>
        <p:spPr>
          <a:xfrm>
            <a:off x="15568415" y="6388493"/>
            <a:ext cx="91440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000" kern="100">
                <a:solidFill>
                  <a:schemeClr val="tx1"/>
                </a:solidFill>
                <a:latin typeface="+mn-lt"/>
              </a:rPr>
              <a:t>BIG-IP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C8F97C5-E98B-18EC-CEF7-E802EF15EC71}"/>
              </a:ext>
            </a:extLst>
          </p:cNvPr>
          <p:cNvSpPr/>
          <p:nvPr userDrawn="1"/>
        </p:nvSpPr>
        <p:spPr>
          <a:xfrm>
            <a:off x="13916887" y="6024739"/>
            <a:ext cx="338462" cy="33846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F967909-A541-D1B3-E728-8BD37D464BBF}"/>
              </a:ext>
            </a:extLst>
          </p:cNvPr>
          <p:cNvSpPr/>
          <p:nvPr userDrawn="1"/>
        </p:nvSpPr>
        <p:spPr>
          <a:xfrm>
            <a:off x="15702617" y="6024739"/>
            <a:ext cx="338462" cy="33846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CA06DE6-0847-FEA1-EBC0-A24A0351B814}"/>
              </a:ext>
            </a:extLst>
          </p:cNvPr>
          <p:cNvSpPr/>
          <p:nvPr userDrawn="1"/>
        </p:nvSpPr>
        <p:spPr>
          <a:xfrm>
            <a:off x="16491659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>
                <a:solidFill>
                  <a:schemeClr val="tx1"/>
                </a:solidFill>
                <a:latin typeface="+mn-lt"/>
              </a:rPr>
              <a:t>NGINX 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2D63373-5783-6E64-EBAA-D26F34D6742B}"/>
              </a:ext>
            </a:extLst>
          </p:cNvPr>
          <p:cNvSpPr/>
          <p:nvPr userDrawn="1"/>
        </p:nvSpPr>
        <p:spPr>
          <a:xfrm>
            <a:off x="16590717" y="6024739"/>
            <a:ext cx="338462" cy="33846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723691159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Title Slide: Black Solid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bright light in the dark&#10;&#10;AI-generated content may be incorrect.">
            <a:extLst>
              <a:ext uri="{FF2B5EF4-FFF2-40B4-BE49-F238E27FC236}">
                <a16:creationId xmlns:a16="http://schemas.microsoft.com/office/drawing/2014/main" id="{2E0F83A7-44BD-F60D-54A9-98B26BFC760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8" cy="6857999"/>
          </a:xfrm>
          <a:prstGeom prst="rect">
            <a:avLst/>
          </a:prstGeom>
        </p:spPr>
      </p:pic>
      <p:pic>
        <p:nvPicPr>
          <p:cNvPr id="2" name="updated logo" descr="Logo&#10;&#10;Description automatically generated">
            <a:extLst>
              <a:ext uri="{FF2B5EF4-FFF2-40B4-BE49-F238E27FC236}">
                <a16:creationId xmlns:a16="http://schemas.microsoft.com/office/drawing/2014/main" id="{772B347F-F7C5-F39C-2D59-19BAFA0C7B3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9899" y="471509"/>
            <a:ext cx="603504" cy="603504"/>
          </a:xfrm>
          <a:prstGeom prst="rect">
            <a:avLst/>
          </a:prstGeom>
        </p:spPr>
      </p:pic>
      <p:sp>
        <p:nvSpPr>
          <p:cNvPr id="22" name="Title 1">
            <a:extLst>
              <a:ext uri="{FF2B5EF4-FFF2-40B4-BE49-F238E27FC236}">
                <a16:creationId xmlns:a16="http://schemas.microsoft.com/office/drawing/2014/main" id="{898D6D05-97DF-4C74-8943-E0633B92DAB3}"/>
              </a:ext>
            </a:extLst>
          </p:cNvPr>
          <p:cNvSpPr>
            <a:spLocks noGrp="1"/>
          </p:cNvSpPr>
          <p:nvPr userDrawn="1">
            <p:ph type="ctrTitle"/>
          </p:nvPr>
        </p:nvSpPr>
        <p:spPr bwMode="black">
          <a:xfrm>
            <a:off x="457200" y="1143000"/>
            <a:ext cx="7970363" cy="2446038"/>
          </a:xfrm>
          <a:prstGeom prst="rect">
            <a:avLst/>
          </a:prstGeom>
        </p:spPr>
        <p:txBody>
          <a:bodyPr anchor="b"/>
          <a:lstStyle>
            <a:lvl1pPr algn="l">
              <a:defRPr sz="4800" spc="-13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C4FDFB-D8B5-4D90-9CC9-76F699041481}"/>
              </a:ext>
            </a:extLst>
          </p:cNvPr>
          <p:cNvSpPr>
            <a:spLocks noGrp="1"/>
          </p:cNvSpPr>
          <p:nvPr userDrawn="1">
            <p:ph type="body" sz="quarter" idx="11"/>
          </p:nvPr>
        </p:nvSpPr>
        <p:spPr>
          <a:xfrm>
            <a:off x="457200" y="3933825"/>
            <a:ext cx="7970362" cy="1781175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600">
                <a:solidFill>
                  <a:schemeClr val="bg1"/>
                </a:solidFill>
                <a:latin typeface="+mj-lt"/>
              </a:defRPr>
            </a:lvl1pPr>
            <a:lvl2pPr marL="228600" indent="-228600">
              <a:lnSpc>
                <a:spcPct val="100000"/>
              </a:lnSpc>
              <a:spcBef>
                <a:spcPts val="0"/>
              </a:spcBef>
              <a:buFontTx/>
              <a:buNone/>
              <a:defRPr sz="1600">
                <a:solidFill>
                  <a:schemeClr val="bg1"/>
                </a:solidFill>
              </a:defRPr>
            </a:lvl2pPr>
            <a:lvl3pPr marL="457200" indent="-457200">
              <a:buFontTx/>
              <a:buNone/>
              <a:defRPr sz="1600">
                <a:solidFill>
                  <a:schemeClr val="bg1"/>
                </a:solidFill>
              </a:defRPr>
            </a:lvl3pPr>
            <a:lvl4pPr marL="685800" indent="-685800">
              <a:buFontTx/>
              <a:buNone/>
              <a:defRPr sz="1600">
                <a:solidFill>
                  <a:schemeClr val="bg1"/>
                </a:solidFill>
              </a:defRPr>
            </a:lvl4pPr>
            <a:lvl5pPr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617DBCA-E6A3-642F-C1DA-19B0D0DB1E71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0" y="6763513"/>
            <a:ext cx="12192000" cy="94487"/>
          </a:xfrm>
          <a:prstGeom prst="rect">
            <a:avLst/>
          </a:prstGeom>
        </p:spPr>
      </p:pic>
      <p:sp>
        <p:nvSpPr>
          <p:cNvPr id="59" name="TextBox 58">
            <a:extLst>
              <a:ext uri="{FF2B5EF4-FFF2-40B4-BE49-F238E27FC236}">
                <a16:creationId xmlns:a16="http://schemas.microsoft.com/office/drawing/2014/main" id="{6B8864A6-576A-8318-F85F-1B4B935C24B7}"/>
              </a:ext>
            </a:extLst>
          </p:cNvPr>
          <p:cNvSpPr txBox="1"/>
          <p:nvPr userDrawn="1"/>
        </p:nvSpPr>
        <p:spPr>
          <a:xfrm>
            <a:off x="13920953" y="10706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/>
              <a:t>Primary palette</a:t>
            </a:r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D322E264-5E2E-FF4E-28A8-54B04BAEE42A}"/>
              </a:ext>
            </a:extLst>
          </p:cNvPr>
          <p:cNvSpPr/>
          <p:nvPr userDrawn="1"/>
        </p:nvSpPr>
        <p:spPr>
          <a:xfrm>
            <a:off x="13959929" y="377353"/>
            <a:ext cx="618392" cy="618392"/>
          </a:xfrm>
          <a:prstGeom prst="ellipse">
            <a:avLst/>
          </a:prstGeom>
          <a:solidFill>
            <a:srgbClr val="E400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9F53EDA2-BF29-D47C-81DE-E3073C9CD8AD}"/>
              </a:ext>
            </a:extLst>
          </p:cNvPr>
          <p:cNvSpPr/>
          <p:nvPr userDrawn="1"/>
        </p:nvSpPr>
        <p:spPr>
          <a:xfrm>
            <a:off x="15084675" y="517318"/>
            <a:ext cx="338462" cy="338462"/>
          </a:xfrm>
          <a:prstGeom prst="ellipse">
            <a:avLst/>
          </a:prstGeom>
          <a:solidFill>
            <a:srgbClr val="F7B2B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A568E3B3-90AA-1A0E-45EB-3E53ACAF9985}"/>
              </a:ext>
            </a:extLst>
          </p:cNvPr>
          <p:cNvSpPr/>
          <p:nvPr userDrawn="1"/>
        </p:nvSpPr>
        <p:spPr>
          <a:xfrm>
            <a:off x="15584292" y="517318"/>
            <a:ext cx="338462" cy="338462"/>
          </a:xfrm>
          <a:prstGeom prst="ellipse">
            <a:avLst/>
          </a:prstGeom>
          <a:solidFill>
            <a:srgbClr val="F066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99CC5F52-1D7A-193E-2E39-18A7AF2FA560}"/>
              </a:ext>
            </a:extLst>
          </p:cNvPr>
          <p:cNvSpPr/>
          <p:nvPr userDrawn="1"/>
        </p:nvSpPr>
        <p:spPr>
          <a:xfrm>
            <a:off x="16083909" y="517318"/>
            <a:ext cx="338462" cy="338462"/>
          </a:xfrm>
          <a:prstGeom prst="ellipse">
            <a:avLst/>
          </a:prstGeom>
          <a:solidFill>
            <a:srgbClr val="A7002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6227F9A4-0D3C-C77A-4708-454352FDC5DF}"/>
              </a:ext>
            </a:extLst>
          </p:cNvPr>
          <p:cNvSpPr/>
          <p:nvPr userDrawn="1"/>
        </p:nvSpPr>
        <p:spPr>
          <a:xfrm>
            <a:off x="16583525" y="517318"/>
            <a:ext cx="338462" cy="338462"/>
          </a:xfrm>
          <a:prstGeom prst="ellipse">
            <a:avLst/>
          </a:prstGeom>
          <a:solidFill>
            <a:srgbClr val="72001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018769E-1ADA-62A8-7E7C-C9CC147664FA}"/>
              </a:ext>
            </a:extLst>
          </p:cNvPr>
          <p:cNvSpPr txBox="1"/>
          <p:nvPr userDrawn="1"/>
        </p:nvSpPr>
        <p:spPr>
          <a:xfrm>
            <a:off x="15053447" y="10706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/>
              <a:t>Secondary palette</a:t>
            </a: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77EDD347-301A-933F-FA72-04FE94A0E448}"/>
              </a:ext>
            </a:extLst>
          </p:cNvPr>
          <p:cNvSpPr/>
          <p:nvPr userDrawn="1"/>
        </p:nvSpPr>
        <p:spPr>
          <a:xfrm>
            <a:off x="13959929" y="1097294"/>
            <a:ext cx="618392" cy="618392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D91CA7DA-6848-2D6D-68FE-CCEEC3E1036F}"/>
              </a:ext>
            </a:extLst>
          </p:cNvPr>
          <p:cNvSpPr/>
          <p:nvPr userDrawn="1"/>
        </p:nvSpPr>
        <p:spPr>
          <a:xfrm>
            <a:off x="15084675" y="1237259"/>
            <a:ext cx="338462" cy="338462"/>
          </a:xfrm>
          <a:prstGeom prst="ellipse">
            <a:avLst/>
          </a:prstGeom>
          <a:solidFill>
            <a:srgbClr val="FBE1C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04B9B0B8-A4EC-4055-D46B-A8C6084B9570}"/>
              </a:ext>
            </a:extLst>
          </p:cNvPr>
          <p:cNvSpPr/>
          <p:nvPr userDrawn="1"/>
        </p:nvSpPr>
        <p:spPr>
          <a:xfrm>
            <a:off x="15584292" y="1237259"/>
            <a:ext cx="338462" cy="338462"/>
          </a:xfrm>
          <a:prstGeom prst="ellipse">
            <a:avLst/>
          </a:prstGeom>
          <a:solidFill>
            <a:srgbClr val="F7C2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5ABFF16F-6A57-9D93-B80A-7974606047F5}"/>
              </a:ext>
            </a:extLst>
          </p:cNvPr>
          <p:cNvSpPr/>
          <p:nvPr userDrawn="1"/>
        </p:nvSpPr>
        <p:spPr>
          <a:xfrm>
            <a:off x="16083909" y="1237259"/>
            <a:ext cx="338462" cy="338462"/>
          </a:xfrm>
          <a:prstGeom prst="ellipse">
            <a:avLst/>
          </a:prstGeom>
          <a:solidFill>
            <a:srgbClr val="B2742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C5AE4437-4CEA-2E64-B06E-164F411FAA02}"/>
              </a:ext>
            </a:extLst>
          </p:cNvPr>
          <p:cNvSpPr/>
          <p:nvPr userDrawn="1"/>
        </p:nvSpPr>
        <p:spPr>
          <a:xfrm>
            <a:off x="16583525" y="1237259"/>
            <a:ext cx="338462" cy="338462"/>
          </a:xfrm>
          <a:prstGeom prst="ellipse">
            <a:avLst/>
          </a:prstGeom>
          <a:solidFill>
            <a:srgbClr val="794D1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BDB285A7-3D4E-76B4-89FD-AA90335FDEFE}"/>
              </a:ext>
            </a:extLst>
          </p:cNvPr>
          <p:cNvSpPr/>
          <p:nvPr userDrawn="1"/>
        </p:nvSpPr>
        <p:spPr>
          <a:xfrm>
            <a:off x="13959929" y="1817235"/>
            <a:ext cx="618392" cy="6183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06D2D769-6DB7-305B-BB14-A5B1AF26C650}"/>
              </a:ext>
            </a:extLst>
          </p:cNvPr>
          <p:cNvSpPr/>
          <p:nvPr userDrawn="1"/>
        </p:nvSpPr>
        <p:spPr>
          <a:xfrm>
            <a:off x="15084675" y="1957200"/>
            <a:ext cx="338462" cy="338462"/>
          </a:xfrm>
          <a:prstGeom prst="ellipse">
            <a:avLst/>
          </a:prstGeom>
          <a:solidFill>
            <a:srgbClr val="B7C6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0CBB62AE-8206-06DF-A50D-CDAEC10EE485}"/>
              </a:ext>
            </a:extLst>
          </p:cNvPr>
          <p:cNvSpPr/>
          <p:nvPr userDrawn="1"/>
        </p:nvSpPr>
        <p:spPr>
          <a:xfrm>
            <a:off x="15584292" y="1957200"/>
            <a:ext cx="338462" cy="338462"/>
          </a:xfrm>
          <a:prstGeom prst="ellipse">
            <a:avLst/>
          </a:prstGeom>
          <a:solidFill>
            <a:srgbClr val="6E8D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A9E3BEFD-76C6-132B-6550-20D4E61C84A4}"/>
              </a:ext>
            </a:extLst>
          </p:cNvPr>
          <p:cNvSpPr/>
          <p:nvPr userDrawn="1"/>
        </p:nvSpPr>
        <p:spPr>
          <a:xfrm>
            <a:off x="16083909" y="1957200"/>
            <a:ext cx="338462" cy="338462"/>
          </a:xfrm>
          <a:prstGeom prst="ellipse">
            <a:avLst/>
          </a:prstGeom>
          <a:solidFill>
            <a:srgbClr val="0B31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51AB2C7C-13DD-FF82-126C-60282244ADB5}"/>
              </a:ext>
            </a:extLst>
          </p:cNvPr>
          <p:cNvSpPr/>
          <p:nvPr userDrawn="1"/>
        </p:nvSpPr>
        <p:spPr>
          <a:xfrm>
            <a:off x="16583525" y="1957200"/>
            <a:ext cx="338462" cy="338462"/>
          </a:xfrm>
          <a:prstGeom prst="ellipse">
            <a:avLst/>
          </a:prstGeom>
          <a:solidFill>
            <a:srgbClr val="07215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8FB79684-B33D-E567-480A-452E4DDD99EC}"/>
              </a:ext>
            </a:extLst>
          </p:cNvPr>
          <p:cNvSpPr/>
          <p:nvPr userDrawn="1"/>
        </p:nvSpPr>
        <p:spPr>
          <a:xfrm>
            <a:off x="13959929" y="2537176"/>
            <a:ext cx="618392" cy="618392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D7B6B41F-38AD-766A-1498-079DDA03A55E}"/>
              </a:ext>
            </a:extLst>
          </p:cNvPr>
          <p:cNvSpPr/>
          <p:nvPr userDrawn="1"/>
        </p:nvSpPr>
        <p:spPr>
          <a:xfrm>
            <a:off x="15084675" y="2677141"/>
            <a:ext cx="338462" cy="338462"/>
          </a:xfrm>
          <a:prstGeom prst="ellipse">
            <a:avLst/>
          </a:prstGeom>
          <a:solidFill>
            <a:srgbClr val="E6BE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A6681E13-94AA-F635-6634-F3E6C83457AC}"/>
              </a:ext>
            </a:extLst>
          </p:cNvPr>
          <p:cNvSpPr/>
          <p:nvPr userDrawn="1"/>
        </p:nvSpPr>
        <p:spPr>
          <a:xfrm>
            <a:off x="15584292" y="2677141"/>
            <a:ext cx="338462" cy="338462"/>
          </a:xfrm>
          <a:prstGeom prst="ellipse">
            <a:avLst/>
          </a:prstGeom>
          <a:solidFill>
            <a:srgbClr val="CD7DB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BF0A6337-D7D8-F4EE-6E9B-0BDAFBDA480E}"/>
              </a:ext>
            </a:extLst>
          </p:cNvPr>
          <p:cNvSpPr/>
          <p:nvPr userDrawn="1"/>
        </p:nvSpPr>
        <p:spPr>
          <a:xfrm>
            <a:off x="16083909" y="2677141"/>
            <a:ext cx="338462" cy="338462"/>
          </a:xfrm>
          <a:prstGeom prst="ellipse">
            <a:avLst/>
          </a:prstGeom>
          <a:solidFill>
            <a:srgbClr val="801D6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EE2026BC-FF5D-9918-4FAE-FA078AA70554}"/>
              </a:ext>
            </a:extLst>
          </p:cNvPr>
          <p:cNvSpPr/>
          <p:nvPr userDrawn="1"/>
        </p:nvSpPr>
        <p:spPr>
          <a:xfrm>
            <a:off x="16583525" y="2677141"/>
            <a:ext cx="338462" cy="338462"/>
          </a:xfrm>
          <a:prstGeom prst="ellipse">
            <a:avLst/>
          </a:prstGeom>
          <a:solidFill>
            <a:srgbClr val="5614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8E327B19-6402-6607-9D15-D136F300CD80}"/>
              </a:ext>
            </a:extLst>
          </p:cNvPr>
          <p:cNvSpPr/>
          <p:nvPr userDrawn="1"/>
        </p:nvSpPr>
        <p:spPr>
          <a:xfrm>
            <a:off x="13959929" y="3257117"/>
            <a:ext cx="618392" cy="61839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C9A3D2F4-3EB3-F61F-856E-75DFB9F8129B}"/>
              </a:ext>
            </a:extLst>
          </p:cNvPr>
          <p:cNvSpPr/>
          <p:nvPr userDrawn="1"/>
        </p:nvSpPr>
        <p:spPr>
          <a:xfrm>
            <a:off x="15084675" y="3397082"/>
            <a:ext cx="338462" cy="338462"/>
          </a:xfrm>
          <a:prstGeom prst="ellipse">
            <a:avLst/>
          </a:prstGeom>
          <a:solidFill>
            <a:srgbClr val="B2DFC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C6455246-6704-07AF-4692-909F56F756FF}"/>
              </a:ext>
            </a:extLst>
          </p:cNvPr>
          <p:cNvSpPr/>
          <p:nvPr userDrawn="1"/>
        </p:nvSpPr>
        <p:spPr>
          <a:xfrm>
            <a:off x="15584292" y="3397082"/>
            <a:ext cx="338462" cy="338462"/>
          </a:xfrm>
          <a:prstGeom prst="ellipse">
            <a:avLst/>
          </a:prstGeom>
          <a:solidFill>
            <a:srgbClr val="66C0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D59AE0FA-67A8-E334-C76F-36BAEA96C580}"/>
              </a:ext>
            </a:extLst>
          </p:cNvPr>
          <p:cNvSpPr/>
          <p:nvPr userDrawn="1"/>
        </p:nvSpPr>
        <p:spPr>
          <a:xfrm>
            <a:off x="16083909" y="3397082"/>
            <a:ext cx="338462" cy="338462"/>
          </a:xfrm>
          <a:prstGeom prst="ellipse">
            <a:avLst/>
          </a:prstGeom>
          <a:solidFill>
            <a:srgbClr val="0071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5" name="Oval 84">
            <a:extLst>
              <a:ext uri="{FF2B5EF4-FFF2-40B4-BE49-F238E27FC236}">
                <a16:creationId xmlns:a16="http://schemas.microsoft.com/office/drawing/2014/main" id="{9B3FBF95-9FF1-5C0F-FA76-2CE94E3886E8}"/>
              </a:ext>
            </a:extLst>
          </p:cNvPr>
          <p:cNvSpPr/>
          <p:nvPr userDrawn="1"/>
        </p:nvSpPr>
        <p:spPr>
          <a:xfrm>
            <a:off x="16583525" y="3397082"/>
            <a:ext cx="338462" cy="338462"/>
          </a:xfrm>
          <a:prstGeom prst="ellipse">
            <a:avLst/>
          </a:prstGeom>
          <a:solidFill>
            <a:srgbClr val="004B1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720E2B0C-4A3C-F8A2-7B0D-055209C460D9}"/>
              </a:ext>
            </a:extLst>
          </p:cNvPr>
          <p:cNvSpPr/>
          <p:nvPr userDrawn="1"/>
        </p:nvSpPr>
        <p:spPr>
          <a:xfrm>
            <a:off x="13959929" y="3977058"/>
            <a:ext cx="618392" cy="6183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653C83E7-C6CC-A26D-D36D-5FE3DE86585B}"/>
              </a:ext>
            </a:extLst>
          </p:cNvPr>
          <p:cNvSpPr/>
          <p:nvPr userDrawn="1"/>
        </p:nvSpPr>
        <p:spPr>
          <a:xfrm>
            <a:off x="15084675" y="4117023"/>
            <a:ext cx="338462" cy="338462"/>
          </a:xfrm>
          <a:prstGeom prst="ellipse">
            <a:avLst/>
          </a:prstGeom>
          <a:solidFill>
            <a:srgbClr val="D0BC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6B8753BD-AF76-9023-8F80-375A6A1E034C}"/>
              </a:ext>
            </a:extLst>
          </p:cNvPr>
          <p:cNvSpPr/>
          <p:nvPr userDrawn="1"/>
        </p:nvSpPr>
        <p:spPr>
          <a:xfrm>
            <a:off x="15584292" y="4117023"/>
            <a:ext cx="338462" cy="338462"/>
          </a:xfrm>
          <a:prstGeom prst="ellipse">
            <a:avLst/>
          </a:prstGeom>
          <a:solidFill>
            <a:srgbClr val="A17AB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FAA65B46-C5CB-2E3C-8C73-71CC48E77D5D}"/>
              </a:ext>
            </a:extLst>
          </p:cNvPr>
          <p:cNvSpPr/>
          <p:nvPr userDrawn="1"/>
        </p:nvSpPr>
        <p:spPr>
          <a:xfrm>
            <a:off x="16083909" y="4117023"/>
            <a:ext cx="338462" cy="338462"/>
          </a:xfrm>
          <a:prstGeom prst="ellipse">
            <a:avLst/>
          </a:prstGeom>
          <a:solidFill>
            <a:srgbClr val="3813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BDFE2051-4E04-BFC6-4D6D-A62F6E1E1C75}"/>
              </a:ext>
            </a:extLst>
          </p:cNvPr>
          <p:cNvSpPr/>
          <p:nvPr userDrawn="1"/>
        </p:nvSpPr>
        <p:spPr>
          <a:xfrm>
            <a:off x="16583525" y="4117023"/>
            <a:ext cx="338462" cy="338462"/>
          </a:xfrm>
          <a:prstGeom prst="ellipse">
            <a:avLst/>
          </a:prstGeom>
          <a:solidFill>
            <a:srgbClr val="250D3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9DC5A179-7B71-9009-7BC5-108607A457A4}"/>
              </a:ext>
            </a:extLst>
          </p:cNvPr>
          <p:cNvSpPr/>
          <p:nvPr userDrawn="1"/>
        </p:nvSpPr>
        <p:spPr>
          <a:xfrm>
            <a:off x="13959929" y="4652930"/>
            <a:ext cx="618392" cy="618392"/>
          </a:xfrm>
          <a:prstGeom prst="ellipse">
            <a:avLst/>
          </a:prstGeom>
          <a:solidFill>
            <a:srgbClr val="007B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5D9B26BE-E14F-A017-C96B-36B2272121B8}"/>
              </a:ext>
            </a:extLst>
          </p:cNvPr>
          <p:cNvSpPr/>
          <p:nvPr userDrawn="1"/>
        </p:nvSpPr>
        <p:spPr>
          <a:xfrm>
            <a:off x="15084675" y="4836963"/>
            <a:ext cx="338462" cy="338462"/>
          </a:xfrm>
          <a:prstGeom prst="ellipse">
            <a:avLst/>
          </a:prstGeom>
          <a:solidFill>
            <a:srgbClr val="B2D7E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F9716F92-5184-CFC9-71AD-BFEF8DE029C6}"/>
              </a:ext>
            </a:extLst>
          </p:cNvPr>
          <p:cNvSpPr/>
          <p:nvPr userDrawn="1"/>
        </p:nvSpPr>
        <p:spPr>
          <a:xfrm>
            <a:off x="15584292" y="4836963"/>
            <a:ext cx="338462" cy="338462"/>
          </a:xfrm>
          <a:prstGeom prst="ellipse">
            <a:avLst/>
          </a:prstGeom>
          <a:solidFill>
            <a:srgbClr val="66AF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235DF6F2-FDE6-324E-131C-73434948B792}"/>
              </a:ext>
            </a:extLst>
          </p:cNvPr>
          <p:cNvSpPr/>
          <p:nvPr userDrawn="1"/>
        </p:nvSpPr>
        <p:spPr>
          <a:xfrm>
            <a:off x="16083909" y="4836963"/>
            <a:ext cx="338462" cy="338462"/>
          </a:xfrm>
          <a:prstGeom prst="ellipse">
            <a:avLst/>
          </a:prstGeom>
          <a:solidFill>
            <a:srgbClr val="005C8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60A67C6A-1714-AFE0-A8BD-8C1943F1A86B}"/>
              </a:ext>
            </a:extLst>
          </p:cNvPr>
          <p:cNvSpPr/>
          <p:nvPr userDrawn="1"/>
        </p:nvSpPr>
        <p:spPr>
          <a:xfrm>
            <a:off x="16583525" y="4836963"/>
            <a:ext cx="338462" cy="338462"/>
          </a:xfrm>
          <a:prstGeom prst="ellipse">
            <a:avLst/>
          </a:prstGeom>
          <a:solidFill>
            <a:srgbClr val="003D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05E209E9-C407-F63E-FB71-6863ECBECEDF}"/>
              </a:ext>
            </a:extLst>
          </p:cNvPr>
          <p:cNvSpPr txBox="1"/>
          <p:nvPr userDrawn="1"/>
        </p:nvSpPr>
        <p:spPr>
          <a:xfrm>
            <a:off x="13920953" y="570792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/>
              <a:t>Product Group Colors</a:t>
            </a:r>
          </a:p>
        </p:txBody>
      </p: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938F092C-651A-8CF4-F686-2E0E3301BC6F}"/>
              </a:ext>
            </a:extLst>
          </p:cNvPr>
          <p:cNvCxnSpPr>
            <a:cxnSpLocks/>
          </p:cNvCxnSpPr>
          <p:nvPr userDrawn="1"/>
        </p:nvCxnSpPr>
        <p:spPr>
          <a:xfrm>
            <a:off x="13920953" y="5583284"/>
            <a:ext cx="3109779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E0C0DD99-0082-B50C-F91E-E561FCF13F62}"/>
              </a:ext>
            </a:extLst>
          </p:cNvPr>
          <p:cNvCxnSpPr>
            <a:cxnSpLocks/>
          </p:cNvCxnSpPr>
          <p:nvPr userDrawn="1"/>
        </p:nvCxnSpPr>
        <p:spPr>
          <a:xfrm>
            <a:off x="13920953" y="0"/>
            <a:ext cx="907751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40FCEA22-D7DF-6C99-CA1D-090CD1F38718}"/>
              </a:ext>
            </a:extLst>
          </p:cNvPr>
          <p:cNvCxnSpPr>
            <a:cxnSpLocks/>
          </p:cNvCxnSpPr>
          <p:nvPr userDrawn="1"/>
        </p:nvCxnSpPr>
        <p:spPr>
          <a:xfrm>
            <a:off x="15040681" y="0"/>
            <a:ext cx="1963661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0555B1D1-229E-5B21-8E0A-3742ED15F48B}"/>
              </a:ext>
            </a:extLst>
          </p:cNvPr>
          <p:cNvSpPr/>
          <p:nvPr userDrawn="1"/>
        </p:nvSpPr>
        <p:spPr>
          <a:xfrm>
            <a:off x="14716831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>
                <a:solidFill>
                  <a:schemeClr val="tx1"/>
                </a:solidFill>
                <a:latin typeface="+mn-lt"/>
              </a:rPr>
              <a:t>BIG-IP Next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B68224D8-B9CF-D63D-3F6C-12037D0C3DEA}"/>
              </a:ext>
            </a:extLst>
          </p:cNvPr>
          <p:cNvSpPr/>
          <p:nvPr userDrawn="1"/>
        </p:nvSpPr>
        <p:spPr>
          <a:xfrm>
            <a:off x="14804987" y="6024739"/>
            <a:ext cx="338462" cy="338462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37FB0D3-2319-26F1-43EA-389B2DDE17D8}"/>
              </a:ext>
            </a:extLst>
          </p:cNvPr>
          <p:cNvSpPr/>
          <p:nvPr userDrawn="1"/>
        </p:nvSpPr>
        <p:spPr>
          <a:xfrm>
            <a:off x="13843869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>
                <a:solidFill>
                  <a:schemeClr val="tx1"/>
                </a:solidFill>
                <a:latin typeface="+mn-lt"/>
              </a:rPr>
              <a:t>Distributed Cloud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718A6EB-7918-4CC8-FC74-C33502EAAD21}"/>
              </a:ext>
            </a:extLst>
          </p:cNvPr>
          <p:cNvSpPr/>
          <p:nvPr userDrawn="1"/>
        </p:nvSpPr>
        <p:spPr>
          <a:xfrm>
            <a:off x="15568415" y="6388493"/>
            <a:ext cx="91440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000" kern="100">
                <a:solidFill>
                  <a:schemeClr val="tx1"/>
                </a:solidFill>
                <a:latin typeface="+mn-lt"/>
              </a:rPr>
              <a:t>BIG-IP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C8F97C5-E98B-18EC-CEF7-E802EF15EC71}"/>
              </a:ext>
            </a:extLst>
          </p:cNvPr>
          <p:cNvSpPr/>
          <p:nvPr userDrawn="1"/>
        </p:nvSpPr>
        <p:spPr>
          <a:xfrm>
            <a:off x="13916887" y="6024739"/>
            <a:ext cx="338462" cy="33846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F967909-A541-D1B3-E728-8BD37D464BBF}"/>
              </a:ext>
            </a:extLst>
          </p:cNvPr>
          <p:cNvSpPr/>
          <p:nvPr userDrawn="1"/>
        </p:nvSpPr>
        <p:spPr>
          <a:xfrm>
            <a:off x="15702617" y="6024739"/>
            <a:ext cx="338462" cy="33846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CA06DE6-0847-FEA1-EBC0-A24A0351B814}"/>
              </a:ext>
            </a:extLst>
          </p:cNvPr>
          <p:cNvSpPr/>
          <p:nvPr userDrawn="1"/>
        </p:nvSpPr>
        <p:spPr>
          <a:xfrm>
            <a:off x="16491659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>
                <a:solidFill>
                  <a:schemeClr val="tx1"/>
                </a:solidFill>
                <a:latin typeface="+mn-lt"/>
              </a:rPr>
              <a:t>NGINX 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2D63373-5783-6E64-EBAA-D26F34D6742B}"/>
              </a:ext>
            </a:extLst>
          </p:cNvPr>
          <p:cNvSpPr/>
          <p:nvPr userDrawn="1"/>
        </p:nvSpPr>
        <p:spPr>
          <a:xfrm>
            <a:off x="16590717" y="6024739"/>
            <a:ext cx="338462" cy="33846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1285188720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Title Slide: Black Solid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A red light in the sky&#10;&#10;AI-generated content may be incorrect.">
            <a:extLst>
              <a:ext uri="{FF2B5EF4-FFF2-40B4-BE49-F238E27FC236}">
                <a16:creationId xmlns:a16="http://schemas.microsoft.com/office/drawing/2014/main" id="{C0EF35D2-2F3F-A596-7396-320353F79EC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" y="0"/>
            <a:ext cx="12191993" cy="6857996"/>
          </a:xfrm>
          <a:prstGeom prst="rect">
            <a:avLst/>
          </a:prstGeom>
        </p:spPr>
      </p:pic>
      <p:pic>
        <p:nvPicPr>
          <p:cNvPr id="2" name="updated logo" descr="Logo&#10;&#10;Description automatically generated">
            <a:extLst>
              <a:ext uri="{FF2B5EF4-FFF2-40B4-BE49-F238E27FC236}">
                <a16:creationId xmlns:a16="http://schemas.microsoft.com/office/drawing/2014/main" id="{772B347F-F7C5-F39C-2D59-19BAFA0C7B3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9899" y="471509"/>
            <a:ext cx="603504" cy="603504"/>
          </a:xfrm>
          <a:prstGeom prst="rect">
            <a:avLst/>
          </a:prstGeom>
        </p:spPr>
      </p:pic>
      <p:sp>
        <p:nvSpPr>
          <p:cNvPr id="22" name="Title 1">
            <a:extLst>
              <a:ext uri="{FF2B5EF4-FFF2-40B4-BE49-F238E27FC236}">
                <a16:creationId xmlns:a16="http://schemas.microsoft.com/office/drawing/2014/main" id="{898D6D05-97DF-4C74-8943-E0633B92DAB3}"/>
              </a:ext>
            </a:extLst>
          </p:cNvPr>
          <p:cNvSpPr>
            <a:spLocks noGrp="1"/>
          </p:cNvSpPr>
          <p:nvPr userDrawn="1">
            <p:ph type="ctrTitle"/>
          </p:nvPr>
        </p:nvSpPr>
        <p:spPr bwMode="black">
          <a:xfrm>
            <a:off x="457200" y="1143000"/>
            <a:ext cx="7970363" cy="2446038"/>
          </a:xfrm>
          <a:prstGeom prst="rect">
            <a:avLst/>
          </a:prstGeom>
        </p:spPr>
        <p:txBody>
          <a:bodyPr anchor="b"/>
          <a:lstStyle>
            <a:lvl1pPr algn="l">
              <a:defRPr sz="4800" spc="-13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C4FDFB-D8B5-4D90-9CC9-76F699041481}"/>
              </a:ext>
            </a:extLst>
          </p:cNvPr>
          <p:cNvSpPr>
            <a:spLocks noGrp="1"/>
          </p:cNvSpPr>
          <p:nvPr userDrawn="1">
            <p:ph type="body" sz="quarter" idx="11"/>
          </p:nvPr>
        </p:nvSpPr>
        <p:spPr>
          <a:xfrm>
            <a:off x="457200" y="3933825"/>
            <a:ext cx="7970362" cy="1781175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600">
                <a:solidFill>
                  <a:schemeClr val="bg1"/>
                </a:solidFill>
                <a:latin typeface="+mj-lt"/>
              </a:defRPr>
            </a:lvl1pPr>
            <a:lvl2pPr marL="228600" indent="-228600">
              <a:lnSpc>
                <a:spcPct val="100000"/>
              </a:lnSpc>
              <a:spcBef>
                <a:spcPts val="0"/>
              </a:spcBef>
              <a:buFontTx/>
              <a:buNone/>
              <a:defRPr sz="1600">
                <a:solidFill>
                  <a:schemeClr val="bg1"/>
                </a:solidFill>
              </a:defRPr>
            </a:lvl2pPr>
            <a:lvl3pPr marL="457200" indent="-457200">
              <a:buFontTx/>
              <a:buNone/>
              <a:defRPr sz="1600">
                <a:solidFill>
                  <a:schemeClr val="bg1"/>
                </a:solidFill>
              </a:defRPr>
            </a:lvl3pPr>
            <a:lvl4pPr marL="685800" indent="-685800">
              <a:buFontTx/>
              <a:buNone/>
              <a:defRPr sz="1600">
                <a:solidFill>
                  <a:schemeClr val="bg1"/>
                </a:solidFill>
              </a:defRPr>
            </a:lvl4pPr>
            <a:lvl5pPr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617DBCA-E6A3-642F-C1DA-19B0D0DB1E71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0" y="6763513"/>
            <a:ext cx="12192000" cy="94487"/>
          </a:xfrm>
          <a:prstGeom prst="rect">
            <a:avLst/>
          </a:prstGeom>
        </p:spPr>
      </p:pic>
      <p:sp>
        <p:nvSpPr>
          <p:cNvPr id="59" name="TextBox 58">
            <a:extLst>
              <a:ext uri="{FF2B5EF4-FFF2-40B4-BE49-F238E27FC236}">
                <a16:creationId xmlns:a16="http://schemas.microsoft.com/office/drawing/2014/main" id="{6B8864A6-576A-8318-F85F-1B4B935C24B7}"/>
              </a:ext>
            </a:extLst>
          </p:cNvPr>
          <p:cNvSpPr txBox="1"/>
          <p:nvPr userDrawn="1"/>
        </p:nvSpPr>
        <p:spPr>
          <a:xfrm>
            <a:off x="13920953" y="10706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/>
              <a:t>Primary palette</a:t>
            </a:r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D322E264-5E2E-FF4E-28A8-54B04BAEE42A}"/>
              </a:ext>
            </a:extLst>
          </p:cNvPr>
          <p:cNvSpPr/>
          <p:nvPr userDrawn="1"/>
        </p:nvSpPr>
        <p:spPr>
          <a:xfrm>
            <a:off x="13959929" y="377353"/>
            <a:ext cx="618392" cy="618392"/>
          </a:xfrm>
          <a:prstGeom prst="ellipse">
            <a:avLst/>
          </a:prstGeom>
          <a:solidFill>
            <a:srgbClr val="E400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9F53EDA2-BF29-D47C-81DE-E3073C9CD8AD}"/>
              </a:ext>
            </a:extLst>
          </p:cNvPr>
          <p:cNvSpPr/>
          <p:nvPr userDrawn="1"/>
        </p:nvSpPr>
        <p:spPr>
          <a:xfrm>
            <a:off x="15084675" y="517318"/>
            <a:ext cx="338462" cy="338462"/>
          </a:xfrm>
          <a:prstGeom prst="ellipse">
            <a:avLst/>
          </a:prstGeom>
          <a:solidFill>
            <a:srgbClr val="F7B2B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A568E3B3-90AA-1A0E-45EB-3E53ACAF9985}"/>
              </a:ext>
            </a:extLst>
          </p:cNvPr>
          <p:cNvSpPr/>
          <p:nvPr userDrawn="1"/>
        </p:nvSpPr>
        <p:spPr>
          <a:xfrm>
            <a:off x="15584292" y="517318"/>
            <a:ext cx="338462" cy="338462"/>
          </a:xfrm>
          <a:prstGeom prst="ellipse">
            <a:avLst/>
          </a:prstGeom>
          <a:solidFill>
            <a:srgbClr val="F066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99CC5F52-1D7A-193E-2E39-18A7AF2FA560}"/>
              </a:ext>
            </a:extLst>
          </p:cNvPr>
          <p:cNvSpPr/>
          <p:nvPr userDrawn="1"/>
        </p:nvSpPr>
        <p:spPr>
          <a:xfrm>
            <a:off x="16083909" y="517318"/>
            <a:ext cx="338462" cy="338462"/>
          </a:xfrm>
          <a:prstGeom prst="ellipse">
            <a:avLst/>
          </a:prstGeom>
          <a:solidFill>
            <a:srgbClr val="A7002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6227F9A4-0D3C-C77A-4708-454352FDC5DF}"/>
              </a:ext>
            </a:extLst>
          </p:cNvPr>
          <p:cNvSpPr/>
          <p:nvPr userDrawn="1"/>
        </p:nvSpPr>
        <p:spPr>
          <a:xfrm>
            <a:off x="16583525" y="517318"/>
            <a:ext cx="338462" cy="338462"/>
          </a:xfrm>
          <a:prstGeom prst="ellipse">
            <a:avLst/>
          </a:prstGeom>
          <a:solidFill>
            <a:srgbClr val="72001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018769E-1ADA-62A8-7E7C-C9CC147664FA}"/>
              </a:ext>
            </a:extLst>
          </p:cNvPr>
          <p:cNvSpPr txBox="1"/>
          <p:nvPr userDrawn="1"/>
        </p:nvSpPr>
        <p:spPr>
          <a:xfrm>
            <a:off x="15053447" y="10706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/>
              <a:t>Secondary palette</a:t>
            </a: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77EDD347-301A-933F-FA72-04FE94A0E448}"/>
              </a:ext>
            </a:extLst>
          </p:cNvPr>
          <p:cNvSpPr/>
          <p:nvPr userDrawn="1"/>
        </p:nvSpPr>
        <p:spPr>
          <a:xfrm>
            <a:off x="13959929" y="1097294"/>
            <a:ext cx="618392" cy="618392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D91CA7DA-6848-2D6D-68FE-CCEEC3E1036F}"/>
              </a:ext>
            </a:extLst>
          </p:cNvPr>
          <p:cNvSpPr/>
          <p:nvPr userDrawn="1"/>
        </p:nvSpPr>
        <p:spPr>
          <a:xfrm>
            <a:off x="15084675" y="1237259"/>
            <a:ext cx="338462" cy="338462"/>
          </a:xfrm>
          <a:prstGeom prst="ellipse">
            <a:avLst/>
          </a:prstGeom>
          <a:solidFill>
            <a:srgbClr val="FBE1C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04B9B0B8-A4EC-4055-D46B-A8C6084B9570}"/>
              </a:ext>
            </a:extLst>
          </p:cNvPr>
          <p:cNvSpPr/>
          <p:nvPr userDrawn="1"/>
        </p:nvSpPr>
        <p:spPr>
          <a:xfrm>
            <a:off x="15584292" y="1237259"/>
            <a:ext cx="338462" cy="338462"/>
          </a:xfrm>
          <a:prstGeom prst="ellipse">
            <a:avLst/>
          </a:prstGeom>
          <a:solidFill>
            <a:srgbClr val="F7C2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5ABFF16F-6A57-9D93-B80A-7974606047F5}"/>
              </a:ext>
            </a:extLst>
          </p:cNvPr>
          <p:cNvSpPr/>
          <p:nvPr userDrawn="1"/>
        </p:nvSpPr>
        <p:spPr>
          <a:xfrm>
            <a:off x="16083909" y="1237259"/>
            <a:ext cx="338462" cy="338462"/>
          </a:xfrm>
          <a:prstGeom prst="ellipse">
            <a:avLst/>
          </a:prstGeom>
          <a:solidFill>
            <a:srgbClr val="B2742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C5AE4437-4CEA-2E64-B06E-164F411FAA02}"/>
              </a:ext>
            </a:extLst>
          </p:cNvPr>
          <p:cNvSpPr/>
          <p:nvPr userDrawn="1"/>
        </p:nvSpPr>
        <p:spPr>
          <a:xfrm>
            <a:off x="16583525" y="1237259"/>
            <a:ext cx="338462" cy="338462"/>
          </a:xfrm>
          <a:prstGeom prst="ellipse">
            <a:avLst/>
          </a:prstGeom>
          <a:solidFill>
            <a:srgbClr val="794D1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BDB285A7-3D4E-76B4-89FD-AA90335FDEFE}"/>
              </a:ext>
            </a:extLst>
          </p:cNvPr>
          <p:cNvSpPr/>
          <p:nvPr userDrawn="1"/>
        </p:nvSpPr>
        <p:spPr>
          <a:xfrm>
            <a:off x="13959929" y="1817235"/>
            <a:ext cx="618392" cy="6183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06D2D769-6DB7-305B-BB14-A5B1AF26C650}"/>
              </a:ext>
            </a:extLst>
          </p:cNvPr>
          <p:cNvSpPr/>
          <p:nvPr userDrawn="1"/>
        </p:nvSpPr>
        <p:spPr>
          <a:xfrm>
            <a:off x="15084675" y="1957200"/>
            <a:ext cx="338462" cy="338462"/>
          </a:xfrm>
          <a:prstGeom prst="ellipse">
            <a:avLst/>
          </a:prstGeom>
          <a:solidFill>
            <a:srgbClr val="B7C6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0CBB62AE-8206-06DF-A50D-CDAEC10EE485}"/>
              </a:ext>
            </a:extLst>
          </p:cNvPr>
          <p:cNvSpPr/>
          <p:nvPr userDrawn="1"/>
        </p:nvSpPr>
        <p:spPr>
          <a:xfrm>
            <a:off x="15584292" y="1957200"/>
            <a:ext cx="338462" cy="338462"/>
          </a:xfrm>
          <a:prstGeom prst="ellipse">
            <a:avLst/>
          </a:prstGeom>
          <a:solidFill>
            <a:srgbClr val="6E8D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A9E3BEFD-76C6-132B-6550-20D4E61C84A4}"/>
              </a:ext>
            </a:extLst>
          </p:cNvPr>
          <p:cNvSpPr/>
          <p:nvPr userDrawn="1"/>
        </p:nvSpPr>
        <p:spPr>
          <a:xfrm>
            <a:off x="16083909" y="1957200"/>
            <a:ext cx="338462" cy="338462"/>
          </a:xfrm>
          <a:prstGeom prst="ellipse">
            <a:avLst/>
          </a:prstGeom>
          <a:solidFill>
            <a:srgbClr val="0B31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51AB2C7C-13DD-FF82-126C-60282244ADB5}"/>
              </a:ext>
            </a:extLst>
          </p:cNvPr>
          <p:cNvSpPr/>
          <p:nvPr userDrawn="1"/>
        </p:nvSpPr>
        <p:spPr>
          <a:xfrm>
            <a:off x="16583525" y="1957200"/>
            <a:ext cx="338462" cy="338462"/>
          </a:xfrm>
          <a:prstGeom prst="ellipse">
            <a:avLst/>
          </a:prstGeom>
          <a:solidFill>
            <a:srgbClr val="07215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8FB79684-B33D-E567-480A-452E4DDD99EC}"/>
              </a:ext>
            </a:extLst>
          </p:cNvPr>
          <p:cNvSpPr/>
          <p:nvPr userDrawn="1"/>
        </p:nvSpPr>
        <p:spPr>
          <a:xfrm>
            <a:off x="13959929" y="2537176"/>
            <a:ext cx="618392" cy="618392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D7B6B41F-38AD-766A-1498-079DDA03A55E}"/>
              </a:ext>
            </a:extLst>
          </p:cNvPr>
          <p:cNvSpPr/>
          <p:nvPr userDrawn="1"/>
        </p:nvSpPr>
        <p:spPr>
          <a:xfrm>
            <a:off x="15084675" y="2677141"/>
            <a:ext cx="338462" cy="338462"/>
          </a:xfrm>
          <a:prstGeom prst="ellipse">
            <a:avLst/>
          </a:prstGeom>
          <a:solidFill>
            <a:srgbClr val="E6BE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A6681E13-94AA-F635-6634-F3E6C83457AC}"/>
              </a:ext>
            </a:extLst>
          </p:cNvPr>
          <p:cNvSpPr/>
          <p:nvPr userDrawn="1"/>
        </p:nvSpPr>
        <p:spPr>
          <a:xfrm>
            <a:off x="15584292" y="2677141"/>
            <a:ext cx="338462" cy="338462"/>
          </a:xfrm>
          <a:prstGeom prst="ellipse">
            <a:avLst/>
          </a:prstGeom>
          <a:solidFill>
            <a:srgbClr val="CD7DB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BF0A6337-D7D8-F4EE-6E9B-0BDAFBDA480E}"/>
              </a:ext>
            </a:extLst>
          </p:cNvPr>
          <p:cNvSpPr/>
          <p:nvPr userDrawn="1"/>
        </p:nvSpPr>
        <p:spPr>
          <a:xfrm>
            <a:off x="16083909" y="2677141"/>
            <a:ext cx="338462" cy="338462"/>
          </a:xfrm>
          <a:prstGeom prst="ellipse">
            <a:avLst/>
          </a:prstGeom>
          <a:solidFill>
            <a:srgbClr val="801D6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EE2026BC-FF5D-9918-4FAE-FA078AA70554}"/>
              </a:ext>
            </a:extLst>
          </p:cNvPr>
          <p:cNvSpPr/>
          <p:nvPr userDrawn="1"/>
        </p:nvSpPr>
        <p:spPr>
          <a:xfrm>
            <a:off x="16583525" y="2677141"/>
            <a:ext cx="338462" cy="338462"/>
          </a:xfrm>
          <a:prstGeom prst="ellipse">
            <a:avLst/>
          </a:prstGeom>
          <a:solidFill>
            <a:srgbClr val="5614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8E327B19-6402-6607-9D15-D136F300CD80}"/>
              </a:ext>
            </a:extLst>
          </p:cNvPr>
          <p:cNvSpPr/>
          <p:nvPr userDrawn="1"/>
        </p:nvSpPr>
        <p:spPr>
          <a:xfrm>
            <a:off x="13959929" y="3257117"/>
            <a:ext cx="618392" cy="61839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C9A3D2F4-3EB3-F61F-856E-75DFB9F8129B}"/>
              </a:ext>
            </a:extLst>
          </p:cNvPr>
          <p:cNvSpPr/>
          <p:nvPr userDrawn="1"/>
        </p:nvSpPr>
        <p:spPr>
          <a:xfrm>
            <a:off x="15084675" y="3397082"/>
            <a:ext cx="338462" cy="338462"/>
          </a:xfrm>
          <a:prstGeom prst="ellipse">
            <a:avLst/>
          </a:prstGeom>
          <a:solidFill>
            <a:srgbClr val="B2DFC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C6455246-6704-07AF-4692-909F56F756FF}"/>
              </a:ext>
            </a:extLst>
          </p:cNvPr>
          <p:cNvSpPr/>
          <p:nvPr userDrawn="1"/>
        </p:nvSpPr>
        <p:spPr>
          <a:xfrm>
            <a:off x="15584292" y="3397082"/>
            <a:ext cx="338462" cy="338462"/>
          </a:xfrm>
          <a:prstGeom prst="ellipse">
            <a:avLst/>
          </a:prstGeom>
          <a:solidFill>
            <a:srgbClr val="66C0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D59AE0FA-67A8-E334-C76F-36BAEA96C580}"/>
              </a:ext>
            </a:extLst>
          </p:cNvPr>
          <p:cNvSpPr/>
          <p:nvPr userDrawn="1"/>
        </p:nvSpPr>
        <p:spPr>
          <a:xfrm>
            <a:off x="16083909" y="3397082"/>
            <a:ext cx="338462" cy="338462"/>
          </a:xfrm>
          <a:prstGeom prst="ellipse">
            <a:avLst/>
          </a:prstGeom>
          <a:solidFill>
            <a:srgbClr val="0071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5" name="Oval 84">
            <a:extLst>
              <a:ext uri="{FF2B5EF4-FFF2-40B4-BE49-F238E27FC236}">
                <a16:creationId xmlns:a16="http://schemas.microsoft.com/office/drawing/2014/main" id="{9B3FBF95-9FF1-5C0F-FA76-2CE94E3886E8}"/>
              </a:ext>
            </a:extLst>
          </p:cNvPr>
          <p:cNvSpPr/>
          <p:nvPr userDrawn="1"/>
        </p:nvSpPr>
        <p:spPr>
          <a:xfrm>
            <a:off x="16583525" y="3397082"/>
            <a:ext cx="338462" cy="338462"/>
          </a:xfrm>
          <a:prstGeom prst="ellipse">
            <a:avLst/>
          </a:prstGeom>
          <a:solidFill>
            <a:srgbClr val="004B1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720E2B0C-4A3C-F8A2-7B0D-055209C460D9}"/>
              </a:ext>
            </a:extLst>
          </p:cNvPr>
          <p:cNvSpPr/>
          <p:nvPr userDrawn="1"/>
        </p:nvSpPr>
        <p:spPr>
          <a:xfrm>
            <a:off x="13959929" y="3977058"/>
            <a:ext cx="618392" cy="6183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653C83E7-C6CC-A26D-D36D-5FE3DE86585B}"/>
              </a:ext>
            </a:extLst>
          </p:cNvPr>
          <p:cNvSpPr/>
          <p:nvPr userDrawn="1"/>
        </p:nvSpPr>
        <p:spPr>
          <a:xfrm>
            <a:off x="15084675" y="4117023"/>
            <a:ext cx="338462" cy="338462"/>
          </a:xfrm>
          <a:prstGeom prst="ellipse">
            <a:avLst/>
          </a:prstGeom>
          <a:solidFill>
            <a:srgbClr val="D0BC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6B8753BD-AF76-9023-8F80-375A6A1E034C}"/>
              </a:ext>
            </a:extLst>
          </p:cNvPr>
          <p:cNvSpPr/>
          <p:nvPr userDrawn="1"/>
        </p:nvSpPr>
        <p:spPr>
          <a:xfrm>
            <a:off x="15584292" y="4117023"/>
            <a:ext cx="338462" cy="338462"/>
          </a:xfrm>
          <a:prstGeom prst="ellipse">
            <a:avLst/>
          </a:prstGeom>
          <a:solidFill>
            <a:srgbClr val="A17AB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FAA65B46-C5CB-2E3C-8C73-71CC48E77D5D}"/>
              </a:ext>
            </a:extLst>
          </p:cNvPr>
          <p:cNvSpPr/>
          <p:nvPr userDrawn="1"/>
        </p:nvSpPr>
        <p:spPr>
          <a:xfrm>
            <a:off x="16083909" y="4117023"/>
            <a:ext cx="338462" cy="338462"/>
          </a:xfrm>
          <a:prstGeom prst="ellipse">
            <a:avLst/>
          </a:prstGeom>
          <a:solidFill>
            <a:srgbClr val="3813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BDFE2051-4E04-BFC6-4D6D-A62F6E1E1C75}"/>
              </a:ext>
            </a:extLst>
          </p:cNvPr>
          <p:cNvSpPr/>
          <p:nvPr userDrawn="1"/>
        </p:nvSpPr>
        <p:spPr>
          <a:xfrm>
            <a:off x="16583525" y="4117023"/>
            <a:ext cx="338462" cy="338462"/>
          </a:xfrm>
          <a:prstGeom prst="ellipse">
            <a:avLst/>
          </a:prstGeom>
          <a:solidFill>
            <a:srgbClr val="250D3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9DC5A179-7B71-9009-7BC5-108607A457A4}"/>
              </a:ext>
            </a:extLst>
          </p:cNvPr>
          <p:cNvSpPr/>
          <p:nvPr userDrawn="1"/>
        </p:nvSpPr>
        <p:spPr>
          <a:xfrm>
            <a:off x="13959929" y="4652930"/>
            <a:ext cx="618392" cy="618392"/>
          </a:xfrm>
          <a:prstGeom prst="ellipse">
            <a:avLst/>
          </a:prstGeom>
          <a:solidFill>
            <a:srgbClr val="007B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5D9B26BE-E14F-A017-C96B-36B2272121B8}"/>
              </a:ext>
            </a:extLst>
          </p:cNvPr>
          <p:cNvSpPr/>
          <p:nvPr userDrawn="1"/>
        </p:nvSpPr>
        <p:spPr>
          <a:xfrm>
            <a:off x="15084675" y="4836963"/>
            <a:ext cx="338462" cy="338462"/>
          </a:xfrm>
          <a:prstGeom prst="ellipse">
            <a:avLst/>
          </a:prstGeom>
          <a:solidFill>
            <a:srgbClr val="B2D7E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F9716F92-5184-CFC9-71AD-BFEF8DE029C6}"/>
              </a:ext>
            </a:extLst>
          </p:cNvPr>
          <p:cNvSpPr/>
          <p:nvPr userDrawn="1"/>
        </p:nvSpPr>
        <p:spPr>
          <a:xfrm>
            <a:off x="15584292" y="4836963"/>
            <a:ext cx="338462" cy="338462"/>
          </a:xfrm>
          <a:prstGeom prst="ellipse">
            <a:avLst/>
          </a:prstGeom>
          <a:solidFill>
            <a:srgbClr val="66AF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235DF6F2-FDE6-324E-131C-73434948B792}"/>
              </a:ext>
            </a:extLst>
          </p:cNvPr>
          <p:cNvSpPr/>
          <p:nvPr userDrawn="1"/>
        </p:nvSpPr>
        <p:spPr>
          <a:xfrm>
            <a:off x="16083909" y="4836963"/>
            <a:ext cx="338462" cy="338462"/>
          </a:xfrm>
          <a:prstGeom prst="ellipse">
            <a:avLst/>
          </a:prstGeom>
          <a:solidFill>
            <a:srgbClr val="005C8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60A67C6A-1714-AFE0-A8BD-8C1943F1A86B}"/>
              </a:ext>
            </a:extLst>
          </p:cNvPr>
          <p:cNvSpPr/>
          <p:nvPr userDrawn="1"/>
        </p:nvSpPr>
        <p:spPr>
          <a:xfrm>
            <a:off x="16583525" y="4836963"/>
            <a:ext cx="338462" cy="338462"/>
          </a:xfrm>
          <a:prstGeom prst="ellipse">
            <a:avLst/>
          </a:prstGeom>
          <a:solidFill>
            <a:srgbClr val="003D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05E209E9-C407-F63E-FB71-6863ECBECEDF}"/>
              </a:ext>
            </a:extLst>
          </p:cNvPr>
          <p:cNvSpPr txBox="1"/>
          <p:nvPr userDrawn="1"/>
        </p:nvSpPr>
        <p:spPr>
          <a:xfrm>
            <a:off x="13920953" y="570792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/>
              <a:t>Product Group Colors</a:t>
            </a:r>
          </a:p>
        </p:txBody>
      </p: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938F092C-651A-8CF4-F686-2E0E3301BC6F}"/>
              </a:ext>
            </a:extLst>
          </p:cNvPr>
          <p:cNvCxnSpPr>
            <a:cxnSpLocks/>
          </p:cNvCxnSpPr>
          <p:nvPr userDrawn="1"/>
        </p:nvCxnSpPr>
        <p:spPr>
          <a:xfrm>
            <a:off x="13920953" y="5583284"/>
            <a:ext cx="3109779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E0C0DD99-0082-B50C-F91E-E561FCF13F62}"/>
              </a:ext>
            </a:extLst>
          </p:cNvPr>
          <p:cNvCxnSpPr>
            <a:cxnSpLocks/>
          </p:cNvCxnSpPr>
          <p:nvPr userDrawn="1"/>
        </p:nvCxnSpPr>
        <p:spPr>
          <a:xfrm>
            <a:off x="13920953" y="0"/>
            <a:ext cx="907751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40FCEA22-D7DF-6C99-CA1D-090CD1F38718}"/>
              </a:ext>
            </a:extLst>
          </p:cNvPr>
          <p:cNvCxnSpPr>
            <a:cxnSpLocks/>
          </p:cNvCxnSpPr>
          <p:nvPr userDrawn="1"/>
        </p:nvCxnSpPr>
        <p:spPr>
          <a:xfrm>
            <a:off x="15040681" y="0"/>
            <a:ext cx="1963661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0555B1D1-229E-5B21-8E0A-3742ED15F48B}"/>
              </a:ext>
            </a:extLst>
          </p:cNvPr>
          <p:cNvSpPr/>
          <p:nvPr userDrawn="1"/>
        </p:nvSpPr>
        <p:spPr>
          <a:xfrm>
            <a:off x="14716831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>
                <a:solidFill>
                  <a:schemeClr val="tx1"/>
                </a:solidFill>
                <a:latin typeface="+mn-lt"/>
              </a:rPr>
              <a:t>BIG-IP Next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B68224D8-B9CF-D63D-3F6C-12037D0C3DEA}"/>
              </a:ext>
            </a:extLst>
          </p:cNvPr>
          <p:cNvSpPr/>
          <p:nvPr userDrawn="1"/>
        </p:nvSpPr>
        <p:spPr>
          <a:xfrm>
            <a:off x="14804987" y="6024739"/>
            <a:ext cx="338462" cy="338462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37FB0D3-2319-26F1-43EA-389B2DDE17D8}"/>
              </a:ext>
            </a:extLst>
          </p:cNvPr>
          <p:cNvSpPr/>
          <p:nvPr userDrawn="1"/>
        </p:nvSpPr>
        <p:spPr>
          <a:xfrm>
            <a:off x="13843869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>
                <a:solidFill>
                  <a:schemeClr val="tx1"/>
                </a:solidFill>
                <a:latin typeface="+mn-lt"/>
              </a:rPr>
              <a:t>Distributed Cloud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718A6EB-7918-4CC8-FC74-C33502EAAD21}"/>
              </a:ext>
            </a:extLst>
          </p:cNvPr>
          <p:cNvSpPr/>
          <p:nvPr userDrawn="1"/>
        </p:nvSpPr>
        <p:spPr>
          <a:xfrm>
            <a:off x="15568415" y="6388493"/>
            <a:ext cx="91440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000" kern="100">
                <a:solidFill>
                  <a:schemeClr val="tx1"/>
                </a:solidFill>
                <a:latin typeface="+mn-lt"/>
              </a:rPr>
              <a:t>BIG-IP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C8F97C5-E98B-18EC-CEF7-E802EF15EC71}"/>
              </a:ext>
            </a:extLst>
          </p:cNvPr>
          <p:cNvSpPr/>
          <p:nvPr userDrawn="1"/>
        </p:nvSpPr>
        <p:spPr>
          <a:xfrm>
            <a:off x="13916887" y="6024739"/>
            <a:ext cx="338462" cy="33846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F967909-A541-D1B3-E728-8BD37D464BBF}"/>
              </a:ext>
            </a:extLst>
          </p:cNvPr>
          <p:cNvSpPr/>
          <p:nvPr userDrawn="1"/>
        </p:nvSpPr>
        <p:spPr>
          <a:xfrm>
            <a:off x="15702617" y="6024739"/>
            <a:ext cx="338462" cy="33846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CA06DE6-0847-FEA1-EBC0-A24A0351B814}"/>
              </a:ext>
            </a:extLst>
          </p:cNvPr>
          <p:cNvSpPr/>
          <p:nvPr userDrawn="1"/>
        </p:nvSpPr>
        <p:spPr>
          <a:xfrm>
            <a:off x="16491659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>
                <a:solidFill>
                  <a:schemeClr val="tx1"/>
                </a:solidFill>
                <a:latin typeface="+mn-lt"/>
              </a:rPr>
              <a:t>NGINX 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2D63373-5783-6E64-EBAA-D26F34D6742B}"/>
              </a:ext>
            </a:extLst>
          </p:cNvPr>
          <p:cNvSpPr/>
          <p:nvPr userDrawn="1"/>
        </p:nvSpPr>
        <p:spPr>
          <a:xfrm>
            <a:off x="16590717" y="6024739"/>
            <a:ext cx="338462" cy="33846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916358289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Title Slide: Black Solid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red circle with light rays in the dark&#10;&#10;AI-generated content may be incorrect.">
            <a:extLst>
              <a:ext uri="{FF2B5EF4-FFF2-40B4-BE49-F238E27FC236}">
                <a16:creationId xmlns:a16="http://schemas.microsoft.com/office/drawing/2014/main" id="{9718982D-57C8-DF67-C609-39C698439B8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377"/>
          <a:stretch>
            <a:fillRect/>
          </a:stretch>
        </p:blipFill>
        <p:spPr>
          <a:xfrm>
            <a:off x="0" y="0"/>
            <a:ext cx="12192000" cy="6763513"/>
          </a:xfrm>
          <a:prstGeom prst="rect">
            <a:avLst/>
          </a:prstGeom>
        </p:spPr>
      </p:pic>
      <p:sp>
        <p:nvSpPr>
          <p:cNvPr id="22" name="Title 1">
            <a:extLst>
              <a:ext uri="{FF2B5EF4-FFF2-40B4-BE49-F238E27FC236}">
                <a16:creationId xmlns:a16="http://schemas.microsoft.com/office/drawing/2014/main" id="{898D6D05-97DF-4C74-8943-E0633B92DAB3}"/>
              </a:ext>
            </a:extLst>
          </p:cNvPr>
          <p:cNvSpPr>
            <a:spLocks noGrp="1"/>
          </p:cNvSpPr>
          <p:nvPr userDrawn="1">
            <p:ph type="ctrTitle"/>
          </p:nvPr>
        </p:nvSpPr>
        <p:spPr bwMode="black">
          <a:xfrm>
            <a:off x="457200" y="1143000"/>
            <a:ext cx="7970363" cy="2446038"/>
          </a:xfrm>
          <a:prstGeom prst="rect">
            <a:avLst/>
          </a:prstGeom>
        </p:spPr>
        <p:txBody>
          <a:bodyPr anchor="b"/>
          <a:lstStyle>
            <a:lvl1pPr algn="l">
              <a:defRPr sz="4800" spc="-13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C4FDFB-D8B5-4D90-9CC9-76F699041481}"/>
              </a:ext>
            </a:extLst>
          </p:cNvPr>
          <p:cNvSpPr>
            <a:spLocks noGrp="1"/>
          </p:cNvSpPr>
          <p:nvPr userDrawn="1">
            <p:ph type="body" sz="quarter" idx="11"/>
          </p:nvPr>
        </p:nvSpPr>
        <p:spPr>
          <a:xfrm>
            <a:off x="457200" y="3933825"/>
            <a:ext cx="7970362" cy="1781175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600">
                <a:solidFill>
                  <a:schemeClr val="bg1"/>
                </a:solidFill>
                <a:latin typeface="+mj-lt"/>
              </a:defRPr>
            </a:lvl1pPr>
            <a:lvl2pPr marL="228600" indent="-228600">
              <a:lnSpc>
                <a:spcPct val="100000"/>
              </a:lnSpc>
              <a:spcBef>
                <a:spcPts val="0"/>
              </a:spcBef>
              <a:buFontTx/>
              <a:buNone/>
              <a:defRPr sz="1600">
                <a:solidFill>
                  <a:schemeClr val="bg1"/>
                </a:solidFill>
              </a:defRPr>
            </a:lvl2pPr>
            <a:lvl3pPr marL="457200" indent="-457200">
              <a:buFontTx/>
              <a:buNone/>
              <a:defRPr sz="1600">
                <a:solidFill>
                  <a:schemeClr val="bg1"/>
                </a:solidFill>
              </a:defRPr>
            </a:lvl3pPr>
            <a:lvl4pPr marL="685800" indent="-685800">
              <a:buFontTx/>
              <a:buNone/>
              <a:defRPr sz="1600">
                <a:solidFill>
                  <a:schemeClr val="bg1"/>
                </a:solidFill>
              </a:defRPr>
            </a:lvl4pPr>
            <a:lvl5pPr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617DBCA-E6A3-642F-C1DA-19B0D0DB1E7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0" y="6763513"/>
            <a:ext cx="12192000" cy="94487"/>
          </a:xfrm>
          <a:prstGeom prst="rect">
            <a:avLst/>
          </a:prstGeom>
        </p:spPr>
      </p:pic>
      <p:sp>
        <p:nvSpPr>
          <p:cNvPr id="59" name="TextBox 58">
            <a:extLst>
              <a:ext uri="{FF2B5EF4-FFF2-40B4-BE49-F238E27FC236}">
                <a16:creationId xmlns:a16="http://schemas.microsoft.com/office/drawing/2014/main" id="{6B8864A6-576A-8318-F85F-1B4B935C24B7}"/>
              </a:ext>
            </a:extLst>
          </p:cNvPr>
          <p:cNvSpPr txBox="1"/>
          <p:nvPr userDrawn="1"/>
        </p:nvSpPr>
        <p:spPr>
          <a:xfrm>
            <a:off x="13920953" y="10706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/>
              <a:t>Primary palette</a:t>
            </a:r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D322E264-5E2E-FF4E-28A8-54B04BAEE42A}"/>
              </a:ext>
            </a:extLst>
          </p:cNvPr>
          <p:cNvSpPr/>
          <p:nvPr userDrawn="1"/>
        </p:nvSpPr>
        <p:spPr>
          <a:xfrm>
            <a:off x="13959929" y="377353"/>
            <a:ext cx="618392" cy="618392"/>
          </a:xfrm>
          <a:prstGeom prst="ellipse">
            <a:avLst/>
          </a:prstGeom>
          <a:solidFill>
            <a:srgbClr val="E400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9F53EDA2-BF29-D47C-81DE-E3073C9CD8AD}"/>
              </a:ext>
            </a:extLst>
          </p:cNvPr>
          <p:cNvSpPr/>
          <p:nvPr userDrawn="1"/>
        </p:nvSpPr>
        <p:spPr>
          <a:xfrm>
            <a:off x="15084675" y="517318"/>
            <a:ext cx="338462" cy="338462"/>
          </a:xfrm>
          <a:prstGeom prst="ellipse">
            <a:avLst/>
          </a:prstGeom>
          <a:solidFill>
            <a:srgbClr val="F7B2B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A568E3B3-90AA-1A0E-45EB-3E53ACAF9985}"/>
              </a:ext>
            </a:extLst>
          </p:cNvPr>
          <p:cNvSpPr/>
          <p:nvPr userDrawn="1"/>
        </p:nvSpPr>
        <p:spPr>
          <a:xfrm>
            <a:off x="15584292" y="517318"/>
            <a:ext cx="338462" cy="338462"/>
          </a:xfrm>
          <a:prstGeom prst="ellipse">
            <a:avLst/>
          </a:prstGeom>
          <a:solidFill>
            <a:srgbClr val="F066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99CC5F52-1D7A-193E-2E39-18A7AF2FA560}"/>
              </a:ext>
            </a:extLst>
          </p:cNvPr>
          <p:cNvSpPr/>
          <p:nvPr userDrawn="1"/>
        </p:nvSpPr>
        <p:spPr>
          <a:xfrm>
            <a:off x="16083909" y="517318"/>
            <a:ext cx="338462" cy="338462"/>
          </a:xfrm>
          <a:prstGeom prst="ellipse">
            <a:avLst/>
          </a:prstGeom>
          <a:solidFill>
            <a:srgbClr val="A7002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6227F9A4-0D3C-C77A-4708-454352FDC5DF}"/>
              </a:ext>
            </a:extLst>
          </p:cNvPr>
          <p:cNvSpPr/>
          <p:nvPr userDrawn="1"/>
        </p:nvSpPr>
        <p:spPr>
          <a:xfrm>
            <a:off x="16583525" y="517318"/>
            <a:ext cx="338462" cy="338462"/>
          </a:xfrm>
          <a:prstGeom prst="ellipse">
            <a:avLst/>
          </a:prstGeom>
          <a:solidFill>
            <a:srgbClr val="72001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018769E-1ADA-62A8-7E7C-C9CC147664FA}"/>
              </a:ext>
            </a:extLst>
          </p:cNvPr>
          <p:cNvSpPr txBox="1"/>
          <p:nvPr userDrawn="1"/>
        </p:nvSpPr>
        <p:spPr>
          <a:xfrm>
            <a:off x="15053447" y="10706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/>
              <a:t>Secondary palette</a:t>
            </a: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77EDD347-301A-933F-FA72-04FE94A0E448}"/>
              </a:ext>
            </a:extLst>
          </p:cNvPr>
          <p:cNvSpPr/>
          <p:nvPr userDrawn="1"/>
        </p:nvSpPr>
        <p:spPr>
          <a:xfrm>
            <a:off x="13959929" y="1097294"/>
            <a:ext cx="618392" cy="618392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D91CA7DA-6848-2D6D-68FE-CCEEC3E1036F}"/>
              </a:ext>
            </a:extLst>
          </p:cNvPr>
          <p:cNvSpPr/>
          <p:nvPr userDrawn="1"/>
        </p:nvSpPr>
        <p:spPr>
          <a:xfrm>
            <a:off x="15084675" y="1237259"/>
            <a:ext cx="338462" cy="338462"/>
          </a:xfrm>
          <a:prstGeom prst="ellipse">
            <a:avLst/>
          </a:prstGeom>
          <a:solidFill>
            <a:srgbClr val="FBE1C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04B9B0B8-A4EC-4055-D46B-A8C6084B9570}"/>
              </a:ext>
            </a:extLst>
          </p:cNvPr>
          <p:cNvSpPr/>
          <p:nvPr userDrawn="1"/>
        </p:nvSpPr>
        <p:spPr>
          <a:xfrm>
            <a:off x="15584292" y="1237259"/>
            <a:ext cx="338462" cy="338462"/>
          </a:xfrm>
          <a:prstGeom prst="ellipse">
            <a:avLst/>
          </a:prstGeom>
          <a:solidFill>
            <a:srgbClr val="F7C2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5ABFF16F-6A57-9D93-B80A-7974606047F5}"/>
              </a:ext>
            </a:extLst>
          </p:cNvPr>
          <p:cNvSpPr/>
          <p:nvPr userDrawn="1"/>
        </p:nvSpPr>
        <p:spPr>
          <a:xfrm>
            <a:off x="16083909" y="1237259"/>
            <a:ext cx="338462" cy="338462"/>
          </a:xfrm>
          <a:prstGeom prst="ellipse">
            <a:avLst/>
          </a:prstGeom>
          <a:solidFill>
            <a:srgbClr val="B2742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C5AE4437-4CEA-2E64-B06E-164F411FAA02}"/>
              </a:ext>
            </a:extLst>
          </p:cNvPr>
          <p:cNvSpPr/>
          <p:nvPr userDrawn="1"/>
        </p:nvSpPr>
        <p:spPr>
          <a:xfrm>
            <a:off x="16583525" y="1237259"/>
            <a:ext cx="338462" cy="338462"/>
          </a:xfrm>
          <a:prstGeom prst="ellipse">
            <a:avLst/>
          </a:prstGeom>
          <a:solidFill>
            <a:srgbClr val="794D1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BDB285A7-3D4E-76B4-89FD-AA90335FDEFE}"/>
              </a:ext>
            </a:extLst>
          </p:cNvPr>
          <p:cNvSpPr/>
          <p:nvPr userDrawn="1"/>
        </p:nvSpPr>
        <p:spPr>
          <a:xfrm>
            <a:off x="13959929" y="1817235"/>
            <a:ext cx="618392" cy="6183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06D2D769-6DB7-305B-BB14-A5B1AF26C650}"/>
              </a:ext>
            </a:extLst>
          </p:cNvPr>
          <p:cNvSpPr/>
          <p:nvPr userDrawn="1"/>
        </p:nvSpPr>
        <p:spPr>
          <a:xfrm>
            <a:off x="15084675" y="1957200"/>
            <a:ext cx="338462" cy="338462"/>
          </a:xfrm>
          <a:prstGeom prst="ellipse">
            <a:avLst/>
          </a:prstGeom>
          <a:solidFill>
            <a:srgbClr val="B7C6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0CBB62AE-8206-06DF-A50D-CDAEC10EE485}"/>
              </a:ext>
            </a:extLst>
          </p:cNvPr>
          <p:cNvSpPr/>
          <p:nvPr userDrawn="1"/>
        </p:nvSpPr>
        <p:spPr>
          <a:xfrm>
            <a:off x="15584292" y="1957200"/>
            <a:ext cx="338462" cy="338462"/>
          </a:xfrm>
          <a:prstGeom prst="ellipse">
            <a:avLst/>
          </a:prstGeom>
          <a:solidFill>
            <a:srgbClr val="6E8D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A9E3BEFD-76C6-132B-6550-20D4E61C84A4}"/>
              </a:ext>
            </a:extLst>
          </p:cNvPr>
          <p:cNvSpPr/>
          <p:nvPr userDrawn="1"/>
        </p:nvSpPr>
        <p:spPr>
          <a:xfrm>
            <a:off x="16083909" y="1957200"/>
            <a:ext cx="338462" cy="338462"/>
          </a:xfrm>
          <a:prstGeom prst="ellipse">
            <a:avLst/>
          </a:prstGeom>
          <a:solidFill>
            <a:srgbClr val="0B31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51AB2C7C-13DD-FF82-126C-60282244ADB5}"/>
              </a:ext>
            </a:extLst>
          </p:cNvPr>
          <p:cNvSpPr/>
          <p:nvPr userDrawn="1"/>
        </p:nvSpPr>
        <p:spPr>
          <a:xfrm>
            <a:off x="16583525" y="1957200"/>
            <a:ext cx="338462" cy="338462"/>
          </a:xfrm>
          <a:prstGeom prst="ellipse">
            <a:avLst/>
          </a:prstGeom>
          <a:solidFill>
            <a:srgbClr val="07215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8FB79684-B33D-E567-480A-452E4DDD99EC}"/>
              </a:ext>
            </a:extLst>
          </p:cNvPr>
          <p:cNvSpPr/>
          <p:nvPr userDrawn="1"/>
        </p:nvSpPr>
        <p:spPr>
          <a:xfrm>
            <a:off x="13959929" y="2537176"/>
            <a:ext cx="618392" cy="618392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D7B6B41F-38AD-766A-1498-079DDA03A55E}"/>
              </a:ext>
            </a:extLst>
          </p:cNvPr>
          <p:cNvSpPr/>
          <p:nvPr userDrawn="1"/>
        </p:nvSpPr>
        <p:spPr>
          <a:xfrm>
            <a:off x="15084675" y="2677141"/>
            <a:ext cx="338462" cy="338462"/>
          </a:xfrm>
          <a:prstGeom prst="ellipse">
            <a:avLst/>
          </a:prstGeom>
          <a:solidFill>
            <a:srgbClr val="E6BE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A6681E13-94AA-F635-6634-F3E6C83457AC}"/>
              </a:ext>
            </a:extLst>
          </p:cNvPr>
          <p:cNvSpPr/>
          <p:nvPr userDrawn="1"/>
        </p:nvSpPr>
        <p:spPr>
          <a:xfrm>
            <a:off x="15584292" y="2677141"/>
            <a:ext cx="338462" cy="338462"/>
          </a:xfrm>
          <a:prstGeom prst="ellipse">
            <a:avLst/>
          </a:prstGeom>
          <a:solidFill>
            <a:srgbClr val="CD7DB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BF0A6337-D7D8-F4EE-6E9B-0BDAFBDA480E}"/>
              </a:ext>
            </a:extLst>
          </p:cNvPr>
          <p:cNvSpPr/>
          <p:nvPr userDrawn="1"/>
        </p:nvSpPr>
        <p:spPr>
          <a:xfrm>
            <a:off x="16083909" y="2677141"/>
            <a:ext cx="338462" cy="338462"/>
          </a:xfrm>
          <a:prstGeom prst="ellipse">
            <a:avLst/>
          </a:prstGeom>
          <a:solidFill>
            <a:srgbClr val="801D6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EE2026BC-FF5D-9918-4FAE-FA078AA70554}"/>
              </a:ext>
            </a:extLst>
          </p:cNvPr>
          <p:cNvSpPr/>
          <p:nvPr userDrawn="1"/>
        </p:nvSpPr>
        <p:spPr>
          <a:xfrm>
            <a:off x="16583525" y="2677141"/>
            <a:ext cx="338462" cy="338462"/>
          </a:xfrm>
          <a:prstGeom prst="ellipse">
            <a:avLst/>
          </a:prstGeom>
          <a:solidFill>
            <a:srgbClr val="5614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8E327B19-6402-6607-9D15-D136F300CD80}"/>
              </a:ext>
            </a:extLst>
          </p:cNvPr>
          <p:cNvSpPr/>
          <p:nvPr userDrawn="1"/>
        </p:nvSpPr>
        <p:spPr>
          <a:xfrm>
            <a:off x="13959929" y="3257117"/>
            <a:ext cx="618392" cy="61839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C9A3D2F4-3EB3-F61F-856E-75DFB9F8129B}"/>
              </a:ext>
            </a:extLst>
          </p:cNvPr>
          <p:cNvSpPr/>
          <p:nvPr userDrawn="1"/>
        </p:nvSpPr>
        <p:spPr>
          <a:xfrm>
            <a:off x="15084675" y="3397082"/>
            <a:ext cx="338462" cy="338462"/>
          </a:xfrm>
          <a:prstGeom prst="ellipse">
            <a:avLst/>
          </a:prstGeom>
          <a:solidFill>
            <a:srgbClr val="B2DFC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C6455246-6704-07AF-4692-909F56F756FF}"/>
              </a:ext>
            </a:extLst>
          </p:cNvPr>
          <p:cNvSpPr/>
          <p:nvPr userDrawn="1"/>
        </p:nvSpPr>
        <p:spPr>
          <a:xfrm>
            <a:off x="15584292" y="3397082"/>
            <a:ext cx="338462" cy="338462"/>
          </a:xfrm>
          <a:prstGeom prst="ellipse">
            <a:avLst/>
          </a:prstGeom>
          <a:solidFill>
            <a:srgbClr val="66C0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D59AE0FA-67A8-E334-C76F-36BAEA96C580}"/>
              </a:ext>
            </a:extLst>
          </p:cNvPr>
          <p:cNvSpPr/>
          <p:nvPr userDrawn="1"/>
        </p:nvSpPr>
        <p:spPr>
          <a:xfrm>
            <a:off x="16083909" y="3397082"/>
            <a:ext cx="338462" cy="338462"/>
          </a:xfrm>
          <a:prstGeom prst="ellipse">
            <a:avLst/>
          </a:prstGeom>
          <a:solidFill>
            <a:srgbClr val="0071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5" name="Oval 84">
            <a:extLst>
              <a:ext uri="{FF2B5EF4-FFF2-40B4-BE49-F238E27FC236}">
                <a16:creationId xmlns:a16="http://schemas.microsoft.com/office/drawing/2014/main" id="{9B3FBF95-9FF1-5C0F-FA76-2CE94E3886E8}"/>
              </a:ext>
            </a:extLst>
          </p:cNvPr>
          <p:cNvSpPr/>
          <p:nvPr userDrawn="1"/>
        </p:nvSpPr>
        <p:spPr>
          <a:xfrm>
            <a:off x="16583525" y="3397082"/>
            <a:ext cx="338462" cy="338462"/>
          </a:xfrm>
          <a:prstGeom prst="ellipse">
            <a:avLst/>
          </a:prstGeom>
          <a:solidFill>
            <a:srgbClr val="004B1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720E2B0C-4A3C-F8A2-7B0D-055209C460D9}"/>
              </a:ext>
            </a:extLst>
          </p:cNvPr>
          <p:cNvSpPr/>
          <p:nvPr userDrawn="1"/>
        </p:nvSpPr>
        <p:spPr>
          <a:xfrm>
            <a:off x="13959929" y="3977058"/>
            <a:ext cx="618392" cy="6183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653C83E7-C6CC-A26D-D36D-5FE3DE86585B}"/>
              </a:ext>
            </a:extLst>
          </p:cNvPr>
          <p:cNvSpPr/>
          <p:nvPr userDrawn="1"/>
        </p:nvSpPr>
        <p:spPr>
          <a:xfrm>
            <a:off x="15084675" y="4117023"/>
            <a:ext cx="338462" cy="338462"/>
          </a:xfrm>
          <a:prstGeom prst="ellipse">
            <a:avLst/>
          </a:prstGeom>
          <a:solidFill>
            <a:srgbClr val="D0BC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6B8753BD-AF76-9023-8F80-375A6A1E034C}"/>
              </a:ext>
            </a:extLst>
          </p:cNvPr>
          <p:cNvSpPr/>
          <p:nvPr userDrawn="1"/>
        </p:nvSpPr>
        <p:spPr>
          <a:xfrm>
            <a:off x="15584292" y="4117023"/>
            <a:ext cx="338462" cy="338462"/>
          </a:xfrm>
          <a:prstGeom prst="ellipse">
            <a:avLst/>
          </a:prstGeom>
          <a:solidFill>
            <a:srgbClr val="A17AB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FAA65B46-C5CB-2E3C-8C73-71CC48E77D5D}"/>
              </a:ext>
            </a:extLst>
          </p:cNvPr>
          <p:cNvSpPr/>
          <p:nvPr userDrawn="1"/>
        </p:nvSpPr>
        <p:spPr>
          <a:xfrm>
            <a:off x="16083909" y="4117023"/>
            <a:ext cx="338462" cy="338462"/>
          </a:xfrm>
          <a:prstGeom prst="ellipse">
            <a:avLst/>
          </a:prstGeom>
          <a:solidFill>
            <a:srgbClr val="3813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BDFE2051-4E04-BFC6-4D6D-A62F6E1E1C75}"/>
              </a:ext>
            </a:extLst>
          </p:cNvPr>
          <p:cNvSpPr/>
          <p:nvPr userDrawn="1"/>
        </p:nvSpPr>
        <p:spPr>
          <a:xfrm>
            <a:off x="16583525" y="4117023"/>
            <a:ext cx="338462" cy="338462"/>
          </a:xfrm>
          <a:prstGeom prst="ellipse">
            <a:avLst/>
          </a:prstGeom>
          <a:solidFill>
            <a:srgbClr val="250D3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9DC5A179-7B71-9009-7BC5-108607A457A4}"/>
              </a:ext>
            </a:extLst>
          </p:cNvPr>
          <p:cNvSpPr/>
          <p:nvPr userDrawn="1"/>
        </p:nvSpPr>
        <p:spPr>
          <a:xfrm>
            <a:off x="13959929" y="4652930"/>
            <a:ext cx="618392" cy="618392"/>
          </a:xfrm>
          <a:prstGeom prst="ellipse">
            <a:avLst/>
          </a:prstGeom>
          <a:solidFill>
            <a:srgbClr val="007B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5D9B26BE-E14F-A017-C96B-36B2272121B8}"/>
              </a:ext>
            </a:extLst>
          </p:cNvPr>
          <p:cNvSpPr/>
          <p:nvPr userDrawn="1"/>
        </p:nvSpPr>
        <p:spPr>
          <a:xfrm>
            <a:off x="15084675" y="4836963"/>
            <a:ext cx="338462" cy="338462"/>
          </a:xfrm>
          <a:prstGeom prst="ellipse">
            <a:avLst/>
          </a:prstGeom>
          <a:solidFill>
            <a:srgbClr val="B2D7E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F9716F92-5184-CFC9-71AD-BFEF8DE029C6}"/>
              </a:ext>
            </a:extLst>
          </p:cNvPr>
          <p:cNvSpPr/>
          <p:nvPr userDrawn="1"/>
        </p:nvSpPr>
        <p:spPr>
          <a:xfrm>
            <a:off x="15584292" y="4836963"/>
            <a:ext cx="338462" cy="338462"/>
          </a:xfrm>
          <a:prstGeom prst="ellipse">
            <a:avLst/>
          </a:prstGeom>
          <a:solidFill>
            <a:srgbClr val="66AF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235DF6F2-FDE6-324E-131C-73434948B792}"/>
              </a:ext>
            </a:extLst>
          </p:cNvPr>
          <p:cNvSpPr/>
          <p:nvPr userDrawn="1"/>
        </p:nvSpPr>
        <p:spPr>
          <a:xfrm>
            <a:off x="16083909" y="4836963"/>
            <a:ext cx="338462" cy="338462"/>
          </a:xfrm>
          <a:prstGeom prst="ellipse">
            <a:avLst/>
          </a:prstGeom>
          <a:solidFill>
            <a:srgbClr val="005C8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60A67C6A-1714-AFE0-A8BD-8C1943F1A86B}"/>
              </a:ext>
            </a:extLst>
          </p:cNvPr>
          <p:cNvSpPr/>
          <p:nvPr userDrawn="1"/>
        </p:nvSpPr>
        <p:spPr>
          <a:xfrm>
            <a:off x="16583525" y="4836963"/>
            <a:ext cx="338462" cy="338462"/>
          </a:xfrm>
          <a:prstGeom prst="ellipse">
            <a:avLst/>
          </a:prstGeom>
          <a:solidFill>
            <a:srgbClr val="003D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05E209E9-C407-F63E-FB71-6863ECBECEDF}"/>
              </a:ext>
            </a:extLst>
          </p:cNvPr>
          <p:cNvSpPr txBox="1"/>
          <p:nvPr userDrawn="1"/>
        </p:nvSpPr>
        <p:spPr>
          <a:xfrm>
            <a:off x="13920953" y="570792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/>
              <a:t>Product Group Colors</a:t>
            </a:r>
          </a:p>
        </p:txBody>
      </p: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938F092C-651A-8CF4-F686-2E0E3301BC6F}"/>
              </a:ext>
            </a:extLst>
          </p:cNvPr>
          <p:cNvCxnSpPr>
            <a:cxnSpLocks/>
          </p:cNvCxnSpPr>
          <p:nvPr userDrawn="1"/>
        </p:nvCxnSpPr>
        <p:spPr>
          <a:xfrm>
            <a:off x="13920953" y="5583284"/>
            <a:ext cx="3109779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E0C0DD99-0082-B50C-F91E-E561FCF13F62}"/>
              </a:ext>
            </a:extLst>
          </p:cNvPr>
          <p:cNvCxnSpPr>
            <a:cxnSpLocks/>
          </p:cNvCxnSpPr>
          <p:nvPr userDrawn="1"/>
        </p:nvCxnSpPr>
        <p:spPr>
          <a:xfrm>
            <a:off x="13920953" y="0"/>
            <a:ext cx="907751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40FCEA22-D7DF-6C99-CA1D-090CD1F38718}"/>
              </a:ext>
            </a:extLst>
          </p:cNvPr>
          <p:cNvCxnSpPr>
            <a:cxnSpLocks/>
          </p:cNvCxnSpPr>
          <p:nvPr userDrawn="1"/>
        </p:nvCxnSpPr>
        <p:spPr>
          <a:xfrm>
            <a:off x="15040681" y="0"/>
            <a:ext cx="1963661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0555B1D1-229E-5B21-8E0A-3742ED15F48B}"/>
              </a:ext>
            </a:extLst>
          </p:cNvPr>
          <p:cNvSpPr/>
          <p:nvPr userDrawn="1"/>
        </p:nvSpPr>
        <p:spPr>
          <a:xfrm>
            <a:off x="14716831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>
                <a:solidFill>
                  <a:schemeClr val="tx1"/>
                </a:solidFill>
                <a:latin typeface="+mn-lt"/>
              </a:rPr>
              <a:t>BIG-IP Next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B68224D8-B9CF-D63D-3F6C-12037D0C3DEA}"/>
              </a:ext>
            </a:extLst>
          </p:cNvPr>
          <p:cNvSpPr/>
          <p:nvPr userDrawn="1"/>
        </p:nvSpPr>
        <p:spPr>
          <a:xfrm>
            <a:off x="14804987" y="6024739"/>
            <a:ext cx="338462" cy="338462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37FB0D3-2319-26F1-43EA-389B2DDE17D8}"/>
              </a:ext>
            </a:extLst>
          </p:cNvPr>
          <p:cNvSpPr/>
          <p:nvPr userDrawn="1"/>
        </p:nvSpPr>
        <p:spPr>
          <a:xfrm>
            <a:off x="13843869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>
                <a:solidFill>
                  <a:schemeClr val="tx1"/>
                </a:solidFill>
                <a:latin typeface="+mn-lt"/>
              </a:rPr>
              <a:t>Distributed Cloud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718A6EB-7918-4CC8-FC74-C33502EAAD21}"/>
              </a:ext>
            </a:extLst>
          </p:cNvPr>
          <p:cNvSpPr/>
          <p:nvPr userDrawn="1"/>
        </p:nvSpPr>
        <p:spPr>
          <a:xfrm>
            <a:off x="15568415" y="6388493"/>
            <a:ext cx="91440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000" kern="100">
                <a:solidFill>
                  <a:schemeClr val="tx1"/>
                </a:solidFill>
                <a:latin typeface="+mn-lt"/>
              </a:rPr>
              <a:t>BIG-IP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C8F97C5-E98B-18EC-CEF7-E802EF15EC71}"/>
              </a:ext>
            </a:extLst>
          </p:cNvPr>
          <p:cNvSpPr/>
          <p:nvPr userDrawn="1"/>
        </p:nvSpPr>
        <p:spPr>
          <a:xfrm>
            <a:off x="13916887" y="6024739"/>
            <a:ext cx="338462" cy="33846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F967909-A541-D1B3-E728-8BD37D464BBF}"/>
              </a:ext>
            </a:extLst>
          </p:cNvPr>
          <p:cNvSpPr/>
          <p:nvPr userDrawn="1"/>
        </p:nvSpPr>
        <p:spPr>
          <a:xfrm>
            <a:off x="15702617" y="6024739"/>
            <a:ext cx="338462" cy="33846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CA06DE6-0847-FEA1-EBC0-A24A0351B814}"/>
              </a:ext>
            </a:extLst>
          </p:cNvPr>
          <p:cNvSpPr/>
          <p:nvPr userDrawn="1"/>
        </p:nvSpPr>
        <p:spPr>
          <a:xfrm>
            <a:off x="16491659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>
                <a:solidFill>
                  <a:schemeClr val="tx1"/>
                </a:solidFill>
                <a:latin typeface="+mn-lt"/>
              </a:rPr>
              <a:t>NGINX 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2D63373-5783-6E64-EBAA-D26F34D6742B}"/>
              </a:ext>
            </a:extLst>
          </p:cNvPr>
          <p:cNvSpPr/>
          <p:nvPr userDrawn="1"/>
        </p:nvSpPr>
        <p:spPr>
          <a:xfrm>
            <a:off x="16590717" y="6024739"/>
            <a:ext cx="338462" cy="33846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971340913"/>
      </p:ext>
    </p:extLst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: Black Pattern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: Shape 4">
            <a:extLst>
              <a:ext uri="{FF2B5EF4-FFF2-40B4-BE49-F238E27FC236}">
                <a16:creationId xmlns:a16="http://schemas.microsoft.com/office/drawing/2014/main" id="{29EAAB68-B983-729A-E37F-D0E4D2C2CCA5}"/>
              </a:ext>
            </a:extLst>
          </p:cNvPr>
          <p:cNvSpPr/>
          <p:nvPr userDrawn="1"/>
        </p:nvSpPr>
        <p:spPr>
          <a:xfrm>
            <a:off x="1346425" y="0"/>
            <a:ext cx="8939754" cy="6761018"/>
          </a:xfrm>
          <a:custGeom>
            <a:avLst/>
            <a:gdLst>
              <a:gd name="connsiteX0" fmla="*/ 1503815 w 8939754"/>
              <a:gd name="connsiteY0" fmla="*/ 0 h 6766560"/>
              <a:gd name="connsiteX1" fmla="*/ 7435940 w 8939754"/>
              <a:gd name="connsiteY1" fmla="*/ 0 h 6766560"/>
              <a:gd name="connsiteX2" fmla="*/ 7630557 w 8939754"/>
              <a:gd name="connsiteY2" fmla="*/ 176881 h 6766560"/>
              <a:gd name="connsiteX3" fmla="*/ 8939754 w 8939754"/>
              <a:gd name="connsiteY3" fmla="*/ 3337560 h 6766560"/>
              <a:gd name="connsiteX4" fmla="*/ 7475321 w 8939754"/>
              <a:gd name="connsiteY4" fmla="*/ 6646243 h 6766560"/>
              <a:gd name="connsiteX5" fmla="*/ 7336423 w 8939754"/>
              <a:gd name="connsiteY5" fmla="*/ 6766560 h 6766560"/>
              <a:gd name="connsiteX6" fmla="*/ 1603331 w 8939754"/>
              <a:gd name="connsiteY6" fmla="*/ 6766560 h 6766560"/>
              <a:gd name="connsiteX7" fmla="*/ 1464433 w 8939754"/>
              <a:gd name="connsiteY7" fmla="*/ 6646243 h 6766560"/>
              <a:gd name="connsiteX8" fmla="*/ 0 w 8939754"/>
              <a:gd name="connsiteY8" fmla="*/ 3337560 h 6766560"/>
              <a:gd name="connsiteX9" fmla="*/ 1309197 w 8939754"/>
              <a:gd name="connsiteY9" fmla="*/ 176881 h 67665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939754" h="6766560">
                <a:moveTo>
                  <a:pt x="1503815" y="0"/>
                </a:moveTo>
                <a:lnTo>
                  <a:pt x="7435940" y="0"/>
                </a:lnTo>
                <a:lnTo>
                  <a:pt x="7630557" y="176881"/>
                </a:lnTo>
                <a:cubicBezTo>
                  <a:pt x="8439446" y="985769"/>
                  <a:pt x="8939754" y="2103238"/>
                  <a:pt x="8939754" y="3337560"/>
                </a:cubicBezTo>
                <a:cubicBezTo>
                  <a:pt x="8939754" y="4649027"/>
                  <a:pt x="8374953" y="5828578"/>
                  <a:pt x="7475321" y="6646243"/>
                </a:cubicBezTo>
                <a:lnTo>
                  <a:pt x="7336423" y="6766560"/>
                </a:lnTo>
                <a:lnTo>
                  <a:pt x="1603331" y="6766560"/>
                </a:lnTo>
                <a:lnTo>
                  <a:pt x="1464433" y="6646243"/>
                </a:lnTo>
                <a:cubicBezTo>
                  <a:pt x="564801" y="5828578"/>
                  <a:pt x="0" y="4649027"/>
                  <a:pt x="0" y="3337560"/>
                </a:cubicBezTo>
                <a:cubicBezTo>
                  <a:pt x="0" y="2103238"/>
                  <a:pt x="500308" y="985769"/>
                  <a:pt x="1309197" y="176881"/>
                </a:cubicBezTo>
                <a:close/>
              </a:path>
            </a:pathLst>
          </a:custGeom>
          <a:solidFill>
            <a:srgbClr val="1D1D1D">
              <a:alpha val="92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US" kern="10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5C7F33C6-E926-91A7-9DA2-D69142C95716}"/>
              </a:ext>
            </a:extLst>
          </p:cNvPr>
          <p:cNvSpPr/>
          <p:nvPr userDrawn="1"/>
        </p:nvSpPr>
        <p:spPr>
          <a:xfrm>
            <a:off x="1" y="0"/>
            <a:ext cx="6929793" cy="6761018"/>
          </a:xfrm>
          <a:custGeom>
            <a:avLst/>
            <a:gdLst>
              <a:gd name="connsiteX0" fmla="*/ 0 w 6929793"/>
              <a:gd name="connsiteY0" fmla="*/ 0 h 6761018"/>
              <a:gd name="connsiteX1" fmla="*/ 5425979 w 6929793"/>
              <a:gd name="connsiteY1" fmla="*/ 0 h 6761018"/>
              <a:gd name="connsiteX2" fmla="*/ 5620596 w 6929793"/>
              <a:gd name="connsiteY2" fmla="*/ 176736 h 6761018"/>
              <a:gd name="connsiteX3" fmla="*/ 6929793 w 6929793"/>
              <a:gd name="connsiteY3" fmla="*/ 3334827 h 6761018"/>
              <a:gd name="connsiteX4" fmla="*/ 5465360 w 6929793"/>
              <a:gd name="connsiteY4" fmla="*/ 6640800 h 6761018"/>
              <a:gd name="connsiteX5" fmla="*/ 5326462 w 6929793"/>
              <a:gd name="connsiteY5" fmla="*/ 6761018 h 6761018"/>
              <a:gd name="connsiteX6" fmla="*/ 0 w 6929793"/>
              <a:gd name="connsiteY6" fmla="*/ 6761018 h 67610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929793" h="6761018">
                <a:moveTo>
                  <a:pt x="0" y="0"/>
                </a:moveTo>
                <a:lnTo>
                  <a:pt x="5425979" y="0"/>
                </a:lnTo>
                <a:lnTo>
                  <a:pt x="5620596" y="176736"/>
                </a:lnTo>
                <a:cubicBezTo>
                  <a:pt x="6429485" y="984962"/>
                  <a:pt x="6929793" y="2101516"/>
                  <a:pt x="6929793" y="3334827"/>
                </a:cubicBezTo>
                <a:cubicBezTo>
                  <a:pt x="6929793" y="4645220"/>
                  <a:pt x="6364992" y="5823804"/>
                  <a:pt x="5465360" y="6640800"/>
                </a:cubicBezTo>
                <a:lnTo>
                  <a:pt x="5326462" y="6761018"/>
                </a:lnTo>
                <a:lnTo>
                  <a:pt x="0" y="6761018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US" kern="100" err="1">
              <a:solidFill>
                <a:schemeClr val="bg1"/>
              </a:solidFill>
              <a:latin typeface="+mj-lt"/>
            </a:endParaRPr>
          </a:p>
        </p:txBody>
      </p:sp>
      <p:pic>
        <p:nvPicPr>
          <p:cNvPr id="2" name="updated logo" descr="Logo&#10;&#10;Description automatically generated">
            <a:extLst>
              <a:ext uri="{FF2B5EF4-FFF2-40B4-BE49-F238E27FC236}">
                <a16:creationId xmlns:a16="http://schemas.microsoft.com/office/drawing/2014/main" id="{772B347F-F7C5-F39C-2D59-19BAFA0C7B3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9899" y="471509"/>
            <a:ext cx="603504" cy="603504"/>
          </a:xfrm>
          <a:prstGeom prst="rect">
            <a:avLst/>
          </a:prstGeom>
        </p:spPr>
      </p:pic>
      <p:sp>
        <p:nvSpPr>
          <p:cNvPr id="22" name="Title 1">
            <a:extLst>
              <a:ext uri="{FF2B5EF4-FFF2-40B4-BE49-F238E27FC236}">
                <a16:creationId xmlns:a16="http://schemas.microsoft.com/office/drawing/2014/main" id="{898D6D05-97DF-4C74-8943-E0633B92DAB3}"/>
              </a:ext>
            </a:extLst>
          </p:cNvPr>
          <p:cNvSpPr>
            <a:spLocks noGrp="1"/>
          </p:cNvSpPr>
          <p:nvPr userDrawn="1">
            <p:ph type="ctrTitle"/>
          </p:nvPr>
        </p:nvSpPr>
        <p:spPr bwMode="black">
          <a:xfrm>
            <a:off x="457200" y="1143000"/>
            <a:ext cx="7970363" cy="2446038"/>
          </a:xfrm>
          <a:prstGeom prst="rect">
            <a:avLst/>
          </a:prstGeom>
        </p:spPr>
        <p:txBody>
          <a:bodyPr anchor="b"/>
          <a:lstStyle>
            <a:lvl1pPr algn="l">
              <a:defRPr sz="4800" spc="-13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22F48ABA-D537-0BEA-5127-7333B84D859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57200" y="3933825"/>
            <a:ext cx="7970362" cy="1781175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600">
                <a:solidFill>
                  <a:schemeClr val="bg1"/>
                </a:solidFill>
                <a:latin typeface="+mj-lt"/>
              </a:defRPr>
            </a:lvl1pPr>
            <a:lvl2pPr marL="228600" indent="-228600">
              <a:lnSpc>
                <a:spcPct val="100000"/>
              </a:lnSpc>
              <a:spcBef>
                <a:spcPts val="0"/>
              </a:spcBef>
              <a:buFontTx/>
              <a:buNone/>
              <a:defRPr sz="1600">
                <a:solidFill>
                  <a:schemeClr val="bg1"/>
                </a:solidFill>
              </a:defRPr>
            </a:lvl2pPr>
            <a:lvl3pPr marL="457200" indent="-457200">
              <a:buFontTx/>
              <a:buNone/>
              <a:defRPr sz="1600">
                <a:solidFill>
                  <a:schemeClr val="bg1"/>
                </a:solidFill>
              </a:defRPr>
            </a:lvl3pPr>
            <a:lvl4pPr marL="685800" indent="-685800">
              <a:buFontTx/>
              <a:buNone/>
              <a:defRPr sz="1600">
                <a:solidFill>
                  <a:schemeClr val="bg1"/>
                </a:solidFill>
              </a:defRPr>
            </a:lvl4pPr>
            <a:lvl5pPr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17C84A8-0688-CEE1-300E-5D813C6F8FC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0" y="6763513"/>
            <a:ext cx="12192000" cy="9448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4979574-DBE3-4617-CBB2-BAA0216316E4}"/>
              </a:ext>
            </a:extLst>
          </p:cNvPr>
          <p:cNvSpPr txBox="1"/>
          <p:nvPr userDrawn="1"/>
        </p:nvSpPr>
        <p:spPr>
          <a:xfrm>
            <a:off x="13920953" y="10706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/>
              <a:t>Primary palette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6933D01-3FDE-1354-B19F-15F44F107750}"/>
              </a:ext>
            </a:extLst>
          </p:cNvPr>
          <p:cNvSpPr/>
          <p:nvPr userDrawn="1"/>
        </p:nvSpPr>
        <p:spPr>
          <a:xfrm>
            <a:off x="13959929" y="377353"/>
            <a:ext cx="618392" cy="618392"/>
          </a:xfrm>
          <a:prstGeom prst="ellipse">
            <a:avLst/>
          </a:prstGeom>
          <a:solidFill>
            <a:srgbClr val="E400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7B2605C-AF36-CE54-CAD8-CD1D38C6690F}"/>
              </a:ext>
            </a:extLst>
          </p:cNvPr>
          <p:cNvSpPr/>
          <p:nvPr userDrawn="1"/>
        </p:nvSpPr>
        <p:spPr>
          <a:xfrm>
            <a:off x="15084675" y="517318"/>
            <a:ext cx="338462" cy="338462"/>
          </a:xfrm>
          <a:prstGeom prst="ellipse">
            <a:avLst/>
          </a:prstGeom>
          <a:solidFill>
            <a:srgbClr val="F7B2B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FF6D0F8-09A9-085F-96E5-2A75E734CD61}"/>
              </a:ext>
            </a:extLst>
          </p:cNvPr>
          <p:cNvSpPr/>
          <p:nvPr userDrawn="1"/>
        </p:nvSpPr>
        <p:spPr>
          <a:xfrm>
            <a:off x="15584292" y="517318"/>
            <a:ext cx="338462" cy="338462"/>
          </a:xfrm>
          <a:prstGeom prst="ellipse">
            <a:avLst/>
          </a:prstGeom>
          <a:solidFill>
            <a:srgbClr val="F066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2A86A13C-B208-D1B3-E791-CAE6A4E0EB5B}"/>
              </a:ext>
            </a:extLst>
          </p:cNvPr>
          <p:cNvSpPr/>
          <p:nvPr userDrawn="1"/>
        </p:nvSpPr>
        <p:spPr>
          <a:xfrm>
            <a:off x="16083909" y="517318"/>
            <a:ext cx="338462" cy="338462"/>
          </a:xfrm>
          <a:prstGeom prst="ellipse">
            <a:avLst/>
          </a:prstGeom>
          <a:solidFill>
            <a:srgbClr val="A7002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4C22E1A1-C5CE-642E-A6D3-A20BE1B795F3}"/>
              </a:ext>
            </a:extLst>
          </p:cNvPr>
          <p:cNvSpPr/>
          <p:nvPr userDrawn="1"/>
        </p:nvSpPr>
        <p:spPr>
          <a:xfrm>
            <a:off x="16583525" y="517318"/>
            <a:ext cx="338462" cy="338462"/>
          </a:xfrm>
          <a:prstGeom prst="ellipse">
            <a:avLst/>
          </a:prstGeom>
          <a:solidFill>
            <a:srgbClr val="72001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596D6E7-BB8E-392D-7682-C3979A489D82}"/>
              </a:ext>
            </a:extLst>
          </p:cNvPr>
          <p:cNvSpPr txBox="1"/>
          <p:nvPr userDrawn="1"/>
        </p:nvSpPr>
        <p:spPr>
          <a:xfrm>
            <a:off x="15053447" y="10706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/>
              <a:t>Secondary palette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E7A449C1-8FFB-00E4-A9F2-871E1F0A5A3D}"/>
              </a:ext>
            </a:extLst>
          </p:cNvPr>
          <p:cNvSpPr/>
          <p:nvPr userDrawn="1"/>
        </p:nvSpPr>
        <p:spPr>
          <a:xfrm>
            <a:off x="13959929" y="1097294"/>
            <a:ext cx="618392" cy="618392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24E856F3-AB9C-206B-0199-82466B3209B1}"/>
              </a:ext>
            </a:extLst>
          </p:cNvPr>
          <p:cNvSpPr/>
          <p:nvPr userDrawn="1"/>
        </p:nvSpPr>
        <p:spPr>
          <a:xfrm>
            <a:off x="15084675" y="1237259"/>
            <a:ext cx="338462" cy="338462"/>
          </a:xfrm>
          <a:prstGeom prst="ellipse">
            <a:avLst/>
          </a:prstGeom>
          <a:solidFill>
            <a:srgbClr val="FBE1C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59BABC43-1101-FEA8-2521-A2ABDC83A614}"/>
              </a:ext>
            </a:extLst>
          </p:cNvPr>
          <p:cNvSpPr/>
          <p:nvPr userDrawn="1"/>
        </p:nvSpPr>
        <p:spPr>
          <a:xfrm>
            <a:off x="15584292" y="1237259"/>
            <a:ext cx="338462" cy="338462"/>
          </a:xfrm>
          <a:prstGeom prst="ellipse">
            <a:avLst/>
          </a:prstGeom>
          <a:solidFill>
            <a:srgbClr val="F7C2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DD447ECC-83E6-7D63-A665-3F545B11820D}"/>
              </a:ext>
            </a:extLst>
          </p:cNvPr>
          <p:cNvSpPr/>
          <p:nvPr userDrawn="1"/>
        </p:nvSpPr>
        <p:spPr>
          <a:xfrm>
            <a:off x="16083909" y="1237259"/>
            <a:ext cx="338462" cy="338462"/>
          </a:xfrm>
          <a:prstGeom prst="ellipse">
            <a:avLst/>
          </a:prstGeom>
          <a:solidFill>
            <a:srgbClr val="B2742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9105303C-8C91-F8EF-ADFB-8160177BE86B}"/>
              </a:ext>
            </a:extLst>
          </p:cNvPr>
          <p:cNvSpPr/>
          <p:nvPr userDrawn="1"/>
        </p:nvSpPr>
        <p:spPr>
          <a:xfrm>
            <a:off x="16583525" y="1237259"/>
            <a:ext cx="338462" cy="338462"/>
          </a:xfrm>
          <a:prstGeom prst="ellipse">
            <a:avLst/>
          </a:prstGeom>
          <a:solidFill>
            <a:srgbClr val="794D1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DC11CADE-5541-4DF5-6D9C-C5434D278583}"/>
              </a:ext>
            </a:extLst>
          </p:cNvPr>
          <p:cNvSpPr/>
          <p:nvPr userDrawn="1"/>
        </p:nvSpPr>
        <p:spPr>
          <a:xfrm>
            <a:off x="13959929" y="1817235"/>
            <a:ext cx="618392" cy="6183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9BA1A975-ECF0-AAEC-80AD-517E2CF75B6C}"/>
              </a:ext>
            </a:extLst>
          </p:cNvPr>
          <p:cNvSpPr/>
          <p:nvPr userDrawn="1"/>
        </p:nvSpPr>
        <p:spPr>
          <a:xfrm>
            <a:off x="15084675" y="1957200"/>
            <a:ext cx="338462" cy="338462"/>
          </a:xfrm>
          <a:prstGeom prst="ellipse">
            <a:avLst/>
          </a:prstGeom>
          <a:solidFill>
            <a:srgbClr val="B7C6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DA25D458-6994-8457-0DAB-6D78805B0889}"/>
              </a:ext>
            </a:extLst>
          </p:cNvPr>
          <p:cNvSpPr/>
          <p:nvPr userDrawn="1"/>
        </p:nvSpPr>
        <p:spPr>
          <a:xfrm>
            <a:off x="15584292" y="1957200"/>
            <a:ext cx="338462" cy="338462"/>
          </a:xfrm>
          <a:prstGeom prst="ellipse">
            <a:avLst/>
          </a:prstGeom>
          <a:solidFill>
            <a:srgbClr val="6E8D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EDA0C2A7-0626-6EA4-CB4C-3212B889EBD8}"/>
              </a:ext>
            </a:extLst>
          </p:cNvPr>
          <p:cNvSpPr/>
          <p:nvPr userDrawn="1"/>
        </p:nvSpPr>
        <p:spPr>
          <a:xfrm>
            <a:off x="16083909" y="1957200"/>
            <a:ext cx="338462" cy="338462"/>
          </a:xfrm>
          <a:prstGeom prst="ellipse">
            <a:avLst/>
          </a:prstGeom>
          <a:solidFill>
            <a:srgbClr val="0B31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3BB68E7F-4F90-3584-BAD9-C2D30DC91715}"/>
              </a:ext>
            </a:extLst>
          </p:cNvPr>
          <p:cNvSpPr/>
          <p:nvPr userDrawn="1"/>
        </p:nvSpPr>
        <p:spPr>
          <a:xfrm>
            <a:off x="16583525" y="1957200"/>
            <a:ext cx="338462" cy="338462"/>
          </a:xfrm>
          <a:prstGeom prst="ellipse">
            <a:avLst/>
          </a:prstGeom>
          <a:solidFill>
            <a:srgbClr val="07215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518BBCC1-8EF2-3F37-35B8-65657C135669}"/>
              </a:ext>
            </a:extLst>
          </p:cNvPr>
          <p:cNvSpPr/>
          <p:nvPr userDrawn="1"/>
        </p:nvSpPr>
        <p:spPr>
          <a:xfrm>
            <a:off x="13959929" y="2537176"/>
            <a:ext cx="618392" cy="618392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A455D5A2-0446-BAC3-D537-DE0B405AB2CC}"/>
              </a:ext>
            </a:extLst>
          </p:cNvPr>
          <p:cNvSpPr/>
          <p:nvPr userDrawn="1"/>
        </p:nvSpPr>
        <p:spPr>
          <a:xfrm>
            <a:off x="15084675" y="2677141"/>
            <a:ext cx="338462" cy="338462"/>
          </a:xfrm>
          <a:prstGeom prst="ellipse">
            <a:avLst/>
          </a:prstGeom>
          <a:solidFill>
            <a:srgbClr val="E6BE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7CD7C563-8F52-FAFF-806F-56A129A1B400}"/>
              </a:ext>
            </a:extLst>
          </p:cNvPr>
          <p:cNvSpPr/>
          <p:nvPr userDrawn="1"/>
        </p:nvSpPr>
        <p:spPr>
          <a:xfrm>
            <a:off x="15584292" y="2677141"/>
            <a:ext cx="338462" cy="338462"/>
          </a:xfrm>
          <a:prstGeom prst="ellipse">
            <a:avLst/>
          </a:prstGeom>
          <a:solidFill>
            <a:srgbClr val="CD7DB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D24C18C3-2834-0A1B-7DE6-4E8AA9E076CA}"/>
              </a:ext>
            </a:extLst>
          </p:cNvPr>
          <p:cNvSpPr/>
          <p:nvPr userDrawn="1"/>
        </p:nvSpPr>
        <p:spPr>
          <a:xfrm>
            <a:off x="16083909" y="2677141"/>
            <a:ext cx="338462" cy="338462"/>
          </a:xfrm>
          <a:prstGeom prst="ellipse">
            <a:avLst/>
          </a:prstGeom>
          <a:solidFill>
            <a:srgbClr val="801D6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BC30C5F0-53A6-7FFF-4834-A030D900BF1A}"/>
              </a:ext>
            </a:extLst>
          </p:cNvPr>
          <p:cNvSpPr/>
          <p:nvPr userDrawn="1"/>
        </p:nvSpPr>
        <p:spPr>
          <a:xfrm>
            <a:off x="16583525" y="2677141"/>
            <a:ext cx="338462" cy="338462"/>
          </a:xfrm>
          <a:prstGeom prst="ellipse">
            <a:avLst/>
          </a:prstGeom>
          <a:solidFill>
            <a:srgbClr val="5614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272AC02E-E901-DFB8-0E1B-ED6C381C5FB7}"/>
              </a:ext>
            </a:extLst>
          </p:cNvPr>
          <p:cNvSpPr/>
          <p:nvPr userDrawn="1"/>
        </p:nvSpPr>
        <p:spPr>
          <a:xfrm>
            <a:off x="13959929" y="3257117"/>
            <a:ext cx="618392" cy="61839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FB98464C-3117-19A7-24CC-D30E05D0DE72}"/>
              </a:ext>
            </a:extLst>
          </p:cNvPr>
          <p:cNvSpPr/>
          <p:nvPr userDrawn="1"/>
        </p:nvSpPr>
        <p:spPr>
          <a:xfrm>
            <a:off x="15084675" y="3397082"/>
            <a:ext cx="338462" cy="338462"/>
          </a:xfrm>
          <a:prstGeom prst="ellipse">
            <a:avLst/>
          </a:prstGeom>
          <a:solidFill>
            <a:srgbClr val="B2DFC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51177DF5-A723-9455-67E4-30549933B507}"/>
              </a:ext>
            </a:extLst>
          </p:cNvPr>
          <p:cNvSpPr/>
          <p:nvPr userDrawn="1"/>
        </p:nvSpPr>
        <p:spPr>
          <a:xfrm>
            <a:off x="15584292" y="3397082"/>
            <a:ext cx="338462" cy="338462"/>
          </a:xfrm>
          <a:prstGeom prst="ellipse">
            <a:avLst/>
          </a:prstGeom>
          <a:solidFill>
            <a:srgbClr val="66C0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AC3E859E-8983-2989-F353-782CB941285B}"/>
              </a:ext>
            </a:extLst>
          </p:cNvPr>
          <p:cNvSpPr/>
          <p:nvPr userDrawn="1"/>
        </p:nvSpPr>
        <p:spPr>
          <a:xfrm>
            <a:off x="16083909" y="3397082"/>
            <a:ext cx="338462" cy="338462"/>
          </a:xfrm>
          <a:prstGeom prst="ellipse">
            <a:avLst/>
          </a:prstGeom>
          <a:solidFill>
            <a:srgbClr val="0071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5FA993CE-D1E4-2B27-F284-875CBC869B6A}"/>
              </a:ext>
            </a:extLst>
          </p:cNvPr>
          <p:cNvSpPr/>
          <p:nvPr userDrawn="1"/>
        </p:nvSpPr>
        <p:spPr>
          <a:xfrm>
            <a:off x="16583525" y="3397082"/>
            <a:ext cx="338462" cy="338462"/>
          </a:xfrm>
          <a:prstGeom prst="ellipse">
            <a:avLst/>
          </a:prstGeom>
          <a:solidFill>
            <a:srgbClr val="004B1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3B40C4FD-80BD-AF65-76BA-465CAAAB0766}"/>
              </a:ext>
            </a:extLst>
          </p:cNvPr>
          <p:cNvSpPr/>
          <p:nvPr userDrawn="1"/>
        </p:nvSpPr>
        <p:spPr>
          <a:xfrm>
            <a:off x="13959929" y="3977058"/>
            <a:ext cx="618392" cy="6183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5" name="Oval 84">
            <a:extLst>
              <a:ext uri="{FF2B5EF4-FFF2-40B4-BE49-F238E27FC236}">
                <a16:creationId xmlns:a16="http://schemas.microsoft.com/office/drawing/2014/main" id="{C862B9D8-8C2F-659B-6177-BBFE6C5093A6}"/>
              </a:ext>
            </a:extLst>
          </p:cNvPr>
          <p:cNvSpPr/>
          <p:nvPr userDrawn="1"/>
        </p:nvSpPr>
        <p:spPr>
          <a:xfrm>
            <a:off x="15084675" y="4117023"/>
            <a:ext cx="338462" cy="338462"/>
          </a:xfrm>
          <a:prstGeom prst="ellipse">
            <a:avLst/>
          </a:prstGeom>
          <a:solidFill>
            <a:srgbClr val="D0BC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8115B2B2-C4D5-3306-556E-2B5080CDE56B}"/>
              </a:ext>
            </a:extLst>
          </p:cNvPr>
          <p:cNvSpPr/>
          <p:nvPr userDrawn="1"/>
        </p:nvSpPr>
        <p:spPr>
          <a:xfrm>
            <a:off x="15584292" y="4117023"/>
            <a:ext cx="338462" cy="338462"/>
          </a:xfrm>
          <a:prstGeom prst="ellipse">
            <a:avLst/>
          </a:prstGeom>
          <a:solidFill>
            <a:srgbClr val="A17AB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A36C393B-D87A-C0EB-FB02-9D16E8FFEA75}"/>
              </a:ext>
            </a:extLst>
          </p:cNvPr>
          <p:cNvSpPr/>
          <p:nvPr userDrawn="1"/>
        </p:nvSpPr>
        <p:spPr>
          <a:xfrm>
            <a:off x="16083909" y="4117023"/>
            <a:ext cx="338462" cy="338462"/>
          </a:xfrm>
          <a:prstGeom prst="ellipse">
            <a:avLst/>
          </a:prstGeom>
          <a:solidFill>
            <a:srgbClr val="3813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F8188CE3-0834-80C3-C7AA-4D268F5E23BC}"/>
              </a:ext>
            </a:extLst>
          </p:cNvPr>
          <p:cNvSpPr/>
          <p:nvPr userDrawn="1"/>
        </p:nvSpPr>
        <p:spPr>
          <a:xfrm>
            <a:off x="16583525" y="4117023"/>
            <a:ext cx="338462" cy="338462"/>
          </a:xfrm>
          <a:prstGeom prst="ellipse">
            <a:avLst/>
          </a:prstGeom>
          <a:solidFill>
            <a:srgbClr val="250D3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D56C2011-C1A2-4603-D755-E5FAAFF251B4}"/>
              </a:ext>
            </a:extLst>
          </p:cNvPr>
          <p:cNvSpPr/>
          <p:nvPr userDrawn="1"/>
        </p:nvSpPr>
        <p:spPr>
          <a:xfrm>
            <a:off x="13959929" y="4652930"/>
            <a:ext cx="618392" cy="618392"/>
          </a:xfrm>
          <a:prstGeom prst="ellipse">
            <a:avLst/>
          </a:prstGeom>
          <a:solidFill>
            <a:srgbClr val="007B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0FF6D801-18B3-4618-105A-28AA31CD858E}"/>
              </a:ext>
            </a:extLst>
          </p:cNvPr>
          <p:cNvSpPr/>
          <p:nvPr userDrawn="1"/>
        </p:nvSpPr>
        <p:spPr>
          <a:xfrm>
            <a:off x="15084675" y="4836963"/>
            <a:ext cx="338462" cy="338462"/>
          </a:xfrm>
          <a:prstGeom prst="ellipse">
            <a:avLst/>
          </a:prstGeom>
          <a:solidFill>
            <a:srgbClr val="B2D7E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5765A830-65AF-BA06-4F34-C436718FA4FB}"/>
              </a:ext>
            </a:extLst>
          </p:cNvPr>
          <p:cNvSpPr/>
          <p:nvPr userDrawn="1"/>
        </p:nvSpPr>
        <p:spPr>
          <a:xfrm>
            <a:off x="15584292" y="4836963"/>
            <a:ext cx="338462" cy="338462"/>
          </a:xfrm>
          <a:prstGeom prst="ellipse">
            <a:avLst/>
          </a:prstGeom>
          <a:solidFill>
            <a:srgbClr val="66AF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D48795FB-7A2C-1D2D-5797-14E62DCFDFDB}"/>
              </a:ext>
            </a:extLst>
          </p:cNvPr>
          <p:cNvSpPr/>
          <p:nvPr userDrawn="1"/>
        </p:nvSpPr>
        <p:spPr>
          <a:xfrm>
            <a:off x="16083909" y="4836963"/>
            <a:ext cx="338462" cy="338462"/>
          </a:xfrm>
          <a:prstGeom prst="ellipse">
            <a:avLst/>
          </a:prstGeom>
          <a:solidFill>
            <a:srgbClr val="005C8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1F23C6CF-16CF-E253-0577-9FBF21670F6A}"/>
              </a:ext>
            </a:extLst>
          </p:cNvPr>
          <p:cNvSpPr/>
          <p:nvPr userDrawn="1"/>
        </p:nvSpPr>
        <p:spPr>
          <a:xfrm>
            <a:off x="16583525" y="4836963"/>
            <a:ext cx="338462" cy="338462"/>
          </a:xfrm>
          <a:prstGeom prst="ellipse">
            <a:avLst/>
          </a:prstGeom>
          <a:solidFill>
            <a:srgbClr val="003D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AD731BB5-92A1-DCD5-2D49-EEA159DFF1D1}"/>
              </a:ext>
            </a:extLst>
          </p:cNvPr>
          <p:cNvSpPr txBox="1"/>
          <p:nvPr userDrawn="1"/>
        </p:nvSpPr>
        <p:spPr>
          <a:xfrm>
            <a:off x="13920953" y="570792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/>
              <a:t>Product Group Colors</a:t>
            </a:r>
          </a:p>
        </p:txBody>
      </p: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0CF69FD9-9B45-309A-077E-6298CA772ACD}"/>
              </a:ext>
            </a:extLst>
          </p:cNvPr>
          <p:cNvCxnSpPr>
            <a:cxnSpLocks/>
          </p:cNvCxnSpPr>
          <p:nvPr userDrawn="1"/>
        </p:nvCxnSpPr>
        <p:spPr>
          <a:xfrm>
            <a:off x="13920953" y="5583284"/>
            <a:ext cx="3109779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39CA517B-B8D6-B29D-17C4-D30C7D6FF401}"/>
              </a:ext>
            </a:extLst>
          </p:cNvPr>
          <p:cNvCxnSpPr>
            <a:cxnSpLocks/>
          </p:cNvCxnSpPr>
          <p:nvPr userDrawn="1"/>
        </p:nvCxnSpPr>
        <p:spPr>
          <a:xfrm>
            <a:off x="13920953" y="0"/>
            <a:ext cx="907751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8D195AAF-865A-3733-0A14-4B13B71FB3F7}"/>
              </a:ext>
            </a:extLst>
          </p:cNvPr>
          <p:cNvCxnSpPr>
            <a:cxnSpLocks/>
          </p:cNvCxnSpPr>
          <p:nvPr userDrawn="1"/>
        </p:nvCxnSpPr>
        <p:spPr>
          <a:xfrm>
            <a:off x="15040681" y="0"/>
            <a:ext cx="1963661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Rectangle 97">
            <a:extLst>
              <a:ext uri="{FF2B5EF4-FFF2-40B4-BE49-F238E27FC236}">
                <a16:creationId xmlns:a16="http://schemas.microsoft.com/office/drawing/2014/main" id="{AFDAA606-1405-0F78-FA22-1F8470E8AC08}"/>
              </a:ext>
            </a:extLst>
          </p:cNvPr>
          <p:cNvSpPr/>
          <p:nvPr userDrawn="1"/>
        </p:nvSpPr>
        <p:spPr>
          <a:xfrm>
            <a:off x="14716831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>
                <a:solidFill>
                  <a:schemeClr val="tx1"/>
                </a:solidFill>
                <a:latin typeface="+mn-lt"/>
              </a:rPr>
              <a:t>BIG-IP Next</a:t>
            </a:r>
          </a:p>
        </p:txBody>
      </p:sp>
      <p:sp>
        <p:nvSpPr>
          <p:cNvPr id="99" name="Oval 98">
            <a:extLst>
              <a:ext uri="{FF2B5EF4-FFF2-40B4-BE49-F238E27FC236}">
                <a16:creationId xmlns:a16="http://schemas.microsoft.com/office/drawing/2014/main" id="{C7969522-47E3-FF30-CE16-7C802E77F8CD}"/>
              </a:ext>
            </a:extLst>
          </p:cNvPr>
          <p:cNvSpPr/>
          <p:nvPr userDrawn="1"/>
        </p:nvSpPr>
        <p:spPr>
          <a:xfrm>
            <a:off x="14804987" y="6024739"/>
            <a:ext cx="338462" cy="338462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E5A99C1D-0D0F-BA7D-493E-91875B974DC4}"/>
              </a:ext>
            </a:extLst>
          </p:cNvPr>
          <p:cNvSpPr/>
          <p:nvPr userDrawn="1"/>
        </p:nvSpPr>
        <p:spPr>
          <a:xfrm>
            <a:off x="13843869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>
                <a:solidFill>
                  <a:schemeClr val="tx1"/>
                </a:solidFill>
                <a:latin typeface="+mn-lt"/>
              </a:rPr>
              <a:t>Distributed Cloud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D93CC254-8976-CB8E-6D2F-72180B211160}"/>
              </a:ext>
            </a:extLst>
          </p:cNvPr>
          <p:cNvSpPr/>
          <p:nvPr userDrawn="1"/>
        </p:nvSpPr>
        <p:spPr>
          <a:xfrm>
            <a:off x="15568415" y="6388493"/>
            <a:ext cx="91440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000" kern="100">
                <a:solidFill>
                  <a:schemeClr val="tx1"/>
                </a:solidFill>
                <a:latin typeface="+mn-lt"/>
              </a:rPr>
              <a:t>BIG-IP</a:t>
            </a:r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31854489-69EF-C459-B351-F5057FD2F403}"/>
              </a:ext>
            </a:extLst>
          </p:cNvPr>
          <p:cNvSpPr/>
          <p:nvPr userDrawn="1"/>
        </p:nvSpPr>
        <p:spPr>
          <a:xfrm>
            <a:off x="13916887" y="6024739"/>
            <a:ext cx="338462" cy="33846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49DB4412-F58C-EFB8-12EA-0EA92511CA7C}"/>
              </a:ext>
            </a:extLst>
          </p:cNvPr>
          <p:cNvSpPr/>
          <p:nvPr userDrawn="1"/>
        </p:nvSpPr>
        <p:spPr>
          <a:xfrm>
            <a:off x="15702617" y="6024739"/>
            <a:ext cx="338462" cy="33846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D3337016-AD60-95EC-647F-F0872DDD2AC4}"/>
              </a:ext>
            </a:extLst>
          </p:cNvPr>
          <p:cNvSpPr/>
          <p:nvPr userDrawn="1"/>
        </p:nvSpPr>
        <p:spPr>
          <a:xfrm>
            <a:off x="16491659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>
                <a:solidFill>
                  <a:schemeClr val="tx1"/>
                </a:solidFill>
                <a:latin typeface="+mn-lt"/>
              </a:rPr>
              <a:t>NGINX </a:t>
            </a:r>
          </a:p>
        </p:txBody>
      </p:sp>
      <p:sp>
        <p:nvSpPr>
          <p:cNvPr id="105" name="Oval 104">
            <a:extLst>
              <a:ext uri="{FF2B5EF4-FFF2-40B4-BE49-F238E27FC236}">
                <a16:creationId xmlns:a16="http://schemas.microsoft.com/office/drawing/2014/main" id="{F5EC3FA6-5858-07D1-784F-DEE436F1A46D}"/>
              </a:ext>
            </a:extLst>
          </p:cNvPr>
          <p:cNvSpPr/>
          <p:nvPr userDrawn="1"/>
        </p:nvSpPr>
        <p:spPr>
          <a:xfrm>
            <a:off x="16590717" y="6024739"/>
            <a:ext cx="338462" cy="33846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1255822083"/>
      </p:ext>
    </p:extLst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no subhe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EF559F-436D-469C-A419-AE01C38B8CC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7199" y="1967112"/>
            <a:ext cx="11277600" cy="4318002"/>
          </a:xfrm>
        </p:spPr>
        <p:txBody>
          <a:bodyPr lIns="0" tIns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1C23D10D-1090-4427-9F31-293A8D9B4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1"/>
            <a:ext cx="11274552" cy="758952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Footer Placeholder 10">
            <a:extLst>
              <a:ext uri="{FF2B5EF4-FFF2-40B4-BE49-F238E27FC236}">
                <a16:creationId xmlns:a16="http://schemas.microsoft.com/office/drawing/2014/main" id="{D1B9E611-EBCB-4798-8F9E-3B0DB65C3D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9507283"/>
      </p:ext>
    </p:extLst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no subhead: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1C23D10D-1090-4427-9F31-293A8D9B4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1"/>
            <a:ext cx="11274552" cy="7589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279606EA-FADA-4FE6-87E6-E09757D0B2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967112"/>
            <a:ext cx="5463540" cy="4325738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90CA3985-E3DD-4612-804A-CEB02709C77E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68212" y="1967112"/>
            <a:ext cx="5463540" cy="4325738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Footer Placeholder 10">
            <a:extLst>
              <a:ext uri="{FF2B5EF4-FFF2-40B4-BE49-F238E27FC236}">
                <a16:creationId xmlns:a16="http://schemas.microsoft.com/office/drawing/2014/main" id="{4A26347B-2021-4942-92C1-51B7B994DD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7086775"/>
      </p:ext>
    </p:extLst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no subhead: Two content weighted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1C23D10D-1090-4427-9F31-293A8D9B4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1"/>
            <a:ext cx="11274552" cy="7589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7A025CA9-E115-4D52-8789-5A3534668F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41478" y="1967113"/>
            <a:ext cx="7390273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D53492ED-1851-4AF7-BFB3-E3A888CEEF82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57200" y="1967113"/>
            <a:ext cx="3538497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Footer Placeholder 10">
            <a:extLst>
              <a:ext uri="{FF2B5EF4-FFF2-40B4-BE49-F238E27FC236}">
                <a16:creationId xmlns:a16="http://schemas.microsoft.com/office/drawing/2014/main" id="{A113D465-78B8-4352-8A52-982DE49E00B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228498"/>
      </p:ext>
    </p:extLst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no subhead: Two content weighted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1C23D10D-1090-4427-9F31-293A8D9B4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1"/>
            <a:ext cx="11274552" cy="7589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2F0F5A16-0072-4CEB-B2D7-4ACEE38C201C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8198864" y="1967113"/>
            <a:ext cx="3519032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854B4451-4579-4EF1-B801-2FD8069040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967113"/>
            <a:ext cx="7395883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Footer Placeholder 10">
            <a:extLst>
              <a:ext uri="{FF2B5EF4-FFF2-40B4-BE49-F238E27FC236}">
                <a16:creationId xmlns:a16="http://schemas.microsoft.com/office/drawing/2014/main" id="{9A3BCCF9-FD2E-4741-9A94-8ED367E8288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8402708"/>
      </p:ext>
    </p:extLst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no subhead: 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1C23D10D-1090-4427-9F31-293A8D9B4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1"/>
            <a:ext cx="11274552" cy="7589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61CC9BBA-547D-4E18-BCA7-FDB5D1F64034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57199" y="1967113"/>
            <a:ext cx="3523817" cy="431303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35C31D28-D6BF-43CC-A204-E65B83F1FE2C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334091" y="1967113"/>
            <a:ext cx="3523817" cy="431303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6EA8A136-B3F1-4CD4-96F0-FC2034A3A402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8198863" y="1967113"/>
            <a:ext cx="3523817" cy="431303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Footer Placeholder 10">
            <a:extLst>
              <a:ext uri="{FF2B5EF4-FFF2-40B4-BE49-F238E27FC236}">
                <a16:creationId xmlns:a16="http://schemas.microsoft.com/office/drawing/2014/main" id="{32F2873F-33B6-4CA9-93C0-00806D71AFF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8061823"/>
      </p:ext>
    </p:extLst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no subhead: Fou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1C23D10D-1090-4427-9F31-293A8D9B4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1"/>
            <a:ext cx="11274552" cy="7589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B4FECF13-45A3-4E5E-9C50-1FB1D52E748C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455677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CF27CFD2-9839-4A48-8EC3-59FE0833DF69}"/>
              </a:ext>
            </a:extLst>
          </p:cNvPr>
          <p:cNvSpPr>
            <a:spLocks noGrp="1"/>
          </p:cNvSpPr>
          <p:nvPr>
            <p:ph idx="19"/>
          </p:nvPr>
        </p:nvSpPr>
        <p:spPr>
          <a:xfrm>
            <a:off x="3389212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9333903E-DD09-4D1B-A705-0126772D0C20}"/>
              </a:ext>
            </a:extLst>
          </p:cNvPr>
          <p:cNvSpPr>
            <a:spLocks noGrp="1"/>
          </p:cNvSpPr>
          <p:nvPr>
            <p:ph idx="20"/>
          </p:nvPr>
        </p:nvSpPr>
        <p:spPr>
          <a:xfrm>
            <a:off x="6322747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307A4E12-8941-4699-8891-EE211FDC74A2}"/>
              </a:ext>
            </a:extLst>
          </p:cNvPr>
          <p:cNvSpPr>
            <a:spLocks noGrp="1"/>
          </p:cNvSpPr>
          <p:nvPr>
            <p:ph idx="21"/>
          </p:nvPr>
        </p:nvSpPr>
        <p:spPr>
          <a:xfrm>
            <a:off x="9256280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Footer Placeholder 10">
            <a:extLst>
              <a:ext uri="{FF2B5EF4-FFF2-40B4-BE49-F238E27FC236}">
                <a16:creationId xmlns:a16="http://schemas.microsoft.com/office/drawing/2014/main" id="{E34D3C8B-5D25-412C-B2B6-1C230F6ECB6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0494077"/>
      </p:ext>
    </p:extLst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no subhead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4C6A006-79D6-4FC0-8944-ED8D33182F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4552" cy="7589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10">
            <a:extLst>
              <a:ext uri="{FF2B5EF4-FFF2-40B4-BE49-F238E27FC236}">
                <a16:creationId xmlns:a16="http://schemas.microsoft.com/office/drawing/2014/main" id="{8B40CF54-3FB2-43C4-8ED2-061175C03E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150930"/>
      </p:ext>
    </p:extLst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-line title with subhe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26900AD-628D-4F3E-9698-1B0469E3E09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7200" y="882314"/>
            <a:ext cx="11274425" cy="365125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1C23D10D-1090-4427-9F31-293A8D9B4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4552" cy="46634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Footer Placeholder 10">
            <a:extLst>
              <a:ext uri="{FF2B5EF4-FFF2-40B4-BE49-F238E27FC236}">
                <a16:creationId xmlns:a16="http://schemas.microsoft.com/office/drawing/2014/main" id="{AA397C8B-D09B-41B4-A86B-A6CE5A8695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D73F4F-197F-7E57-AA50-C56A9C6D183A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57199" y="1967112"/>
            <a:ext cx="11274425" cy="4319388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28403296"/>
      </p:ext>
    </p:extLst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-line title with subhead: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47D26ED-DCAC-784D-8FBF-7B4971D8AD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967112"/>
            <a:ext cx="5463540" cy="4325738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AF362B3D-2ED9-9544-AB97-326723A5E00A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68212" y="1967112"/>
            <a:ext cx="5463540" cy="4325738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8074E31-D111-4E4A-BFED-12CF43E6D9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4552" cy="46634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AFE581CB-9630-442F-9F85-5B73CB1A9789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457200" y="876632"/>
            <a:ext cx="11274552" cy="373436"/>
          </a:xfrm>
          <a:prstGeom prst="rect">
            <a:avLst/>
          </a:prstGeom>
        </p:spPr>
        <p:txBody>
          <a:bodyPr wrap="square" lIns="0" anchor="t">
            <a:spAutoFit/>
          </a:bodyPr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600"/>
              </a:spcBef>
              <a:buFontTx/>
              <a:buNone/>
              <a:defRPr lang="en-US" sz="1800" kern="1200" spc="-2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0" indent="0">
              <a:buNone/>
              <a:defRPr lang="en-US" sz="1800" b="1" kern="100" cap="all" spc="50" baseline="0" dirty="0" smtClean="0">
                <a:solidFill>
                  <a:srgbClr val="7D7D7D"/>
                </a:solidFill>
                <a:latin typeface="Arial Narrow" panose="020B0606020202030204" pitchFamily="34" charset="0"/>
                <a:ea typeface="+mn-ea"/>
                <a:cs typeface="Arial" panose="020B0604020202020204" pitchFamily="34" charset="0"/>
              </a:defRPr>
            </a:lvl2pPr>
            <a:lvl3pPr marL="0" indent="0">
              <a:buNone/>
              <a:defRPr lang="en-US" sz="1800" b="1" kern="100" cap="all" spc="50" baseline="0" dirty="0" smtClean="0">
                <a:solidFill>
                  <a:srgbClr val="7D7D7D"/>
                </a:solidFill>
                <a:latin typeface="Arial Narrow" panose="020B0606020202030204" pitchFamily="34" charset="0"/>
                <a:ea typeface="+mn-ea"/>
                <a:cs typeface="Arial" panose="020B0604020202020204" pitchFamily="34" charset="0"/>
              </a:defRPr>
            </a:lvl3pPr>
            <a:lvl4pPr marL="0" indent="0">
              <a:buNone/>
              <a:defRPr lang="en-US" sz="1800" b="1" kern="100" cap="all" spc="50" baseline="0" dirty="0">
                <a:solidFill>
                  <a:srgbClr val="7D7D7D"/>
                </a:solidFill>
                <a:latin typeface="Arial Narrow" panose="020B0606020202030204" pitchFamily="34" charset="0"/>
                <a:ea typeface="+mn-ea"/>
                <a:cs typeface="Arial" panose="020B0604020202020204" pitchFamily="34" charset="0"/>
              </a:defRPr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10">
            <a:extLst>
              <a:ext uri="{FF2B5EF4-FFF2-40B4-BE49-F238E27FC236}">
                <a16:creationId xmlns:a16="http://schemas.microsoft.com/office/drawing/2014/main" id="{F8FD40ED-5AB8-4DC4-8FC4-4B5A986D340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3881665"/>
      </p:ext>
    </p:extLst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-line title with subhead: Two content weighted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57A2ABEF-208D-4586-9E4F-EE74708860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967113"/>
            <a:ext cx="3538497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12643E8C-C561-4D13-B00A-51A91E0A440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341479" y="1967113"/>
            <a:ext cx="7390272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8074E31-D111-4E4A-BFED-12CF43E6D9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4552" cy="46634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AFE581CB-9630-442F-9F85-5B73CB1A9789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457200" y="876632"/>
            <a:ext cx="11274552" cy="373436"/>
          </a:xfrm>
          <a:prstGeom prst="rect">
            <a:avLst/>
          </a:prstGeom>
        </p:spPr>
        <p:txBody>
          <a:bodyPr wrap="square" lIns="0" anchor="t">
            <a:spAutoFit/>
          </a:bodyPr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600"/>
              </a:spcBef>
              <a:buFontTx/>
              <a:buNone/>
              <a:defRPr lang="en-US" sz="1800" kern="1200" spc="-2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0" indent="0">
              <a:buNone/>
              <a:defRPr lang="en-US" sz="1800" b="1" kern="100" cap="all" spc="50" baseline="0" dirty="0" smtClean="0">
                <a:solidFill>
                  <a:srgbClr val="7D7D7D"/>
                </a:solidFill>
                <a:latin typeface="Arial Narrow" panose="020B0606020202030204" pitchFamily="34" charset="0"/>
                <a:ea typeface="+mn-ea"/>
                <a:cs typeface="Arial" panose="020B0604020202020204" pitchFamily="34" charset="0"/>
              </a:defRPr>
            </a:lvl2pPr>
            <a:lvl3pPr marL="0" indent="0">
              <a:buNone/>
              <a:defRPr lang="en-US" sz="1800" b="1" kern="100" cap="all" spc="50" baseline="0" dirty="0" smtClean="0">
                <a:solidFill>
                  <a:srgbClr val="7D7D7D"/>
                </a:solidFill>
                <a:latin typeface="Arial Narrow" panose="020B0606020202030204" pitchFamily="34" charset="0"/>
                <a:ea typeface="+mn-ea"/>
                <a:cs typeface="Arial" panose="020B0604020202020204" pitchFamily="34" charset="0"/>
              </a:defRPr>
            </a:lvl3pPr>
            <a:lvl4pPr marL="0" indent="0">
              <a:buNone/>
              <a:defRPr lang="en-US" sz="1800" b="1" kern="100" cap="all" spc="50" baseline="0" dirty="0">
                <a:solidFill>
                  <a:srgbClr val="7D7D7D"/>
                </a:solidFill>
                <a:latin typeface="Arial Narrow" panose="020B0606020202030204" pitchFamily="34" charset="0"/>
                <a:ea typeface="+mn-ea"/>
                <a:cs typeface="Arial" panose="020B0604020202020204" pitchFamily="34" charset="0"/>
              </a:defRPr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10">
            <a:extLst>
              <a:ext uri="{FF2B5EF4-FFF2-40B4-BE49-F238E27FC236}">
                <a16:creationId xmlns:a16="http://schemas.microsoft.com/office/drawing/2014/main" id="{96D6A4C0-6EC8-4405-ADE8-043BEC650C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9762795"/>
      </p:ext>
    </p:extLst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-line title with subhead: Two content weighted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21EEACE-D06E-49E0-A987-8E14B93C2F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4552" cy="46634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73543151-CB72-4095-A281-6E166F8202F1}"/>
              </a:ext>
            </a:extLst>
          </p:cNvPr>
          <p:cNvSpPr>
            <a:spLocks noGrp="1"/>
          </p:cNvSpPr>
          <p:nvPr>
            <p:ph type="body" idx="16"/>
          </p:nvPr>
        </p:nvSpPr>
        <p:spPr>
          <a:xfrm>
            <a:off x="457200" y="876632"/>
            <a:ext cx="11274552" cy="373436"/>
          </a:xfrm>
          <a:prstGeom prst="rect">
            <a:avLst/>
          </a:prstGeom>
        </p:spPr>
        <p:txBody>
          <a:bodyPr wrap="square" lIns="0" anchor="t">
            <a:spAutoFit/>
          </a:bodyPr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600"/>
              </a:spcBef>
              <a:buFontTx/>
              <a:buNone/>
              <a:defRPr lang="en-US" sz="1800" kern="1200" spc="-2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0" indent="0">
              <a:buNone/>
              <a:defRPr lang="en-US" sz="1800" b="1" kern="100" cap="all" spc="50" baseline="0" dirty="0" smtClean="0">
                <a:solidFill>
                  <a:srgbClr val="7D7D7D"/>
                </a:solidFill>
                <a:latin typeface="Arial Narrow" panose="020B0606020202030204" pitchFamily="34" charset="0"/>
                <a:ea typeface="+mn-ea"/>
                <a:cs typeface="Arial" panose="020B0604020202020204" pitchFamily="34" charset="0"/>
              </a:defRPr>
            </a:lvl2pPr>
            <a:lvl3pPr marL="0" indent="0">
              <a:buNone/>
              <a:defRPr lang="en-US" sz="1800" b="1" kern="100" cap="all" spc="50" baseline="0" dirty="0" smtClean="0">
                <a:solidFill>
                  <a:srgbClr val="7D7D7D"/>
                </a:solidFill>
                <a:latin typeface="Arial Narrow" panose="020B0606020202030204" pitchFamily="34" charset="0"/>
                <a:ea typeface="+mn-ea"/>
                <a:cs typeface="Arial" panose="020B0604020202020204" pitchFamily="34" charset="0"/>
              </a:defRPr>
            </a:lvl3pPr>
            <a:lvl4pPr marL="0" indent="0">
              <a:buNone/>
              <a:defRPr lang="en-US" sz="1800" b="1" kern="100" cap="all" spc="50" baseline="0" dirty="0">
                <a:solidFill>
                  <a:srgbClr val="7D7D7D"/>
                </a:solidFill>
                <a:latin typeface="Arial Narrow" panose="020B0606020202030204" pitchFamily="34" charset="0"/>
                <a:ea typeface="+mn-ea"/>
                <a:cs typeface="Arial" panose="020B0604020202020204" pitchFamily="34" charset="0"/>
              </a:defRPr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543447AD-9B2C-4F8B-8840-33CC5A99A884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57200" y="1967113"/>
            <a:ext cx="7395882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6F568C8B-28E5-4A13-87CC-8002898E4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98864" y="1967113"/>
            <a:ext cx="3519033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Footer Placeholder 10">
            <a:extLst>
              <a:ext uri="{FF2B5EF4-FFF2-40B4-BE49-F238E27FC236}">
                <a16:creationId xmlns:a16="http://schemas.microsoft.com/office/drawing/2014/main" id="{C563DA4D-3F63-4B6C-B996-0708DC1DB49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9254597"/>
      </p:ext>
    </p:extLst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-line title with subhead: 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1FFE35A8-3B2A-4D50-B389-3EFEF7C33AEF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57199" y="1967113"/>
            <a:ext cx="3523817" cy="431303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EE448C72-99CE-44E5-9192-1C07E845DB90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334091" y="1967113"/>
            <a:ext cx="3523817" cy="431303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370C859-C19B-4489-A1B2-207EA480FA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4552" cy="46634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0AD172E0-9AA6-41A2-8A2C-69AC58E1A524}"/>
              </a:ext>
            </a:extLst>
          </p:cNvPr>
          <p:cNvSpPr>
            <a:spLocks noGrp="1"/>
          </p:cNvSpPr>
          <p:nvPr>
            <p:ph type="body" idx="18"/>
          </p:nvPr>
        </p:nvSpPr>
        <p:spPr>
          <a:xfrm>
            <a:off x="457200" y="876632"/>
            <a:ext cx="11274552" cy="373436"/>
          </a:xfrm>
          <a:prstGeom prst="rect">
            <a:avLst/>
          </a:prstGeom>
        </p:spPr>
        <p:txBody>
          <a:bodyPr wrap="square" lIns="0" anchor="t">
            <a:spAutoFit/>
          </a:bodyPr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600"/>
              </a:spcBef>
              <a:buFontTx/>
              <a:buNone/>
              <a:defRPr lang="en-US" sz="1800" kern="1200" spc="-2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0" indent="0">
              <a:buNone/>
              <a:defRPr lang="en-US" sz="1800" b="1" kern="100" cap="all" spc="50" baseline="0" dirty="0" smtClean="0">
                <a:solidFill>
                  <a:srgbClr val="7D7D7D"/>
                </a:solidFill>
                <a:latin typeface="Arial Narrow" panose="020B0606020202030204" pitchFamily="34" charset="0"/>
                <a:ea typeface="+mn-ea"/>
                <a:cs typeface="Arial" panose="020B0604020202020204" pitchFamily="34" charset="0"/>
              </a:defRPr>
            </a:lvl2pPr>
            <a:lvl3pPr marL="0" indent="0">
              <a:buNone/>
              <a:defRPr lang="en-US" sz="1800" b="1" kern="100" cap="all" spc="50" baseline="0" dirty="0" smtClean="0">
                <a:solidFill>
                  <a:srgbClr val="7D7D7D"/>
                </a:solidFill>
                <a:latin typeface="Arial Narrow" panose="020B0606020202030204" pitchFamily="34" charset="0"/>
                <a:ea typeface="+mn-ea"/>
                <a:cs typeface="Arial" panose="020B0604020202020204" pitchFamily="34" charset="0"/>
              </a:defRPr>
            </a:lvl3pPr>
            <a:lvl4pPr marL="0" indent="0">
              <a:buNone/>
              <a:defRPr lang="en-US" sz="1800" b="1" kern="100" cap="all" spc="50" baseline="0" dirty="0">
                <a:solidFill>
                  <a:srgbClr val="7D7D7D"/>
                </a:solidFill>
                <a:latin typeface="Arial Narrow" panose="020B0606020202030204" pitchFamily="34" charset="0"/>
                <a:ea typeface="+mn-ea"/>
                <a:cs typeface="Arial" panose="020B0604020202020204" pitchFamily="34" charset="0"/>
              </a:defRPr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F40B6C54-3A77-4D1F-9FE2-40B10EEB6CEA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8198863" y="1967113"/>
            <a:ext cx="3523817" cy="431303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Footer Placeholder 10">
            <a:extLst>
              <a:ext uri="{FF2B5EF4-FFF2-40B4-BE49-F238E27FC236}">
                <a16:creationId xmlns:a16="http://schemas.microsoft.com/office/drawing/2014/main" id="{FD6F40AF-208C-439C-A929-97812791AA4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0651105"/>
      </p:ext>
    </p:extLst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-line title with subhead: Fou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35A8119-8A9D-4E8D-9FBE-CEFF19695D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4552" cy="46634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88B5D3F9-9FEE-4FC1-8557-65F2161D1E1B}"/>
              </a:ext>
            </a:extLst>
          </p:cNvPr>
          <p:cNvSpPr>
            <a:spLocks noGrp="1"/>
          </p:cNvSpPr>
          <p:nvPr>
            <p:ph type="body" idx="23"/>
          </p:nvPr>
        </p:nvSpPr>
        <p:spPr>
          <a:xfrm>
            <a:off x="457200" y="876632"/>
            <a:ext cx="11274552" cy="373436"/>
          </a:xfrm>
          <a:prstGeom prst="rect">
            <a:avLst/>
          </a:prstGeom>
        </p:spPr>
        <p:txBody>
          <a:bodyPr wrap="square" lIns="0" anchor="t">
            <a:spAutoFit/>
          </a:bodyPr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600"/>
              </a:spcBef>
              <a:buFontTx/>
              <a:buNone/>
              <a:defRPr lang="en-US" sz="1800" kern="1200" spc="-2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0" indent="0">
              <a:buNone/>
              <a:defRPr lang="en-US" sz="1800" b="1" kern="100" cap="all" spc="50" baseline="0" dirty="0" smtClean="0">
                <a:solidFill>
                  <a:srgbClr val="7D7D7D"/>
                </a:solidFill>
                <a:latin typeface="Arial Narrow" panose="020B0606020202030204" pitchFamily="34" charset="0"/>
                <a:ea typeface="+mn-ea"/>
                <a:cs typeface="Arial" panose="020B0604020202020204" pitchFamily="34" charset="0"/>
              </a:defRPr>
            </a:lvl2pPr>
            <a:lvl3pPr marL="0" indent="0">
              <a:buNone/>
              <a:defRPr lang="en-US" sz="1800" b="1" kern="100" cap="all" spc="50" baseline="0" dirty="0" smtClean="0">
                <a:solidFill>
                  <a:srgbClr val="7D7D7D"/>
                </a:solidFill>
                <a:latin typeface="Arial Narrow" panose="020B0606020202030204" pitchFamily="34" charset="0"/>
                <a:ea typeface="+mn-ea"/>
                <a:cs typeface="Arial" panose="020B0604020202020204" pitchFamily="34" charset="0"/>
              </a:defRPr>
            </a:lvl3pPr>
            <a:lvl4pPr marL="0" indent="0">
              <a:buNone/>
              <a:defRPr lang="en-US" sz="1800" b="1" kern="100" cap="all" spc="50" baseline="0" dirty="0">
                <a:solidFill>
                  <a:srgbClr val="7D7D7D"/>
                </a:solidFill>
                <a:latin typeface="Arial Narrow" panose="020B0606020202030204" pitchFamily="34" charset="0"/>
                <a:ea typeface="+mn-ea"/>
                <a:cs typeface="Arial" panose="020B0604020202020204" pitchFamily="34" charset="0"/>
              </a:defRPr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AEE73A41-482C-463A-8FE1-6CE47D59D0E2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455677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6C11CA0D-977D-49E5-9086-5ABC6F80618D}"/>
              </a:ext>
            </a:extLst>
          </p:cNvPr>
          <p:cNvSpPr>
            <a:spLocks noGrp="1"/>
          </p:cNvSpPr>
          <p:nvPr>
            <p:ph idx="19"/>
          </p:nvPr>
        </p:nvSpPr>
        <p:spPr>
          <a:xfrm>
            <a:off x="3389212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A8BF6AFA-475F-4876-BEA9-2BDA015EF2DD}"/>
              </a:ext>
            </a:extLst>
          </p:cNvPr>
          <p:cNvSpPr>
            <a:spLocks noGrp="1"/>
          </p:cNvSpPr>
          <p:nvPr>
            <p:ph idx="20"/>
          </p:nvPr>
        </p:nvSpPr>
        <p:spPr>
          <a:xfrm>
            <a:off x="6322747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2FB7FBF6-36AE-49CD-B5DB-672873569C89}"/>
              </a:ext>
            </a:extLst>
          </p:cNvPr>
          <p:cNvSpPr>
            <a:spLocks noGrp="1"/>
          </p:cNvSpPr>
          <p:nvPr>
            <p:ph idx="21"/>
          </p:nvPr>
        </p:nvSpPr>
        <p:spPr>
          <a:xfrm>
            <a:off x="9256280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Footer Placeholder 10">
            <a:extLst>
              <a:ext uri="{FF2B5EF4-FFF2-40B4-BE49-F238E27FC236}">
                <a16:creationId xmlns:a16="http://schemas.microsoft.com/office/drawing/2014/main" id="{58A3B94D-2155-4BEB-A474-C5E26315EEA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570406"/>
      </p:ext>
    </p:extLst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-line title with subhead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21EEACE-D06E-49E0-A987-8E14B93C2F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4552" cy="46634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73543151-CB72-4095-A281-6E166F8202F1}"/>
              </a:ext>
            </a:extLst>
          </p:cNvPr>
          <p:cNvSpPr>
            <a:spLocks noGrp="1"/>
          </p:cNvSpPr>
          <p:nvPr>
            <p:ph type="body" idx="16"/>
          </p:nvPr>
        </p:nvSpPr>
        <p:spPr>
          <a:xfrm>
            <a:off x="457200" y="876632"/>
            <a:ext cx="11274552" cy="373436"/>
          </a:xfrm>
          <a:prstGeom prst="rect">
            <a:avLst/>
          </a:prstGeom>
        </p:spPr>
        <p:txBody>
          <a:bodyPr wrap="square" lIns="0" anchor="t">
            <a:spAutoFit/>
          </a:bodyPr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600"/>
              </a:spcBef>
              <a:buFontTx/>
              <a:buNone/>
              <a:defRPr lang="en-US" sz="1800" kern="1200" spc="-2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0" indent="0">
              <a:buNone/>
              <a:defRPr lang="en-US" sz="1800" b="1" kern="100" cap="all" spc="50" baseline="0" dirty="0" smtClean="0">
                <a:solidFill>
                  <a:srgbClr val="7D7D7D"/>
                </a:solidFill>
                <a:latin typeface="Arial Narrow" panose="020B0606020202030204" pitchFamily="34" charset="0"/>
                <a:ea typeface="+mn-ea"/>
                <a:cs typeface="Arial" panose="020B0604020202020204" pitchFamily="34" charset="0"/>
              </a:defRPr>
            </a:lvl2pPr>
            <a:lvl3pPr marL="0" indent="0">
              <a:buNone/>
              <a:defRPr lang="en-US" sz="1800" b="1" kern="100" cap="all" spc="50" baseline="0" dirty="0" smtClean="0">
                <a:solidFill>
                  <a:srgbClr val="7D7D7D"/>
                </a:solidFill>
                <a:latin typeface="Arial Narrow" panose="020B0606020202030204" pitchFamily="34" charset="0"/>
                <a:ea typeface="+mn-ea"/>
                <a:cs typeface="Arial" panose="020B0604020202020204" pitchFamily="34" charset="0"/>
              </a:defRPr>
            </a:lvl3pPr>
            <a:lvl4pPr marL="0" indent="0">
              <a:buNone/>
              <a:defRPr lang="en-US" sz="1800" b="1" kern="100" cap="all" spc="50" baseline="0" dirty="0">
                <a:solidFill>
                  <a:srgbClr val="7D7D7D"/>
                </a:solidFill>
                <a:latin typeface="Arial Narrow" panose="020B0606020202030204" pitchFamily="34" charset="0"/>
                <a:ea typeface="+mn-ea"/>
                <a:cs typeface="Arial" panose="020B0604020202020204" pitchFamily="34" charset="0"/>
              </a:defRPr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Footer Placeholder 10">
            <a:extLst>
              <a:ext uri="{FF2B5EF4-FFF2-40B4-BE49-F238E27FC236}">
                <a16:creationId xmlns:a16="http://schemas.microsoft.com/office/drawing/2014/main" id="{A1CE9E29-EC43-47AD-89B5-9689BD910B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8606167"/>
      </p:ext>
    </p:extLst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-line title with subhe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60E130A3-E8DD-40D1-97C8-1ADDAAE7BDA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7200" y="1283032"/>
            <a:ext cx="11274425" cy="365125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1C23D10D-1090-4427-9F31-293A8D9B4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10">
            <a:extLst>
              <a:ext uri="{FF2B5EF4-FFF2-40B4-BE49-F238E27FC236}">
                <a16:creationId xmlns:a16="http://schemas.microsoft.com/office/drawing/2014/main" id="{79538170-21B6-4714-A9AD-5E119CA077D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58813C-E2AB-9D50-55C5-F8B396864FB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57200" y="1967113"/>
            <a:ext cx="11274424" cy="43193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619418387"/>
      </p:ext>
    </p:extLst>
  </p:cSld>
  <p:clrMapOvr>
    <a:masterClrMapping/>
  </p:clrMapOvr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-line title with subhead: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60E130A3-E8DD-40D1-97C8-1ADDAAE7BDA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7200" y="1283032"/>
            <a:ext cx="11274425" cy="365125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1C23D10D-1090-4427-9F31-293A8D9B4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14558AAC-739A-4D30-9B92-0A9FE3CDA4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967112"/>
            <a:ext cx="5463540" cy="4319388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A9B787B0-48E4-433B-85C7-85541BFCFB95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68212" y="1967112"/>
            <a:ext cx="5463540" cy="4319388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Footer Placeholder 10">
            <a:extLst>
              <a:ext uri="{FF2B5EF4-FFF2-40B4-BE49-F238E27FC236}">
                <a16:creationId xmlns:a16="http://schemas.microsoft.com/office/drawing/2014/main" id="{DFD7C076-3F14-48C3-8F05-9CC51B385E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6304432"/>
      </p:ext>
    </p:extLst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-line title with subhead: Two content weighted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60E130A3-E8DD-40D1-97C8-1ADDAAE7BDA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7200" y="1283032"/>
            <a:ext cx="11274425" cy="365125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1C23D10D-1090-4427-9F31-293A8D9B4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CC545FD2-7A6E-4515-AF06-2BB0F6C9AA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967113"/>
            <a:ext cx="3538497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0E33CA35-C6F0-4917-B7E6-A30CED91757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341479" y="1967113"/>
            <a:ext cx="7390273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Footer Placeholder 10">
            <a:extLst>
              <a:ext uri="{FF2B5EF4-FFF2-40B4-BE49-F238E27FC236}">
                <a16:creationId xmlns:a16="http://schemas.microsoft.com/office/drawing/2014/main" id="{21E9AEFA-CC51-4CE4-AF06-4E0BDE1E97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3955913"/>
      </p:ext>
    </p:extLst>
  </p:cSld>
  <p:clrMapOvr>
    <a:masterClrMapping/>
  </p:clrMapOvr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-line title with subhead: Two content weighted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60E130A3-E8DD-40D1-97C8-1ADDAAE7BDA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7200" y="1283032"/>
            <a:ext cx="11274425" cy="365125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1C23D10D-1090-4427-9F31-293A8D9B4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2EF85F38-9197-4646-B35C-FB5BF271A7A9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57200" y="1967113"/>
            <a:ext cx="7395882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BC7A3651-D256-41A5-AAFF-DB7CE7BFD3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98864" y="1967113"/>
            <a:ext cx="3519033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Footer Placeholder 10">
            <a:extLst>
              <a:ext uri="{FF2B5EF4-FFF2-40B4-BE49-F238E27FC236}">
                <a16:creationId xmlns:a16="http://schemas.microsoft.com/office/drawing/2014/main" id="{748F3F40-E9B0-4B1B-9E2E-81BF2177B7F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5142018"/>
      </p:ext>
    </p:extLst>
  </p:cSld>
  <p:clrMapOvr>
    <a:masterClrMapping/>
  </p:clrMapOvr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-line title with subhead: 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9C93C290-E978-440A-8017-3A133672AE22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57200" y="1967113"/>
            <a:ext cx="3523817" cy="431303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32ECA63C-E4C9-4727-B43F-4A7ABC84D728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334090" y="1967113"/>
            <a:ext cx="3523817" cy="431303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60E130A3-E8DD-40D1-97C8-1ADDAAE7BDA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7200" y="1283032"/>
            <a:ext cx="11274425" cy="365125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1C23D10D-1090-4427-9F31-293A8D9B4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7E333B3F-3E99-48D9-B017-755F0DAF0B4B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8198863" y="1967113"/>
            <a:ext cx="3523817" cy="431303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Footer Placeholder 10">
            <a:extLst>
              <a:ext uri="{FF2B5EF4-FFF2-40B4-BE49-F238E27FC236}">
                <a16:creationId xmlns:a16="http://schemas.microsoft.com/office/drawing/2014/main" id="{09D7F567-DEE9-4052-9068-ACC47817C2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9156214"/>
      </p:ext>
    </p:extLst>
  </p:cSld>
  <p:clrMapOvr>
    <a:masterClrMapping/>
  </p:clrMapOvr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-line title with subhead: Fou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60E130A3-E8DD-40D1-97C8-1ADDAAE7BDA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7200" y="1283032"/>
            <a:ext cx="11274425" cy="365125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1C23D10D-1090-4427-9F31-293A8D9B4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E9CF6EB7-3F22-4CAA-9506-5B9D47D1ECFD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457200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94D2C927-853F-40F7-BEA8-EB87EBD405C4}"/>
              </a:ext>
            </a:extLst>
          </p:cNvPr>
          <p:cNvSpPr>
            <a:spLocks noGrp="1"/>
          </p:cNvSpPr>
          <p:nvPr>
            <p:ph idx="19"/>
          </p:nvPr>
        </p:nvSpPr>
        <p:spPr>
          <a:xfrm>
            <a:off x="3389212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F4C8CB9D-0E1B-4F5D-B9E7-3C1F8049818A}"/>
              </a:ext>
            </a:extLst>
          </p:cNvPr>
          <p:cNvSpPr>
            <a:spLocks noGrp="1"/>
          </p:cNvSpPr>
          <p:nvPr>
            <p:ph idx="20"/>
          </p:nvPr>
        </p:nvSpPr>
        <p:spPr>
          <a:xfrm>
            <a:off x="6322747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214F2138-4345-4175-BA09-5927B84F558D}"/>
              </a:ext>
            </a:extLst>
          </p:cNvPr>
          <p:cNvSpPr>
            <a:spLocks noGrp="1"/>
          </p:cNvSpPr>
          <p:nvPr>
            <p:ph idx="21"/>
          </p:nvPr>
        </p:nvSpPr>
        <p:spPr>
          <a:xfrm>
            <a:off x="9256280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Footer Placeholder 10">
            <a:extLst>
              <a:ext uri="{FF2B5EF4-FFF2-40B4-BE49-F238E27FC236}">
                <a16:creationId xmlns:a16="http://schemas.microsoft.com/office/drawing/2014/main" id="{456493A9-E23C-409C-A174-414FC86274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648602"/>
      </p:ext>
    </p:extLst>
  </p:cSld>
  <p:clrMapOvr>
    <a:masterClrMapping/>
  </p:clrMapOvr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-line title with subhead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60E130A3-E8DD-40D1-97C8-1ADDAAE7BDA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7200" y="1283032"/>
            <a:ext cx="11274425" cy="365125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1C23D10D-1090-4427-9F31-293A8D9B4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10">
            <a:extLst>
              <a:ext uri="{FF2B5EF4-FFF2-40B4-BE49-F238E27FC236}">
                <a16:creationId xmlns:a16="http://schemas.microsoft.com/office/drawing/2014/main" id="{1C314CCC-913F-4DA2-91CF-D7C89A96EFF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1109"/>
      </p:ext>
    </p:extLst>
  </p:cSld>
  <p:clrMapOvr>
    <a:masterClrMapping/>
  </p:clrMapOvr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yebrow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0">
            <a:extLst>
              <a:ext uri="{FF2B5EF4-FFF2-40B4-BE49-F238E27FC236}">
                <a16:creationId xmlns:a16="http://schemas.microsoft.com/office/drawing/2014/main" id="{15EB4C16-F274-42E0-B1FF-E1717C7E87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869950"/>
            <a:ext cx="11274552" cy="75399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AF75BD6-4444-4897-A7D2-43BB9BBF2C48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57200" y="431800"/>
            <a:ext cx="5937250" cy="198438"/>
          </a:xfrm>
        </p:spPr>
        <p:txBody>
          <a:bodyPr>
            <a:noAutofit/>
          </a:bodyPr>
          <a:lstStyle>
            <a:lvl1pPr marL="0" indent="0">
              <a:buNone/>
              <a:defRPr lang="en-US" sz="1100" b="1" kern="1200" cap="all" spc="200" baseline="0" dirty="0">
                <a:solidFill>
                  <a:schemeClr val="tx1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</a:pPr>
            <a:r>
              <a:rPr lang="en-US"/>
              <a:t>CLICK TO ADD EYEBROW</a:t>
            </a:r>
          </a:p>
        </p:txBody>
      </p:sp>
      <p:sp>
        <p:nvSpPr>
          <p:cNvPr id="5" name="Footer Placeholder 10">
            <a:extLst>
              <a:ext uri="{FF2B5EF4-FFF2-40B4-BE49-F238E27FC236}">
                <a16:creationId xmlns:a16="http://schemas.microsoft.com/office/drawing/2014/main" id="{4A4DCBC1-8EA3-4E87-837A-83F17AC845B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C1DC05-006E-F738-0EB7-C5B89C35E3DD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57200" y="1967113"/>
            <a:ext cx="11274425" cy="43193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633194563"/>
      </p:ext>
    </p:extLst>
  </p:cSld>
  <p:clrMapOvr>
    <a:masterClrMapping/>
  </p:clrMapOvr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yebrow and title: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B2A4FB-D20C-E24D-1F1A-3662166BAE39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57200" y="1967110"/>
            <a:ext cx="5463540" cy="43193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037FE79-DBDE-5F53-2F29-E0206E2B2114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6268212" y="1967111"/>
            <a:ext cx="5463540" cy="43193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Title 10">
            <a:extLst>
              <a:ext uri="{FF2B5EF4-FFF2-40B4-BE49-F238E27FC236}">
                <a16:creationId xmlns:a16="http://schemas.microsoft.com/office/drawing/2014/main" id="{15EB4C16-F274-42E0-B1FF-E1717C7E87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869950"/>
            <a:ext cx="11274552" cy="75399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1" name="Content Placeholder 5">
            <a:extLst>
              <a:ext uri="{FF2B5EF4-FFF2-40B4-BE49-F238E27FC236}">
                <a16:creationId xmlns:a16="http://schemas.microsoft.com/office/drawing/2014/main" id="{0E0E0026-750C-4749-8A4B-F50BDFEB1D84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57200" y="431800"/>
            <a:ext cx="5937250" cy="198438"/>
          </a:xfrm>
        </p:spPr>
        <p:txBody>
          <a:bodyPr vert="horz" lIns="0" tIns="0" rIns="0" bIns="0" rtlCol="0">
            <a:noAutofit/>
          </a:bodyPr>
          <a:lstStyle>
            <a:lvl1pPr>
              <a:defRPr lang="en-US" sz="1100" b="1" cap="all" spc="200" baseline="0">
                <a:latin typeface="+mj-lt"/>
              </a:defRPr>
            </a:lvl1pPr>
          </a:lstStyle>
          <a:p>
            <a:pPr lvl="0">
              <a:spcBef>
                <a:spcPts val="600"/>
              </a:spcBef>
              <a:buFontTx/>
            </a:pPr>
            <a:r>
              <a:rPr lang="en-US"/>
              <a:t>CLICK TO ADD EYEBROW</a:t>
            </a:r>
          </a:p>
        </p:txBody>
      </p:sp>
      <p:sp>
        <p:nvSpPr>
          <p:cNvPr id="6" name="Footer Placeholder 10">
            <a:extLst>
              <a:ext uri="{FF2B5EF4-FFF2-40B4-BE49-F238E27FC236}">
                <a16:creationId xmlns:a16="http://schemas.microsoft.com/office/drawing/2014/main" id="{82695469-62BA-4F8A-9BAF-A9C4A0869C1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3106417"/>
      </p:ext>
    </p:extLst>
  </p:cSld>
  <p:clrMapOvr>
    <a:masterClrMapping/>
  </p:clrMapOvr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yebrow and title: Two content weighted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DF1117-59D9-A64E-88A8-03E6E5A4BE6A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57200" y="1967113"/>
            <a:ext cx="3538497" cy="43193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B49516B-F45D-9D14-C233-CD4CBC97DB01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341477" y="1967113"/>
            <a:ext cx="7390273" cy="43193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Title 10">
            <a:extLst>
              <a:ext uri="{FF2B5EF4-FFF2-40B4-BE49-F238E27FC236}">
                <a16:creationId xmlns:a16="http://schemas.microsoft.com/office/drawing/2014/main" id="{15EB4C16-F274-42E0-B1FF-E1717C7E87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869950"/>
            <a:ext cx="11274552" cy="75399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1" name="Content Placeholder 5">
            <a:extLst>
              <a:ext uri="{FF2B5EF4-FFF2-40B4-BE49-F238E27FC236}">
                <a16:creationId xmlns:a16="http://schemas.microsoft.com/office/drawing/2014/main" id="{B26C481B-8F05-454E-B9A0-E5483867A6CE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57200" y="431800"/>
            <a:ext cx="5937250" cy="198438"/>
          </a:xfrm>
        </p:spPr>
        <p:txBody>
          <a:bodyPr vert="horz" lIns="0" tIns="0" rIns="0" bIns="0" rtlCol="0">
            <a:noAutofit/>
          </a:bodyPr>
          <a:lstStyle>
            <a:lvl1pPr>
              <a:defRPr lang="en-US" sz="1100" b="1" cap="all" spc="200" baseline="0" dirty="0">
                <a:latin typeface="+mj-lt"/>
              </a:defRPr>
            </a:lvl1pPr>
          </a:lstStyle>
          <a:p>
            <a:pPr lvl="0">
              <a:spcBef>
                <a:spcPts val="600"/>
              </a:spcBef>
              <a:buFontTx/>
            </a:pPr>
            <a:r>
              <a:rPr lang="en-US"/>
              <a:t>CLICK TO ADD EYEBROW</a:t>
            </a:r>
          </a:p>
        </p:txBody>
      </p:sp>
      <p:sp>
        <p:nvSpPr>
          <p:cNvPr id="6" name="Footer Placeholder 10">
            <a:extLst>
              <a:ext uri="{FF2B5EF4-FFF2-40B4-BE49-F238E27FC236}">
                <a16:creationId xmlns:a16="http://schemas.microsoft.com/office/drawing/2014/main" id="{2A3D27C5-73FD-45B9-8B63-64387D57F04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4173229"/>
      </p:ext>
    </p:extLst>
  </p:cSld>
  <p:clrMapOvr>
    <a:masterClrMapping/>
  </p:clrMapOvr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yebrow and title: Two content weighted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BD8BB00-1CA4-78E2-2579-EB8D4E880AE5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57200" y="1967113"/>
            <a:ext cx="7395881" cy="43193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AD86D8F-1B52-2C03-D701-7D22429A2492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8198863" y="1967113"/>
            <a:ext cx="3519034" cy="43193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Title 10">
            <a:extLst>
              <a:ext uri="{FF2B5EF4-FFF2-40B4-BE49-F238E27FC236}">
                <a16:creationId xmlns:a16="http://schemas.microsoft.com/office/drawing/2014/main" id="{15EB4C16-F274-42E0-B1FF-E1717C7E87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869950"/>
            <a:ext cx="11274552" cy="75399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0" name="Content Placeholder 5">
            <a:extLst>
              <a:ext uri="{FF2B5EF4-FFF2-40B4-BE49-F238E27FC236}">
                <a16:creationId xmlns:a16="http://schemas.microsoft.com/office/drawing/2014/main" id="{862AB041-0459-420C-AFE3-C7423F7F4616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57200" y="431800"/>
            <a:ext cx="5937250" cy="198438"/>
          </a:xfrm>
        </p:spPr>
        <p:txBody>
          <a:bodyPr vert="horz" lIns="0" tIns="0" rIns="0" bIns="0" rtlCol="0">
            <a:noAutofit/>
          </a:bodyPr>
          <a:lstStyle>
            <a:lvl1pPr>
              <a:defRPr lang="en-US" sz="1100" b="1" cap="all" spc="200" baseline="0">
                <a:latin typeface="+mj-lt"/>
              </a:defRPr>
            </a:lvl1pPr>
          </a:lstStyle>
          <a:p>
            <a:pPr lvl="0">
              <a:spcBef>
                <a:spcPts val="600"/>
              </a:spcBef>
              <a:buFontTx/>
            </a:pPr>
            <a:r>
              <a:rPr lang="en-US"/>
              <a:t>CLICK TO ADD EYEBROW</a:t>
            </a:r>
          </a:p>
        </p:txBody>
      </p:sp>
      <p:sp>
        <p:nvSpPr>
          <p:cNvPr id="6" name="Footer Placeholder 10">
            <a:extLst>
              <a:ext uri="{FF2B5EF4-FFF2-40B4-BE49-F238E27FC236}">
                <a16:creationId xmlns:a16="http://schemas.microsoft.com/office/drawing/2014/main" id="{44CBCC9F-B157-48A2-8BCD-F4134ED0D8A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7103776"/>
      </p:ext>
    </p:extLst>
  </p:cSld>
  <p:clrMapOvr>
    <a:masterClrMapping/>
  </p:clrMapOvr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yebrow and title: 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D0FB5A-DE6D-A88A-FE9B-0EC06DDF8590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57200" y="1967113"/>
            <a:ext cx="3523817" cy="431303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CCC7378-96F3-0BE2-A9E9-820F178A5D1F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4334091" y="1967113"/>
            <a:ext cx="3523816" cy="431303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21E5068E-D382-F80C-7B98-62E993F74152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8198863" y="1967113"/>
            <a:ext cx="3524250" cy="431303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Title 10">
            <a:extLst>
              <a:ext uri="{FF2B5EF4-FFF2-40B4-BE49-F238E27FC236}">
                <a16:creationId xmlns:a16="http://schemas.microsoft.com/office/drawing/2014/main" id="{15EB4C16-F274-42E0-B1FF-E1717C7E87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869950"/>
            <a:ext cx="11274552" cy="75399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Footer Placeholder 10">
            <a:extLst>
              <a:ext uri="{FF2B5EF4-FFF2-40B4-BE49-F238E27FC236}">
                <a16:creationId xmlns:a16="http://schemas.microsoft.com/office/drawing/2014/main" id="{DCBE6651-8BD1-4E33-8D74-09677F47D6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sp>
        <p:nvSpPr>
          <p:cNvPr id="8" name="Content Placeholder 5">
            <a:extLst>
              <a:ext uri="{FF2B5EF4-FFF2-40B4-BE49-F238E27FC236}">
                <a16:creationId xmlns:a16="http://schemas.microsoft.com/office/drawing/2014/main" id="{2F760F50-2662-608E-F6AC-A961A45EF208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457200" y="431800"/>
            <a:ext cx="5937250" cy="198438"/>
          </a:xfrm>
        </p:spPr>
        <p:txBody>
          <a:bodyPr vert="horz" lIns="0" tIns="0" rIns="0" bIns="0" rtlCol="0">
            <a:noAutofit/>
          </a:bodyPr>
          <a:lstStyle>
            <a:lvl1pPr>
              <a:defRPr lang="en-US" sz="1100" b="1" cap="all" spc="200" baseline="0">
                <a:latin typeface="+mj-lt"/>
              </a:defRPr>
            </a:lvl1pPr>
          </a:lstStyle>
          <a:p>
            <a:pPr lvl="0">
              <a:spcBef>
                <a:spcPts val="600"/>
              </a:spcBef>
              <a:buFontTx/>
            </a:pPr>
            <a:r>
              <a:rPr lang="en-US"/>
              <a:t>CLICK TO ADD EYEBROW</a:t>
            </a:r>
          </a:p>
        </p:txBody>
      </p:sp>
    </p:spTree>
    <p:extLst>
      <p:ext uri="{BB962C8B-B14F-4D97-AF65-F5344CB8AC3E}">
        <p14:creationId xmlns:p14="http://schemas.microsoft.com/office/powerpoint/2010/main" val="845691602"/>
      </p:ext>
    </p:extLst>
  </p:cSld>
  <p:clrMapOvr>
    <a:masterClrMapping/>
  </p:clrMapOvr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yebrow and title: Fou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0">
            <a:extLst>
              <a:ext uri="{FF2B5EF4-FFF2-40B4-BE49-F238E27FC236}">
                <a16:creationId xmlns:a16="http://schemas.microsoft.com/office/drawing/2014/main" id="{15EB4C16-F274-42E0-B1FF-E1717C7E87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869950"/>
            <a:ext cx="11274552" cy="75399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5A5FF981-4ABF-4AA7-BA8F-4DC0D5291152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457200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868D8A6A-0A57-4651-9366-A02DB21541BF}"/>
              </a:ext>
            </a:extLst>
          </p:cNvPr>
          <p:cNvSpPr>
            <a:spLocks noGrp="1"/>
          </p:cNvSpPr>
          <p:nvPr>
            <p:ph idx="19"/>
          </p:nvPr>
        </p:nvSpPr>
        <p:spPr>
          <a:xfrm>
            <a:off x="3389212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FBF88B71-0BB2-4601-B2CE-F4F9B29D02DE}"/>
              </a:ext>
            </a:extLst>
          </p:cNvPr>
          <p:cNvSpPr>
            <a:spLocks noGrp="1"/>
          </p:cNvSpPr>
          <p:nvPr>
            <p:ph idx="20"/>
          </p:nvPr>
        </p:nvSpPr>
        <p:spPr>
          <a:xfrm>
            <a:off x="6322747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9" name="Content Placeholder 2">
            <a:extLst>
              <a:ext uri="{FF2B5EF4-FFF2-40B4-BE49-F238E27FC236}">
                <a16:creationId xmlns:a16="http://schemas.microsoft.com/office/drawing/2014/main" id="{3CC96474-5772-40F1-BF7B-AB01EC8D4AB9}"/>
              </a:ext>
            </a:extLst>
          </p:cNvPr>
          <p:cNvSpPr>
            <a:spLocks noGrp="1"/>
          </p:cNvSpPr>
          <p:nvPr>
            <p:ph idx="21"/>
          </p:nvPr>
        </p:nvSpPr>
        <p:spPr>
          <a:xfrm>
            <a:off x="9256280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0" name="Content Placeholder 5">
            <a:extLst>
              <a:ext uri="{FF2B5EF4-FFF2-40B4-BE49-F238E27FC236}">
                <a16:creationId xmlns:a16="http://schemas.microsoft.com/office/drawing/2014/main" id="{675F5264-3B10-4E1A-8EAD-38FFE8ACFF6A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57200" y="431800"/>
            <a:ext cx="5937250" cy="198438"/>
          </a:xfrm>
        </p:spPr>
        <p:txBody>
          <a:bodyPr vert="horz" lIns="0" tIns="0" rIns="0" bIns="0" rtlCol="0">
            <a:noAutofit/>
          </a:bodyPr>
          <a:lstStyle>
            <a:lvl1pPr>
              <a:defRPr lang="en-US" sz="1100" b="1" cap="all" spc="200" baseline="0">
                <a:latin typeface="+mj-lt"/>
              </a:defRPr>
            </a:lvl1pPr>
          </a:lstStyle>
          <a:p>
            <a:pPr lvl="0">
              <a:spcBef>
                <a:spcPts val="600"/>
              </a:spcBef>
              <a:buFontTx/>
            </a:pPr>
            <a:r>
              <a:rPr lang="en-US"/>
              <a:t>CLICK TO ADD EYEBROW</a:t>
            </a:r>
          </a:p>
        </p:txBody>
      </p:sp>
      <p:sp>
        <p:nvSpPr>
          <p:cNvPr id="8" name="Footer Placeholder 10">
            <a:extLst>
              <a:ext uri="{FF2B5EF4-FFF2-40B4-BE49-F238E27FC236}">
                <a16:creationId xmlns:a16="http://schemas.microsoft.com/office/drawing/2014/main" id="{6CAFEAFB-1353-42C0-9A13-C38F635AC6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2276820"/>
      </p:ext>
    </p:extLst>
  </p:cSld>
  <p:clrMapOvr>
    <a:masterClrMapping/>
  </p:clrMapOvr>
</p:sldLayout>
</file>

<file path=ppt/slideLayouts/slideLayout1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yebrow and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0">
            <a:extLst>
              <a:ext uri="{FF2B5EF4-FFF2-40B4-BE49-F238E27FC236}">
                <a16:creationId xmlns:a16="http://schemas.microsoft.com/office/drawing/2014/main" id="{15EB4C16-F274-42E0-B1FF-E1717C7E87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869950"/>
            <a:ext cx="11274552" cy="75399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AF75BD6-4444-4897-A7D2-43BB9BBF2C48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57200" y="431800"/>
            <a:ext cx="5937250" cy="198438"/>
          </a:xfrm>
        </p:spPr>
        <p:txBody>
          <a:bodyPr vert="horz" lIns="0" tIns="0" rIns="0" bIns="0" rtlCol="0">
            <a:noAutofit/>
          </a:bodyPr>
          <a:lstStyle>
            <a:lvl1pPr>
              <a:defRPr lang="en-US" sz="1100" b="1" cap="all" spc="200" baseline="0">
                <a:latin typeface="+mj-lt"/>
              </a:defRPr>
            </a:lvl1pPr>
          </a:lstStyle>
          <a:p>
            <a:pPr lvl="0">
              <a:spcBef>
                <a:spcPts val="600"/>
              </a:spcBef>
              <a:buFontTx/>
            </a:pPr>
            <a:r>
              <a:rPr lang="en-US"/>
              <a:t>CLICK TO ADD EYEBROW</a:t>
            </a:r>
          </a:p>
        </p:txBody>
      </p:sp>
      <p:sp>
        <p:nvSpPr>
          <p:cNvPr id="4" name="Footer Placeholder 10">
            <a:extLst>
              <a:ext uri="{FF2B5EF4-FFF2-40B4-BE49-F238E27FC236}">
                <a16:creationId xmlns:a16="http://schemas.microsoft.com/office/drawing/2014/main" id="{9D3F7C6D-D349-458D-A76F-C40DAFB994B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1066384"/>
      </p:ext>
    </p:extLst>
  </p:cSld>
  <p:clrMapOvr>
    <a:masterClrMapping/>
  </p:clrMapOvr>
</p:sldLayout>
</file>

<file path=ppt/slideLayouts/slideLayout1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 Layout Black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13CBD30C-67A3-C82B-4D81-8798DAC00BD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5" y="0"/>
            <a:ext cx="12185195" cy="685417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02BE053-41B4-1E68-9FCD-20C3E4C8E483}"/>
              </a:ext>
            </a:extLst>
          </p:cNvPr>
          <p:cNvSpPr txBox="1"/>
          <p:nvPr userDrawn="1"/>
        </p:nvSpPr>
        <p:spPr>
          <a:xfrm>
            <a:off x="681343" y="6501327"/>
            <a:ext cx="730016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r>
              <a:rPr lang="en-US" sz="750" kern="100" cap="all" spc="100" baseline="0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©</a:t>
            </a:r>
            <a:r>
              <a:rPr lang="en-US" sz="750" kern="100" cap="all" spc="20" baseline="0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2025 F5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55B0D5E-6B4C-984B-FE38-77552D039843}"/>
              </a:ext>
            </a:extLst>
          </p:cNvPr>
          <p:cNvSpPr txBox="1"/>
          <p:nvPr userDrawn="1"/>
        </p:nvSpPr>
        <p:spPr>
          <a:xfrm>
            <a:off x="6805" y="6501327"/>
            <a:ext cx="567398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 algn="r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  <a:buFont typeface="Arial" panose="020B0604020202020204" pitchFamily="34" charset="0"/>
              <a:buChar char="​"/>
            </a:pPr>
            <a:fld id="{CB0320B6-2A61-43CE-9396-B5C4FB4B7D43}" type="slidenum">
              <a:rPr lang="en-US" sz="750" b="0" kern="100" cap="all" spc="50" smtClean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pPr marL="0" lvl="4" algn="r">
                <a:lnSpc>
                  <a:spcPct val="85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5"/>
                </a:buClr>
                <a:buFont typeface="Arial" panose="020B0604020202020204" pitchFamily="34" charset="0"/>
                <a:buChar char="​"/>
              </a:pPr>
              <a:t>‹#›</a:t>
            </a:fld>
            <a:endParaRPr lang="en-US" sz="750" b="0" kern="100" cap="all" spc="50">
              <a:solidFill>
                <a:schemeClr val="bg1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4" name="Footer Placeholder 10">
            <a:extLst>
              <a:ext uri="{FF2B5EF4-FFF2-40B4-BE49-F238E27FC236}">
                <a16:creationId xmlns:a16="http://schemas.microsoft.com/office/drawing/2014/main" id="{89FBA006-AAD9-E2DA-9665-227D1C85C1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>
                <a:solidFill>
                  <a:schemeClr val="bg1"/>
                </a:solidFill>
              </a:defRPr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pic>
        <p:nvPicPr>
          <p:cNvPr id="6" name="updated logo" descr="Logo&#10;&#10;Description automatically generated">
            <a:extLst>
              <a:ext uri="{FF2B5EF4-FFF2-40B4-BE49-F238E27FC236}">
                <a16:creationId xmlns:a16="http://schemas.microsoft.com/office/drawing/2014/main" id="{B30F7A4C-0A31-52CE-594B-041F5F76795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582491" y="6214023"/>
            <a:ext cx="246888" cy="24688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FF3AF8C-8BF6-E977-1ED6-76E97B59464B}"/>
              </a:ext>
            </a:extLst>
          </p:cNvPr>
          <p:cNvSpPr txBox="1"/>
          <p:nvPr userDrawn="1"/>
        </p:nvSpPr>
        <p:spPr>
          <a:xfrm>
            <a:off x="13920953" y="10706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/>
              <a:t>Primary palette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B3EF311-52DE-E691-1034-579E1896A7C5}"/>
              </a:ext>
            </a:extLst>
          </p:cNvPr>
          <p:cNvSpPr/>
          <p:nvPr userDrawn="1"/>
        </p:nvSpPr>
        <p:spPr>
          <a:xfrm>
            <a:off x="13959929" y="377353"/>
            <a:ext cx="618392" cy="618392"/>
          </a:xfrm>
          <a:prstGeom prst="ellipse">
            <a:avLst/>
          </a:prstGeom>
          <a:solidFill>
            <a:srgbClr val="E400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1640CDA-656F-2FE2-1886-B2762FB1B95D}"/>
              </a:ext>
            </a:extLst>
          </p:cNvPr>
          <p:cNvSpPr/>
          <p:nvPr userDrawn="1"/>
        </p:nvSpPr>
        <p:spPr>
          <a:xfrm>
            <a:off x="15084675" y="517318"/>
            <a:ext cx="338462" cy="338462"/>
          </a:xfrm>
          <a:prstGeom prst="ellipse">
            <a:avLst/>
          </a:prstGeom>
          <a:solidFill>
            <a:srgbClr val="F7B2B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F0DE3F64-F8A1-06B4-7961-3E4EAA8F3E1F}"/>
              </a:ext>
            </a:extLst>
          </p:cNvPr>
          <p:cNvSpPr/>
          <p:nvPr userDrawn="1"/>
        </p:nvSpPr>
        <p:spPr>
          <a:xfrm>
            <a:off x="15584292" y="517318"/>
            <a:ext cx="338462" cy="338462"/>
          </a:xfrm>
          <a:prstGeom prst="ellipse">
            <a:avLst/>
          </a:prstGeom>
          <a:solidFill>
            <a:srgbClr val="F066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9724F50A-34DA-2CAF-9733-20F91358702F}"/>
              </a:ext>
            </a:extLst>
          </p:cNvPr>
          <p:cNvSpPr/>
          <p:nvPr userDrawn="1"/>
        </p:nvSpPr>
        <p:spPr>
          <a:xfrm>
            <a:off x="16083909" y="517318"/>
            <a:ext cx="338462" cy="338462"/>
          </a:xfrm>
          <a:prstGeom prst="ellipse">
            <a:avLst/>
          </a:prstGeom>
          <a:solidFill>
            <a:srgbClr val="A7002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5C66B756-E0D2-EFDA-D051-9CC350742CA7}"/>
              </a:ext>
            </a:extLst>
          </p:cNvPr>
          <p:cNvSpPr/>
          <p:nvPr userDrawn="1"/>
        </p:nvSpPr>
        <p:spPr>
          <a:xfrm>
            <a:off x="16583525" y="517318"/>
            <a:ext cx="338462" cy="338462"/>
          </a:xfrm>
          <a:prstGeom prst="ellipse">
            <a:avLst/>
          </a:prstGeom>
          <a:solidFill>
            <a:srgbClr val="72001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8ED3B51-EEE0-2815-2684-180D1A78B636}"/>
              </a:ext>
            </a:extLst>
          </p:cNvPr>
          <p:cNvSpPr txBox="1"/>
          <p:nvPr userDrawn="1"/>
        </p:nvSpPr>
        <p:spPr>
          <a:xfrm>
            <a:off x="15053447" y="10706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/>
              <a:t>Secondary palette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BEBB1A24-6FC6-544F-5396-EB8EA58AAAF4}"/>
              </a:ext>
            </a:extLst>
          </p:cNvPr>
          <p:cNvSpPr/>
          <p:nvPr userDrawn="1"/>
        </p:nvSpPr>
        <p:spPr>
          <a:xfrm>
            <a:off x="13959929" y="1097294"/>
            <a:ext cx="618392" cy="618392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BC76C706-1B80-5B42-D892-E1D78EAF1F40}"/>
              </a:ext>
            </a:extLst>
          </p:cNvPr>
          <p:cNvSpPr/>
          <p:nvPr userDrawn="1"/>
        </p:nvSpPr>
        <p:spPr>
          <a:xfrm>
            <a:off x="15084675" y="1237259"/>
            <a:ext cx="338462" cy="338462"/>
          </a:xfrm>
          <a:prstGeom prst="ellipse">
            <a:avLst/>
          </a:prstGeom>
          <a:solidFill>
            <a:srgbClr val="FBE1C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FABCF115-0EBC-A99A-1050-09C1BC22D14D}"/>
              </a:ext>
            </a:extLst>
          </p:cNvPr>
          <p:cNvSpPr/>
          <p:nvPr userDrawn="1"/>
        </p:nvSpPr>
        <p:spPr>
          <a:xfrm>
            <a:off x="15584292" y="1237259"/>
            <a:ext cx="338462" cy="338462"/>
          </a:xfrm>
          <a:prstGeom prst="ellipse">
            <a:avLst/>
          </a:prstGeom>
          <a:solidFill>
            <a:srgbClr val="F7C2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9D359ECD-7A38-4105-DFC9-E0960499EEC7}"/>
              </a:ext>
            </a:extLst>
          </p:cNvPr>
          <p:cNvSpPr/>
          <p:nvPr userDrawn="1"/>
        </p:nvSpPr>
        <p:spPr>
          <a:xfrm>
            <a:off x="16083909" y="1237259"/>
            <a:ext cx="338462" cy="338462"/>
          </a:xfrm>
          <a:prstGeom prst="ellipse">
            <a:avLst/>
          </a:prstGeom>
          <a:solidFill>
            <a:srgbClr val="B2742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FD16B759-1DDE-1DB1-296B-D012A47796F4}"/>
              </a:ext>
            </a:extLst>
          </p:cNvPr>
          <p:cNvSpPr/>
          <p:nvPr userDrawn="1"/>
        </p:nvSpPr>
        <p:spPr>
          <a:xfrm>
            <a:off x="16583525" y="1237259"/>
            <a:ext cx="338462" cy="338462"/>
          </a:xfrm>
          <a:prstGeom prst="ellipse">
            <a:avLst/>
          </a:prstGeom>
          <a:solidFill>
            <a:srgbClr val="794D1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BBC9DD16-FA5B-D7A2-D2FC-D2F95F0D5C53}"/>
              </a:ext>
            </a:extLst>
          </p:cNvPr>
          <p:cNvSpPr/>
          <p:nvPr userDrawn="1"/>
        </p:nvSpPr>
        <p:spPr>
          <a:xfrm>
            <a:off x="13959929" y="1817235"/>
            <a:ext cx="618392" cy="6183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CB8563AC-C2CB-DDBA-48DD-DB89A6BB1A65}"/>
              </a:ext>
            </a:extLst>
          </p:cNvPr>
          <p:cNvSpPr/>
          <p:nvPr userDrawn="1"/>
        </p:nvSpPr>
        <p:spPr>
          <a:xfrm>
            <a:off x="15084675" y="1957200"/>
            <a:ext cx="338462" cy="338462"/>
          </a:xfrm>
          <a:prstGeom prst="ellipse">
            <a:avLst/>
          </a:prstGeom>
          <a:solidFill>
            <a:srgbClr val="B7C6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724A5343-199A-4136-972E-A7A7DB801974}"/>
              </a:ext>
            </a:extLst>
          </p:cNvPr>
          <p:cNvSpPr/>
          <p:nvPr userDrawn="1"/>
        </p:nvSpPr>
        <p:spPr>
          <a:xfrm>
            <a:off x="15584292" y="1957200"/>
            <a:ext cx="338462" cy="338462"/>
          </a:xfrm>
          <a:prstGeom prst="ellipse">
            <a:avLst/>
          </a:prstGeom>
          <a:solidFill>
            <a:srgbClr val="6E8D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0373BE05-6E3F-408F-FF03-29C6D2EBFA14}"/>
              </a:ext>
            </a:extLst>
          </p:cNvPr>
          <p:cNvSpPr/>
          <p:nvPr userDrawn="1"/>
        </p:nvSpPr>
        <p:spPr>
          <a:xfrm>
            <a:off x="16083909" y="1957200"/>
            <a:ext cx="338462" cy="338462"/>
          </a:xfrm>
          <a:prstGeom prst="ellipse">
            <a:avLst/>
          </a:prstGeom>
          <a:solidFill>
            <a:srgbClr val="0B31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44DE6423-D527-1B12-C5E1-18B16AFC7104}"/>
              </a:ext>
            </a:extLst>
          </p:cNvPr>
          <p:cNvSpPr/>
          <p:nvPr userDrawn="1"/>
        </p:nvSpPr>
        <p:spPr>
          <a:xfrm>
            <a:off x="16583525" y="1957200"/>
            <a:ext cx="338462" cy="338462"/>
          </a:xfrm>
          <a:prstGeom prst="ellipse">
            <a:avLst/>
          </a:prstGeom>
          <a:solidFill>
            <a:srgbClr val="07215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A4EC0FC7-D801-6D64-6B2A-898BBC2D7DC5}"/>
              </a:ext>
            </a:extLst>
          </p:cNvPr>
          <p:cNvSpPr/>
          <p:nvPr userDrawn="1"/>
        </p:nvSpPr>
        <p:spPr>
          <a:xfrm>
            <a:off x="13959929" y="2537176"/>
            <a:ext cx="618392" cy="618392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214DB9A1-E4FD-4225-8F46-3ECA77CDFA62}"/>
              </a:ext>
            </a:extLst>
          </p:cNvPr>
          <p:cNvSpPr/>
          <p:nvPr userDrawn="1"/>
        </p:nvSpPr>
        <p:spPr>
          <a:xfrm>
            <a:off x="15084675" y="2677141"/>
            <a:ext cx="338462" cy="338462"/>
          </a:xfrm>
          <a:prstGeom prst="ellipse">
            <a:avLst/>
          </a:prstGeom>
          <a:solidFill>
            <a:srgbClr val="E6BE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4636BB53-549C-8A42-D42A-3856F9B275BB}"/>
              </a:ext>
            </a:extLst>
          </p:cNvPr>
          <p:cNvSpPr/>
          <p:nvPr userDrawn="1"/>
        </p:nvSpPr>
        <p:spPr>
          <a:xfrm>
            <a:off x="15584292" y="2677141"/>
            <a:ext cx="338462" cy="338462"/>
          </a:xfrm>
          <a:prstGeom prst="ellipse">
            <a:avLst/>
          </a:prstGeom>
          <a:solidFill>
            <a:srgbClr val="CD7DB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536D9342-0353-758E-A6BF-C2CDFDFF1551}"/>
              </a:ext>
            </a:extLst>
          </p:cNvPr>
          <p:cNvSpPr/>
          <p:nvPr userDrawn="1"/>
        </p:nvSpPr>
        <p:spPr>
          <a:xfrm>
            <a:off x="16083909" y="2677141"/>
            <a:ext cx="338462" cy="338462"/>
          </a:xfrm>
          <a:prstGeom prst="ellipse">
            <a:avLst/>
          </a:prstGeom>
          <a:solidFill>
            <a:srgbClr val="801D6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E5F11BCF-7E53-B412-CF0D-794075FAE80D}"/>
              </a:ext>
            </a:extLst>
          </p:cNvPr>
          <p:cNvSpPr/>
          <p:nvPr userDrawn="1"/>
        </p:nvSpPr>
        <p:spPr>
          <a:xfrm>
            <a:off x="16583525" y="2677141"/>
            <a:ext cx="338462" cy="338462"/>
          </a:xfrm>
          <a:prstGeom prst="ellipse">
            <a:avLst/>
          </a:prstGeom>
          <a:solidFill>
            <a:srgbClr val="5614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7412552D-BEC6-D5A8-3082-8FA0D2A28692}"/>
              </a:ext>
            </a:extLst>
          </p:cNvPr>
          <p:cNvSpPr/>
          <p:nvPr userDrawn="1"/>
        </p:nvSpPr>
        <p:spPr>
          <a:xfrm>
            <a:off x="13959929" y="3257117"/>
            <a:ext cx="618392" cy="61839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DF3F8D10-18F1-1215-DB48-8B48EE006DDE}"/>
              </a:ext>
            </a:extLst>
          </p:cNvPr>
          <p:cNvSpPr/>
          <p:nvPr userDrawn="1"/>
        </p:nvSpPr>
        <p:spPr>
          <a:xfrm>
            <a:off x="15084675" y="3397082"/>
            <a:ext cx="338462" cy="338462"/>
          </a:xfrm>
          <a:prstGeom prst="ellipse">
            <a:avLst/>
          </a:prstGeom>
          <a:solidFill>
            <a:srgbClr val="B2DFC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49932621-6C39-C3B8-0D48-AEF8FC7E69D1}"/>
              </a:ext>
            </a:extLst>
          </p:cNvPr>
          <p:cNvSpPr/>
          <p:nvPr userDrawn="1"/>
        </p:nvSpPr>
        <p:spPr>
          <a:xfrm>
            <a:off x="15584292" y="3397082"/>
            <a:ext cx="338462" cy="338462"/>
          </a:xfrm>
          <a:prstGeom prst="ellipse">
            <a:avLst/>
          </a:prstGeom>
          <a:solidFill>
            <a:srgbClr val="66C0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B02990E9-C857-B734-4D55-165506F31D84}"/>
              </a:ext>
            </a:extLst>
          </p:cNvPr>
          <p:cNvSpPr/>
          <p:nvPr userDrawn="1"/>
        </p:nvSpPr>
        <p:spPr>
          <a:xfrm>
            <a:off x="16083909" y="3397082"/>
            <a:ext cx="338462" cy="338462"/>
          </a:xfrm>
          <a:prstGeom prst="ellipse">
            <a:avLst/>
          </a:prstGeom>
          <a:solidFill>
            <a:srgbClr val="0071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E1822A92-B38F-07B8-3FC6-D98BEA9A1E40}"/>
              </a:ext>
            </a:extLst>
          </p:cNvPr>
          <p:cNvSpPr/>
          <p:nvPr userDrawn="1"/>
        </p:nvSpPr>
        <p:spPr>
          <a:xfrm>
            <a:off x="16583525" y="3397082"/>
            <a:ext cx="338462" cy="338462"/>
          </a:xfrm>
          <a:prstGeom prst="ellipse">
            <a:avLst/>
          </a:prstGeom>
          <a:solidFill>
            <a:srgbClr val="004B1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FF4D9B0B-4E66-DE51-DBCE-051174713802}"/>
              </a:ext>
            </a:extLst>
          </p:cNvPr>
          <p:cNvSpPr/>
          <p:nvPr userDrawn="1"/>
        </p:nvSpPr>
        <p:spPr>
          <a:xfrm>
            <a:off x="13959929" y="3977058"/>
            <a:ext cx="618392" cy="6183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122B03B6-66D0-F1B9-66D8-848583646BD1}"/>
              </a:ext>
            </a:extLst>
          </p:cNvPr>
          <p:cNvSpPr/>
          <p:nvPr userDrawn="1"/>
        </p:nvSpPr>
        <p:spPr>
          <a:xfrm>
            <a:off x="15084675" y="4117023"/>
            <a:ext cx="338462" cy="338462"/>
          </a:xfrm>
          <a:prstGeom prst="ellipse">
            <a:avLst/>
          </a:prstGeom>
          <a:solidFill>
            <a:srgbClr val="D0BC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5" name="Oval 84">
            <a:extLst>
              <a:ext uri="{FF2B5EF4-FFF2-40B4-BE49-F238E27FC236}">
                <a16:creationId xmlns:a16="http://schemas.microsoft.com/office/drawing/2014/main" id="{9A5ED619-C75B-77B0-54CE-FB5CBD5C1F15}"/>
              </a:ext>
            </a:extLst>
          </p:cNvPr>
          <p:cNvSpPr/>
          <p:nvPr userDrawn="1"/>
        </p:nvSpPr>
        <p:spPr>
          <a:xfrm>
            <a:off x="15584292" y="4117023"/>
            <a:ext cx="338462" cy="338462"/>
          </a:xfrm>
          <a:prstGeom prst="ellipse">
            <a:avLst/>
          </a:prstGeom>
          <a:solidFill>
            <a:srgbClr val="A17AB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8C0C035F-A6ED-45E6-7BE0-778D4B900163}"/>
              </a:ext>
            </a:extLst>
          </p:cNvPr>
          <p:cNvSpPr/>
          <p:nvPr userDrawn="1"/>
        </p:nvSpPr>
        <p:spPr>
          <a:xfrm>
            <a:off x="16083909" y="4117023"/>
            <a:ext cx="338462" cy="338462"/>
          </a:xfrm>
          <a:prstGeom prst="ellipse">
            <a:avLst/>
          </a:prstGeom>
          <a:solidFill>
            <a:srgbClr val="3813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103E0462-799D-63CE-2CCC-6F132F22E2F8}"/>
              </a:ext>
            </a:extLst>
          </p:cNvPr>
          <p:cNvSpPr/>
          <p:nvPr userDrawn="1"/>
        </p:nvSpPr>
        <p:spPr>
          <a:xfrm>
            <a:off x="16583525" y="4117023"/>
            <a:ext cx="338462" cy="338462"/>
          </a:xfrm>
          <a:prstGeom prst="ellipse">
            <a:avLst/>
          </a:prstGeom>
          <a:solidFill>
            <a:srgbClr val="250D3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DE79FCA5-4920-1266-EDBB-2D20D8E43BEE}"/>
              </a:ext>
            </a:extLst>
          </p:cNvPr>
          <p:cNvSpPr/>
          <p:nvPr userDrawn="1"/>
        </p:nvSpPr>
        <p:spPr>
          <a:xfrm>
            <a:off x="13959929" y="4652930"/>
            <a:ext cx="618392" cy="618392"/>
          </a:xfrm>
          <a:prstGeom prst="ellipse">
            <a:avLst/>
          </a:prstGeom>
          <a:solidFill>
            <a:srgbClr val="007B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9ADEF5E0-6B1F-48E2-2B6F-93623572813A}"/>
              </a:ext>
            </a:extLst>
          </p:cNvPr>
          <p:cNvSpPr/>
          <p:nvPr userDrawn="1"/>
        </p:nvSpPr>
        <p:spPr>
          <a:xfrm>
            <a:off x="15084675" y="4836963"/>
            <a:ext cx="338462" cy="338462"/>
          </a:xfrm>
          <a:prstGeom prst="ellipse">
            <a:avLst/>
          </a:prstGeom>
          <a:solidFill>
            <a:srgbClr val="B2D7E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3041215E-30C8-1778-A1C2-B1F2212649A8}"/>
              </a:ext>
            </a:extLst>
          </p:cNvPr>
          <p:cNvSpPr/>
          <p:nvPr userDrawn="1"/>
        </p:nvSpPr>
        <p:spPr>
          <a:xfrm>
            <a:off x="15584292" y="4836963"/>
            <a:ext cx="338462" cy="338462"/>
          </a:xfrm>
          <a:prstGeom prst="ellipse">
            <a:avLst/>
          </a:prstGeom>
          <a:solidFill>
            <a:srgbClr val="66AF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612E9D98-CC06-76AF-8B5A-72C99B31A868}"/>
              </a:ext>
            </a:extLst>
          </p:cNvPr>
          <p:cNvSpPr/>
          <p:nvPr userDrawn="1"/>
        </p:nvSpPr>
        <p:spPr>
          <a:xfrm>
            <a:off x="16083909" y="4836963"/>
            <a:ext cx="338462" cy="338462"/>
          </a:xfrm>
          <a:prstGeom prst="ellipse">
            <a:avLst/>
          </a:prstGeom>
          <a:solidFill>
            <a:srgbClr val="005C8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1E4AFF7C-E24F-BD5B-D366-E761C9FE7E0E}"/>
              </a:ext>
            </a:extLst>
          </p:cNvPr>
          <p:cNvSpPr/>
          <p:nvPr userDrawn="1"/>
        </p:nvSpPr>
        <p:spPr>
          <a:xfrm>
            <a:off x="16583525" y="4836963"/>
            <a:ext cx="338462" cy="338462"/>
          </a:xfrm>
          <a:prstGeom prst="ellipse">
            <a:avLst/>
          </a:prstGeom>
          <a:solidFill>
            <a:srgbClr val="003D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4A97C000-16B3-2EBE-A8F0-C54DFB565F90}"/>
              </a:ext>
            </a:extLst>
          </p:cNvPr>
          <p:cNvSpPr txBox="1"/>
          <p:nvPr userDrawn="1"/>
        </p:nvSpPr>
        <p:spPr>
          <a:xfrm>
            <a:off x="13920953" y="570792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/>
              <a:t>Product Group Colors</a:t>
            </a:r>
          </a:p>
        </p:txBody>
      </p: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A456F0D9-3A8B-F010-A1B2-179763FBC44A}"/>
              </a:ext>
            </a:extLst>
          </p:cNvPr>
          <p:cNvCxnSpPr>
            <a:cxnSpLocks/>
          </p:cNvCxnSpPr>
          <p:nvPr userDrawn="1"/>
        </p:nvCxnSpPr>
        <p:spPr>
          <a:xfrm>
            <a:off x="13920953" y="5583284"/>
            <a:ext cx="3109779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31E14694-127C-EB71-D823-0C8C423339C3}"/>
              </a:ext>
            </a:extLst>
          </p:cNvPr>
          <p:cNvCxnSpPr>
            <a:cxnSpLocks/>
          </p:cNvCxnSpPr>
          <p:nvPr userDrawn="1"/>
        </p:nvCxnSpPr>
        <p:spPr>
          <a:xfrm>
            <a:off x="13920953" y="0"/>
            <a:ext cx="907751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88846252-4BA6-454C-F2C0-6E1885751A5E}"/>
              </a:ext>
            </a:extLst>
          </p:cNvPr>
          <p:cNvCxnSpPr>
            <a:cxnSpLocks/>
          </p:cNvCxnSpPr>
          <p:nvPr userDrawn="1"/>
        </p:nvCxnSpPr>
        <p:spPr>
          <a:xfrm>
            <a:off x="15040681" y="0"/>
            <a:ext cx="1963661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Rectangle 96">
            <a:extLst>
              <a:ext uri="{FF2B5EF4-FFF2-40B4-BE49-F238E27FC236}">
                <a16:creationId xmlns:a16="http://schemas.microsoft.com/office/drawing/2014/main" id="{554E8C43-8450-6CBA-7142-BC7F283CE3E2}"/>
              </a:ext>
            </a:extLst>
          </p:cNvPr>
          <p:cNvSpPr/>
          <p:nvPr userDrawn="1"/>
        </p:nvSpPr>
        <p:spPr>
          <a:xfrm>
            <a:off x="14716831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>
                <a:solidFill>
                  <a:schemeClr val="tx1"/>
                </a:solidFill>
                <a:latin typeface="+mn-lt"/>
              </a:rPr>
              <a:t>BIG-IP Next</a:t>
            </a:r>
          </a:p>
        </p:txBody>
      </p:sp>
      <p:sp>
        <p:nvSpPr>
          <p:cNvPr id="98" name="Oval 97">
            <a:extLst>
              <a:ext uri="{FF2B5EF4-FFF2-40B4-BE49-F238E27FC236}">
                <a16:creationId xmlns:a16="http://schemas.microsoft.com/office/drawing/2014/main" id="{83CC6AE2-2660-E986-B1AA-C9C5D6A1D061}"/>
              </a:ext>
            </a:extLst>
          </p:cNvPr>
          <p:cNvSpPr/>
          <p:nvPr userDrawn="1"/>
        </p:nvSpPr>
        <p:spPr>
          <a:xfrm>
            <a:off x="14804987" y="6024739"/>
            <a:ext cx="338462" cy="338462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9A2B5AC1-3639-B007-B72A-D3327E2769B8}"/>
              </a:ext>
            </a:extLst>
          </p:cNvPr>
          <p:cNvSpPr/>
          <p:nvPr userDrawn="1"/>
        </p:nvSpPr>
        <p:spPr>
          <a:xfrm>
            <a:off x="13843869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>
                <a:solidFill>
                  <a:schemeClr val="tx1"/>
                </a:solidFill>
                <a:latin typeface="+mn-lt"/>
              </a:rPr>
              <a:t>Distributed Cloud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75DB2862-925C-7CE3-E01C-C86C8158D0EB}"/>
              </a:ext>
            </a:extLst>
          </p:cNvPr>
          <p:cNvSpPr/>
          <p:nvPr userDrawn="1"/>
        </p:nvSpPr>
        <p:spPr>
          <a:xfrm>
            <a:off x="15568415" y="6388493"/>
            <a:ext cx="91440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000" kern="100">
                <a:solidFill>
                  <a:schemeClr val="tx1"/>
                </a:solidFill>
                <a:latin typeface="+mn-lt"/>
              </a:rPr>
              <a:t>BIG-IP</a:t>
            </a:r>
          </a:p>
        </p:txBody>
      </p:sp>
      <p:sp>
        <p:nvSpPr>
          <p:cNvPr id="101" name="Oval 100">
            <a:extLst>
              <a:ext uri="{FF2B5EF4-FFF2-40B4-BE49-F238E27FC236}">
                <a16:creationId xmlns:a16="http://schemas.microsoft.com/office/drawing/2014/main" id="{9A5749D0-0A7D-2E92-631A-C06C2FEB6532}"/>
              </a:ext>
            </a:extLst>
          </p:cNvPr>
          <p:cNvSpPr/>
          <p:nvPr userDrawn="1"/>
        </p:nvSpPr>
        <p:spPr>
          <a:xfrm>
            <a:off x="13916887" y="6024739"/>
            <a:ext cx="338462" cy="33846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957CC61D-2D18-3891-2077-6B56998DD8EE}"/>
              </a:ext>
            </a:extLst>
          </p:cNvPr>
          <p:cNvSpPr/>
          <p:nvPr userDrawn="1"/>
        </p:nvSpPr>
        <p:spPr>
          <a:xfrm>
            <a:off x="15702617" y="6024739"/>
            <a:ext cx="338462" cy="33846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EBCAC3AD-6926-0CA8-EC81-EEB0066D7D68}"/>
              </a:ext>
            </a:extLst>
          </p:cNvPr>
          <p:cNvSpPr/>
          <p:nvPr userDrawn="1"/>
        </p:nvSpPr>
        <p:spPr>
          <a:xfrm>
            <a:off x="16491659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>
                <a:solidFill>
                  <a:schemeClr val="tx1"/>
                </a:solidFill>
                <a:latin typeface="+mn-lt"/>
              </a:rPr>
              <a:t>NGINX </a:t>
            </a:r>
          </a:p>
        </p:txBody>
      </p:sp>
      <p:sp>
        <p:nvSpPr>
          <p:cNvPr id="104" name="Oval 103">
            <a:extLst>
              <a:ext uri="{FF2B5EF4-FFF2-40B4-BE49-F238E27FC236}">
                <a16:creationId xmlns:a16="http://schemas.microsoft.com/office/drawing/2014/main" id="{58AAE406-372E-4F4B-C37E-7155FCD2FA4B}"/>
              </a:ext>
            </a:extLst>
          </p:cNvPr>
          <p:cNvSpPr/>
          <p:nvPr userDrawn="1"/>
        </p:nvSpPr>
        <p:spPr>
          <a:xfrm>
            <a:off x="16590717" y="6024739"/>
            <a:ext cx="338462" cy="33846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D063E31-1F7F-FD4F-2256-48144548817B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0" y="6763513"/>
            <a:ext cx="12192000" cy="944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7737539"/>
      </p:ext>
    </p:extLst>
  </p:cSld>
  <p:clrMapOvr>
    <a:masterClrMapping/>
  </p:clrMapOvr>
</p:sldLayout>
</file>

<file path=ppt/slideLayouts/slideLayout1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0">
            <a:extLst>
              <a:ext uri="{FF2B5EF4-FFF2-40B4-BE49-F238E27FC236}">
                <a16:creationId xmlns:a16="http://schemas.microsoft.com/office/drawing/2014/main" id="{6AAA353B-4225-4925-A76E-613DABA5B5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3542030"/>
      </p:ext>
    </p:extLst>
  </p:cSld>
  <p:clrMapOvr>
    <a:masterClrMapping/>
  </p:clrMapOvr>
</p:sldLayout>
</file>

<file path=ppt/slideLayouts/slideLayout1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 Black: Pattern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black screen with white text&#10;&#10;AI-generated content may be incorrect.">
            <a:extLst>
              <a:ext uri="{FF2B5EF4-FFF2-40B4-BE49-F238E27FC236}">
                <a16:creationId xmlns:a16="http://schemas.microsoft.com/office/drawing/2014/main" id="{703F1A2B-05BD-8766-76FF-3452FB8C4C9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0"/>
            <a:ext cx="12185195" cy="685417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BC706BC-2671-42BA-B78B-426C50D7C0D7}"/>
              </a:ext>
            </a:extLst>
          </p:cNvPr>
          <p:cNvSpPr>
            <a:spLocks noGrp="1"/>
          </p:cNvSpPr>
          <p:nvPr userDrawn="1">
            <p:ph type="title"/>
          </p:nvPr>
        </p:nvSpPr>
        <p:spPr bwMode="black">
          <a:xfrm>
            <a:off x="495952" y="1162051"/>
            <a:ext cx="7415242" cy="2561626"/>
          </a:xfrm>
          <a:prstGeom prst="rect">
            <a:avLst/>
          </a:prstGeom>
        </p:spPr>
        <p:txBody>
          <a:bodyPr anchor="b"/>
          <a:lstStyle>
            <a:lvl1pPr>
              <a:defRPr sz="4800">
                <a:solidFill>
                  <a:srgbClr val="FEFEFE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FA8F4B-34D9-DC05-49D6-39E4DEAF5EAC}"/>
              </a:ext>
            </a:extLst>
          </p:cNvPr>
          <p:cNvSpPr txBox="1"/>
          <p:nvPr userDrawn="1"/>
        </p:nvSpPr>
        <p:spPr>
          <a:xfrm>
            <a:off x="681343" y="6501327"/>
            <a:ext cx="730016" cy="9810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r>
              <a:rPr lang="en-US" sz="750" kern="100" cap="all" spc="10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</a:t>
            </a:r>
            <a:r>
              <a:rPr lang="en-US" sz="750" kern="100" cap="all" spc="2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2025 F5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C9A88F3-E28E-275E-C041-7890AF9D0B4F}"/>
              </a:ext>
            </a:extLst>
          </p:cNvPr>
          <p:cNvSpPr txBox="1"/>
          <p:nvPr userDrawn="1"/>
        </p:nvSpPr>
        <p:spPr>
          <a:xfrm>
            <a:off x="6805" y="6501327"/>
            <a:ext cx="567398" cy="9810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 algn="r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  <a:buFont typeface="Arial" panose="020B0604020202020204" pitchFamily="34" charset="0"/>
              <a:buChar char="​"/>
            </a:pPr>
            <a:fld id="{CB0320B6-2A61-43CE-9396-B5C4FB4B7D43}" type="slidenum">
              <a:rPr lang="en-US" sz="750" b="1" kern="100" cap="all" spc="5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marL="0" lvl="4" algn="r">
                <a:lnSpc>
                  <a:spcPct val="85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5"/>
                </a:buClr>
                <a:buFont typeface="Arial" panose="020B0604020202020204" pitchFamily="34" charset="0"/>
                <a:buChar char="​"/>
              </a:pPr>
              <a:t>‹#›</a:t>
            </a:fld>
            <a:endParaRPr lang="en-US" sz="750" b="1" kern="100" cap="all" spc="5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Footer Placeholder 10">
            <a:extLst>
              <a:ext uri="{FF2B5EF4-FFF2-40B4-BE49-F238E27FC236}">
                <a16:creationId xmlns:a16="http://schemas.microsoft.com/office/drawing/2014/main" id="{66D49306-C1FB-AEFB-F32B-F136A4EA2BD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>
                <a:solidFill>
                  <a:schemeClr val="bg1"/>
                </a:solidFill>
              </a:defRPr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5A2EF32F-0F8C-0AC1-F581-52C79F9B1A4B}"/>
              </a:ext>
            </a:extLst>
          </p:cNvPr>
          <p:cNvSpPr>
            <a:spLocks noGrp="1"/>
          </p:cNvSpPr>
          <p:nvPr>
            <p:ph type="body" idx="1"/>
          </p:nvPr>
        </p:nvSpPr>
        <p:spPr bwMode="black">
          <a:xfrm>
            <a:off x="495952" y="3762096"/>
            <a:ext cx="7453993" cy="256162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00" spc="0" baseline="0">
                <a:solidFill>
                  <a:srgbClr val="FEFEFE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4CAA01-3853-59A4-A4BD-A2D17EA4CDC3}"/>
              </a:ext>
            </a:extLst>
          </p:cNvPr>
          <p:cNvSpPr txBox="1"/>
          <p:nvPr userDrawn="1"/>
        </p:nvSpPr>
        <p:spPr>
          <a:xfrm>
            <a:off x="13920953" y="10706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/>
              <a:t>Primary palette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A372142F-931D-3BFE-27E4-C7FDD394D802}"/>
              </a:ext>
            </a:extLst>
          </p:cNvPr>
          <p:cNvSpPr/>
          <p:nvPr userDrawn="1"/>
        </p:nvSpPr>
        <p:spPr>
          <a:xfrm>
            <a:off x="13959929" y="377353"/>
            <a:ext cx="618392" cy="618392"/>
          </a:xfrm>
          <a:prstGeom prst="ellipse">
            <a:avLst/>
          </a:prstGeom>
          <a:solidFill>
            <a:srgbClr val="E400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D25C3D87-4A12-E3B0-477D-F8A4811ECF32}"/>
              </a:ext>
            </a:extLst>
          </p:cNvPr>
          <p:cNvSpPr/>
          <p:nvPr userDrawn="1"/>
        </p:nvSpPr>
        <p:spPr>
          <a:xfrm>
            <a:off x="15084675" y="517318"/>
            <a:ext cx="338462" cy="338462"/>
          </a:xfrm>
          <a:prstGeom prst="ellipse">
            <a:avLst/>
          </a:prstGeom>
          <a:solidFill>
            <a:srgbClr val="F7B2B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5E5408D2-03F2-7512-1734-A663F0758C26}"/>
              </a:ext>
            </a:extLst>
          </p:cNvPr>
          <p:cNvSpPr/>
          <p:nvPr userDrawn="1"/>
        </p:nvSpPr>
        <p:spPr>
          <a:xfrm>
            <a:off x="15584292" y="517318"/>
            <a:ext cx="338462" cy="338462"/>
          </a:xfrm>
          <a:prstGeom prst="ellipse">
            <a:avLst/>
          </a:prstGeom>
          <a:solidFill>
            <a:srgbClr val="F066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0F320C2F-9FBF-9347-8EE7-3CD82A1B93F2}"/>
              </a:ext>
            </a:extLst>
          </p:cNvPr>
          <p:cNvSpPr/>
          <p:nvPr userDrawn="1"/>
        </p:nvSpPr>
        <p:spPr>
          <a:xfrm>
            <a:off x="16083909" y="517318"/>
            <a:ext cx="338462" cy="338462"/>
          </a:xfrm>
          <a:prstGeom prst="ellipse">
            <a:avLst/>
          </a:prstGeom>
          <a:solidFill>
            <a:srgbClr val="A7002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81737270-7FFE-B760-1D4D-2B5D55BDA27A}"/>
              </a:ext>
            </a:extLst>
          </p:cNvPr>
          <p:cNvSpPr/>
          <p:nvPr userDrawn="1"/>
        </p:nvSpPr>
        <p:spPr>
          <a:xfrm>
            <a:off x="16583525" y="517318"/>
            <a:ext cx="338462" cy="338462"/>
          </a:xfrm>
          <a:prstGeom prst="ellipse">
            <a:avLst/>
          </a:prstGeom>
          <a:solidFill>
            <a:srgbClr val="72001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8D8DA1F-E9B0-4731-D0EF-DF0C33BED9F5}"/>
              </a:ext>
            </a:extLst>
          </p:cNvPr>
          <p:cNvSpPr txBox="1"/>
          <p:nvPr userDrawn="1"/>
        </p:nvSpPr>
        <p:spPr>
          <a:xfrm>
            <a:off x="15053447" y="10706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/>
              <a:t>Secondary palette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97BCC9AA-13AC-9F2A-4D0B-59CF6C48E03A}"/>
              </a:ext>
            </a:extLst>
          </p:cNvPr>
          <p:cNvSpPr/>
          <p:nvPr userDrawn="1"/>
        </p:nvSpPr>
        <p:spPr>
          <a:xfrm>
            <a:off x="13959929" y="1097294"/>
            <a:ext cx="618392" cy="618392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AE6114C1-3CC9-50EA-5264-A5A749AA0FD2}"/>
              </a:ext>
            </a:extLst>
          </p:cNvPr>
          <p:cNvSpPr/>
          <p:nvPr userDrawn="1"/>
        </p:nvSpPr>
        <p:spPr>
          <a:xfrm>
            <a:off x="15084675" y="1237259"/>
            <a:ext cx="338462" cy="338462"/>
          </a:xfrm>
          <a:prstGeom prst="ellipse">
            <a:avLst/>
          </a:prstGeom>
          <a:solidFill>
            <a:srgbClr val="FBE1C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ED84654C-2A63-B9E6-B6DB-87F92D45C906}"/>
              </a:ext>
            </a:extLst>
          </p:cNvPr>
          <p:cNvSpPr/>
          <p:nvPr userDrawn="1"/>
        </p:nvSpPr>
        <p:spPr>
          <a:xfrm>
            <a:off x="15584292" y="1237259"/>
            <a:ext cx="338462" cy="338462"/>
          </a:xfrm>
          <a:prstGeom prst="ellipse">
            <a:avLst/>
          </a:prstGeom>
          <a:solidFill>
            <a:srgbClr val="F7C2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104D004F-FB76-E97A-74CF-41F9540B0D5C}"/>
              </a:ext>
            </a:extLst>
          </p:cNvPr>
          <p:cNvSpPr/>
          <p:nvPr userDrawn="1"/>
        </p:nvSpPr>
        <p:spPr>
          <a:xfrm>
            <a:off x="16083909" y="1237259"/>
            <a:ext cx="338462" cy="338462"/>
          </a:xfrm>
          <a:prstGeom prst="ellipse">
            <a:avLst/>
          </a:prstGeom>
          <a:solidFill>
            <a:srgbClr val="B2742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FB79A284-8F86-9292-BED9-F2A31D9362EA}"/>
              </a:ext>
            </a:extLst>
          </p:cNvPr>
          <p:cNvSpPr/>
          <p:nvPr userDrawn="1"/>
        </p:nvSpPr>
        <p:spPr>
          <a:xfrm>
            <a:off x="16583525" y="1237259"/>
            <a:ext cx="338462" cy="338462"/>
          </a:xfrm>
          <a:prstGeom prst="ellipse">
            <a:avLst/>
          </a:prstGeom>
          <a:solidFill>
            <a:srgbClr val="794D1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3645F86D-9883-C819-6278-E155724D6A7D}"/>
              </a:ext>
            </a:extLst>
          </p:cNvPr>
          <p:cNvSpPr/>
          <p:nvPr userDrawn="1"/>
        </p:nvSpPr>
        <p:spPr>
          <a:xfrm>
            <a:off x="13959929" y="1817235"/>
            <a:ext cx="618392" cy="6183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DDD7E87C-D139-3948-D3E0-810F88417DA6}"/>
              </a:ext>
            </a:extLst>
          </p:cNvPr>
          <p:cNvSpPr/>
          <p:nvPr userDrawn="1"/>
        </p:nvSpPr>
        <p:spPr>
          <a:xfrm>
            <a:off x="15084675" y="1957200"/>
            <a:ext cx="338462" cy="338462"/>
          </a:xfrm>
          <a:prstGeom prst="ellipse">
            <a:avLst/>
          </a:prstGeom>
          <a:solidFill>
            <a:srgbClr val="B7C6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4C197265-BA8B-6240-F5DC-95DEC7664C93}"/>
              </a:ext>
            </a:extLst>
          </p:cNvPr>
          <p:cNvSpPr/>
          <p:nvPr userDrawn="1"/>
        </p:nvSpPr>
        <p:spPr>
          <a:xfrm>
            <a:off x="15584292" y="1957200"/>
            <a:ext cx="338462" cy="338462"/>
          </a:xfrm>
          <a:prstGeom prst="ellipse">
            <a:avLst/>
          </a:prstGeom>
          <a:solidFill>
            <a:srgbClr val="6E8D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D4E453CC-DA6D-51C9-BB74-1A339B3937C2}"/>
              </a:ext>
            </a:extLst>
          </p:cNvPr>
          <p:cNvSpPr/>
          <p:nvPr userDrawn="1"/>
        </p:nvSpPr>
        <p:spPr>
          <a:xfrm>
            <a:off x="16083909" y="1957200"/>
            <a:ext cx="338462" cy="338462"/>
          </a:xfrm>
          <a:prstGeom prst="ellipse">
            <a:avLst/>
          </a:prstGeom>
          <a:solidFill>
            <a:srgbClr val="0B31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81B04795-65F5-6640-16B0-59F5A2225108}"/>
              </a:ext>
            </a:extLst>
          </p:cNvPr>
          <p:cNvSpPr/>
          <p:nvPr userDrawn="1"/>
        </p:nvSpPr>
        <p:spPr>
          <a:xfrm>
            <a:off x="16583525" y="1957200"/>
            <a:ext cx="338462" cy="338462"/>
          </a:xfrm>
          <a:prstGeom prst="ellipse">
            <a:avLst/>
          </a:prstGeom>
          <a:solidFill>
            <a:srgbClr val="07215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9FA0AF51-A1F0-526B-C2CC-492CD7E5F5F9}"/>
              </a:ext>
            </a:extLst>
          </p:cNvPr>
          <p:cNvSpPr/>
          <p:nvPr userDrawn="1"/>
        </p:nvSpPr>
        <p:spPr>
          <a:xfrm>
            <a:off x="13959929" y="2537176"/>
            <a:ext cx="618392" cy="618392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BE6E96DD-1D54-0E4A-B5EB-BECD7C17032F}"/>
              </a:ext>
            </a:extLst>
          </p:cNvPr>
          <p:cNvSpPr/>
          <p:nvPr userDrawn="1"/>
        </p:nvSpPr>
        <p:spPr>
          <a:xfrm>
            <a:off x="15084675" y="2677141"/>
            <a:ext cx="338462" cy="338462"/>
          </a:xfrm>
          <a:prstGeom prst="ellipse">
            <a:avLst/>
          </a:prstGeom>
          <a:solidFill>
            <a:srgbClr val="E6BE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81CF6750-D104-9E15-658E-419CCCC99FC4}"/>
              </a:ext>
            </a:extLst>
          </p:cNvPr>
          <p:cNvSpPr/>
          <p:nvPr userDrawn="1"/>
        </p:nvSpPr>
        <p:spPr>
          <a:xfrm>
            <a:off x="15584292" y="2677141"/>
            <a:ext cx="338462" cy="338462"/>
          </a:xfrm>
          <a:prstGeom prst="ellipse">
            <a:avLst/>
          </a:prstGeom>
          <a:solidFill>
            <a:srgbClr val="CD7DB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6464FE92-E55C-683C-D57A-E59C0FB2CE86}"/>
              </a:ext>
            </a:extLst>
          </p:cNvPr>
          <p:cNvSpPr/>
          <p:nvPr userDrawn="1"/>
        </p:nvSpPr>
        <p:spPr>
          <a:xfrm>
            <a:off x="16083909" y="2677141"/>
            <a:ext cx="338462" cy="338462"/>
          </a:xfrm>
          <a:prstGeom prst="ellipse">
            <a:avLst/>
          </a:prstGeom>
          <a:solidFill>
            <a:srgbClr val="801D6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5" name="Oval 84">
            <a:extLst>
              <a:ext uri="{FF2B5EF4-FFF2-40B4-BE49-F238E27FC236}">
                <a16:creationId xmlns:a16="http://schemas.microsoft.com/office/drawing/2014/main" id="{DF91EC73-58CB-32DC-CF48-5BD29A407A5A}"/>
              </a:ext>
            </a:extLst>
          </p:cNvPr>
          <p:cNvSpPr/>
          <p:nvPr userDrawn="1"/>
        </p:nvSpPr>
        <p:spPr>
          <a:xfrm>
            <a:off x="16583525" y="2677141"/>
            <a:ext cx="338462" cy="338462"/>
          </a:xfrm>
          <a:prstGeom prst="ellipse">
            <a:avLst/>
          </a:prstGeom>
          <a:solidFill>
            <a:srgbClr val="5614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38F8E220-F3A5-5DD2-BF42-5089A5B3C03E}"/>
              </a:ext>
            </a:extLst>
          </p:cNvPr>
          <p:cNvSpPr/>
          <p:nvPr userDrawn="1"/>
        </p:nvSpPr>
        <p:spPr>
          <a:xfrm>
            <a:off x="13959929" y="3257117"/>
            <a:ext cx="618392" cy="61839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8B5AB79B-F94B-064F-C6CC-CBAF9EFE039B}"/>
              </a:ext>
            </a:extLst>
          </p:cNvPr>
          <p:cNvSpPr/>
          <p:nvPr userDrawn="1"/>
        </p:nvSpPr>
        <p:spPr>
          <a:xfrm>
            <a:off x="15084675" y="3397082"/>
            <a:ext cx="338462" cy="338462"/>
          </a:xfrm>
          <a:prstGeom prst="ellipse">
            <a:avLst/>
          </a:prstGeom>
          <a:solidFill>
            <a:srgbClr val="B2DFC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C4F0B078-B3FC-CF30-9416-D2DCA6874C83}"/>
              </a:ext>
            </a:extLst>
          </p:cNvPr>
          <p:cNvSpPr/>
          <p:nvPr userDrawn="1"/>
        </p:nvSpPr>
        <p:spPr>
          <a:xfrm>
            <a:off x="15584292" y="3397082"/>
            <a:ext cx="338462" cy="338462"/>
          </a:xfrm>
          <a:prstGeom prst="ellipse">
            <a:avLst/>
          </a:prstGeom>
          <a:solidFill>
            <a:srgbClr val="66C0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E99236D8-E3BC-0D0E-AD8B-CC40681D12A1}"/>
              </a:ext>
            </a:extLst>
          </p:cNvPr>
          <p:cNvSpPr/>
          <p:nvPr userDrawn="1"/>
        </p:nvSpPr>
        <p:spPr>
          <a:xfrm>
            <a:off x="16083909" y="3397082"/>
            <a:ext cx="338462" cy="338462"/>
          </a:xfrm>
          <a:prstGeom prst="ellipse">
            <a:avLst/>
          </a:prstGeom>
          <a:solidFill>
            <a:srgbClr val="0071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181D7323-5A66-1B4B-C211-5C6C7EFA0BFE}"/>
              </a:ext>
            </a:extLst>
          </p:cNvPr>
          <p:cNvSpPr/>
          <p:nvPr userDrawn="1"/>
        </p:nvSpPr>
        <p:spPr>
          <a:xfrm>
            <a:off x="16583525" y="3397082"/>
            <a:ext cx="338462" cy="338462"/>
          </a:xfrm>
          <a:prstGeom prst="ellipse">
            <a:avLst/>
          </a:prstGeom>
          <a:solidFill>
            <a:srgbClr val="004B1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866D7660-6B90-58F1-FECD-4C950518D829}"/>
              </a:ext>
            </a:extLst>
          </p:cNvPr>
          <p:cNvSpPr/>
          <p:nvPr userDrawn="1"/>
        </p:nvSpPr>
        <p:spPr>
          <a:xfrm>
            <a:off x="13959929" y="3977058"/>
            <a:ext cx="618392" cy="6183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0F8B6273-B987-70A5-B72D-28D250A78B72}"/>
              </a:ext>
            </a:extLst>
          </p:cNvPr>
          <p:cNvSpPr/>
          <p:nvPr userDrawn="1"/>
        </p:nvSpPr>
        <p:spPr>
          <a:xfrm>
            <a:off x="15084675" y="4117023"/>
            <a:ext cx="338462" cy="338462"/>
          </a:xfrm>
          <a:prstGeom prst="ellipse">
            <a:avLst/>
          </a:prstGeom>
          <a:solidFill>
            <a:srgbClr val="D0BC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974F6F8E-0245-5166-63F3-F97B39813E51}"/>
              </a:ext>
            </a:extLst>
          </p:cNvPr>
          <p:cNvSpPr/>
          <p:nvPr userDrawn="1"/>
        </p:nvSpPr>
        <p:spPr>
          <a:xfrm>
            <a:off x="15584292" y="4117023"/>
            <a:ext cx="338462" cy="338462"/>
          </a:xfrm>
          <a:prstGeom prst="ellipse">
            <a:avLst/>
          </a:prstGeom>
          <a:solidFill>
            <a:srgbClr val="A17AB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C0CEA86C-642D-43DE-5DFD-00E473845366}"/>
              </a:ext>
            </a:extLst>
          </p:cNvPr>
          <p:cNvSpPr/>
          <p:nvPr userDrawn="1"/>
        </p:nvSpPr>
        <p:spPr>
          <a:xfrm>
            <a:off x="16083909" y="4117023"/>
            <a:ext cx="338462" cy="338462"/>
          </a:xfrm>
          <a:prstGeom prst="ellipse">
            <a:avLst/>
          </a:prstGeom>
          <a:solidFill>
            <a:srgbClr val="3813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1FA5B3DD-9E3F-EFB9-5509-05213F6CB5CA}"/>
              </a:ext>
            </a:extLst>
          </p:cNvPr>
          <p:cNvSpPr/>
          <p:nvPr userDrawn="1"/>
        </p:nvSpPr>
        <p:spPr>
          <a:xfrm>
            <a:off x="16583525" y="4117023"/>
            <a:ext cx="338462" cy="338462"/>
          </a:xfrm>
          <a:prstGeom prst="ellipse">
            <a:avLst/>
          </a:prstGeom>
          <a:solidFill>
            <a:srgbClr val="250D3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6" name="Oval 95">
            <a:extLst>
              <a:ext uri="{FF2B5EF4-FFF2-40B4-BE49-F238E27FC236}">
                <a16:creationId xmlns:a16="http://schemas.microsoft.com/office/drawing/2014/main" id="{1570214B-98A8-71E2-C5C8-D755E6EF3E2E}"/>
              </a:ext>
            </a:extLst>
          </p:cNvPr>
          <p:cNvSpPr/>
          <p:nvPr userDrawn="1"/>
        </p:nvSpPr>
        <p:spPr>
          <a:xfrm>
            <a:off x="13959929" y="4652930"/>
            <a:ext cx="618392" cy="618392"/>
          </a:xfrm>
          <a:prstGeom prst="ellipse">
            <a:avLst/>
          </a:prstGeom>
          <a:solidFill>
            <a:srgbClr val="007B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B1D54F65-D787-CB39-07AA-6740FF5C06E7}"/>
              </a:ext>
            </a:extLst>
          </p:cNvPr>
          <p:cNvSpPr/>
          <p:nvPr userDrawn="1"/>
        </p:nvSpPr>
        <p:spPr>
          <a:xfrm>
            <a:off x="15084675" y="4836963"/>
            <a:ext cx="338462" cy="338462"/>
          </a:xfrm>
          <a:prstGeom prst="ellipse">
            <a:avLst/>
          </a:prstGeom>
          <a:solidFill>
            <a:srgbClr val="B2D7E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8" name="Oval 97">
            <a:extLst>
              <a:ext uri="{FF2B5EF4-FFF2-40B4-BE49-F238E27FC236}">
                <a16:creationId xmlns:a16="http://schemas.microsoft.com/office/drawing/2014/main" id="{D4214E5A-039C-2B8B-9828-80F4FDC628D0}"/>
              </a:ext>
            </a:extLst>
          </p:cNvPr>
          <p:cNvSpPr/>
          <p:nvPr userDrawn="1"/>
        </p:nvSpPr>
        <p:spPr>
          <a:xfrm>
            <a:off x="15584292" y="4836963"/>
            <a:ext cx="338462" cy="338462"/>
          </a:xfrm>
          <a:prstGeom prst="ellipse">
            <a:avLst/>
          </a:prstGeom>
          <a:solidFill>
            <a:srgbClr val="66AF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9" name="Oval 98">
            <a:extLst>
              <a:ext uri="{FF2B5EF4-FFF2-40B4-BE49-F238E27FC236}">
                <a16:creationId xmlns:a16="http://schemas.microsoft.com/office/drawing/2014/main" id="{2E449EAF-CC25-CE90-735E-5F12F039BAF3}"/>
              </a:ext>
            </a:extLst>
          </p:cNvPr>
          <p:cNvSpPr/>
          <p:nvPr userDrawn="1"/>
        </p:nvSpPr>
        <p:spPr>
          <a:xfrm>
            <a:off x="16083909" y="4836963"/>
            <a:ext cx="338462" cy="338462"/>
          </a:xfrm>
          <a:prstGeom prst="ellipse">
            <a:avLst/>
          </a:prstGeom>
          <a:solidFill>
            <a:srgbClr val="005C8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100" name="Oval 99">
            <a:extLst>
              <a:ext uri="{FF2B5EF4-FFF2-40B4-BE49-F238E27FC236}">
                <a16:creationId xmlns:a16="http://schemas.microsoft.com/office/drawing/2014/main" id="{4458F72B-AE3B-9982-A162-D1B237E6F301}"/>
              </a:ext>
            </a:extLst>
          </p:cNvPr>
          <p:cNvSpPr/>
          <p:nvPr userDrawn="1"/>
        </p:nvSpPr>
        <p:spPr>
          <a:xfrm>
            <a:off x="16583525" y="4836963"/>
            <a:ext cx="338462" cy="338462"/>
          </a:xfrm>
          <a:prstGeom prst="ellipse">
            <a:avLst/>
          </a:prstGeom>
          <a:solidFill>
            <a:srgbClr val="003D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886388BF-F530-8204-1288-A7D3B8CB803D}"/>
              </a:ext>
            </a:extLst>
          </p:cNvPr>
          <p:cNvSpPr txBox="1"/>
          <p:nvPr userDrawn="1"/>
        </p:nvSpPr>
        <p:spPr>
          <a:xfrm>
            <a:off x="13920953" y="570792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/>
              <a:t>Product Group Colors</a:t>
            </a:r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BE581AD0-9147-1A09-D961-13B6F6FD1F27}"/>
              </a:ext>
            </a:extLst>
          </p:cNvPr>
          <p:cNvCxnSpPr>
            <a:cxnSpLocks/>
          </p:cNvCxnSpPr>
          <p:nvPr userDrawn="1"/>
        </p:nvCxnSpPr>
        <p:spPr>
          <a:xfrm>
            <a:off x="13920953" y="5583284"/>
            <a:ext cx="3109779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D5B5CD0C-2785-9A7C-E645-5508CAB23A5B}"/>
              </a:ext>
            </a:extLst>
          </p:cNvPr>
          <p:cNvCxnSpPr>
            <a:cxnSpLocks/>
          </p:cNvCxnSpPr>
          <p:nvPr userDrawn="1"/>
        </p:nvCxnSpPr>
        <p:spPr>
          <a:xfrm>
            <a:off x="13920953" y="0"/>
            <a:ext cx="907751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9F479EDC-6752-77F9-AD0D-6E89A8D680D7}"/>
              </a:ext>
            </a:extLst>
          </p:cNvPr>
          <p:cNvCxnSpPr>
            <a:cxnSpLocks/>
          </p:cNvCxnSpPr>
          <p:nvPr userDrawn="1"/>
        </p:nvCxnSpPr>
        <p:spPr>
          <a:xfrm>
            <a:off x="15040681" y="0"/>
            <a:ext cx="1963661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Rectangle 104">
            <a:extLst>
              <a:ext uri="{FF2B5EF4-FFF2-40B4-BE49-F238E27FC236}">
                <a16:creationId xmlns:a16="http://schemas.microsoft.com/office/drawing/2014/main" id="{F428FA40-C331-64BA-9A6E-51E85C871B43}"/>
              </a:ext>
            </a:extLst>
          </p:cNvPr>
          <p:cNvSpPr/>
          <p:nvPr userDrawn="1"/>
        </p:nvSpPr>
        <p:spPr>
          <a:xfrm>
            <a:off x="14716831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>
                <a:solidFill>
                  <a:schemeClr val="tx1"/>
                </a:solidFill>
                <a:latin typeface="+mn-lt"/>
              </a:rPr>
              <a:t>BIG-IP Next</a:t>
            </a:r>
          </a:p>
        </p:txBody>
      </p:sp>
      <p:sp>
        <p:nvSpPr>
          <p:cNvPr id="106" name="Oval 105">
            <a:extLst>
              <a:ext uri="{FF2B5EF4-FFF2-40B4-BE49-F238E27FC236}">
                <a16:creationId xmlns:a16="http://schemas.microsoft.com/office/drawing/2014/main" id="{D180F793-8213-45CF-85B3-9EE7A5521F07}"/>
              </a:ext>
            </a:extLst>
          </p:cNvPr>
          <p:cNvSpPr/>
          <p:nvPr userDrawn="1"/>
        </p:nvSpPr>
        <p:spPr>
          <a:xfrm>
            <a:off x="14804987" y="6024739"/>
            <a:ext cx="338462" cy="338462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5B0C3A18-0237-6446-8BCA-6229133DA02B}"/>
              </a:ext>
            </a:extLst>
          </p:cNvPr>
          <p:cNvSpPr/>
          <p:nvPr userDrawn="1"/>
        </p:nvSpPr>
        <p:spPr>
          <a:xfrm>
            <a:off x="13843869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>
                <a:solidFill>
                  <a:schemeClr val="tx1"/>
                </a:solidFill>
                <a:latin typeface="+mn-lt"/>
              </a:rPr>
              <a:t>Distributed Cloud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6C1C3AFF-03FD-5513-B0D1-59CC11E1D041}"/>
              </a:ext>
            </a:extLst>
          </p:cNvPr>
          <p:cNvSpPr/>
          <p:nvPr userDrawn="1"/>
        </p:nvSpPr>
        <p:spPr>
          <a:xfrm>
            <a:off x="15568415" y="6388493"/>
            <a:ext cx="91440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000" kern="100">
                <a:solidFill>
                  <a:schemeClr val="tx1"/>
                </a:solidFill>
                <a:latin typeface="+mn-lt"/>
              </a:rPr>
              <a:t>BIG-IP</a:t>
            </a:r>
          </a:p>
        </p:txBody>
      </p:sp>
      <p:sp>
        <p:nvSpPr>
          <p:cNvPr id="109" name="Oval 108">
            <a:extLst>
              <a:ext uri="{FF2B5EF4-FFF2-40B4-BE49-F238E27FC236}">
                <a16:creationId xmlns:a16="http://schemas.microsoft.com/office/drawing/2014/main" id="{14C35E35-B467-5F84-5236-793715E6054A}"/>
              </a:ext>
            </a:extLst>
          </p:cNvPr>
          <p:cNvSpPr/>
          <p:nvPr userDrawn="1"/>
        </p:nvSpPr>
        <p:spPr>
          <a:xfrm>
            <a:off x="13916887" y="6024739"/>
            <a:ext cx="338462" cy="33846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110" name="Oval 109">
            <a:extLst>
              <a:ext uri="{FF2B5EF4-FFF2-40B4-BE49-F238E27FC236}">
                <a16:creationId xmlns:a16="http://schemas.microsoft.com/office/drawing/2014/main" id="{806F5014-1336-97C8-2B0E-9C68A674C4FE}"/>
              </a:ext>
            </a:extLst>
          </p:cNvPr>
          <p:cNvSpPr/>
          <p:nvPr userDrawn="1"/>
        </p:nvSpPr>
        <p:spPr>
          <a:xfrm>
            <a:off x="15702617" y="6024739"/>
            <a:ext cx="338462" cy="33846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6CAA4011-5C9A-6716-3DCE-F999EE42B59D}"/>
              </a:ext>
            </a:extLst>
          </p:cNvPr>
          <p:cNvSpPr/>
          <p:nvPr userDrawn="1"/>
        </p:nvSpPr>
        <p:spPr>
          <a:xfrm>
            <a:off x="16491659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>
                <a:solidFill>
                  <a:schemeClr val="tx1"/>
                </a:solidFill>
                <a:latin typeface="+mn-lt"/>
              </a:rPr>
              <a:t>NGINX </a:t>
            </a:r>
          </a:p>
        </p:txBody>
      </p:sp>
      <p:sp>
        <p:nvSpPr>
          <p:cNvPr id="112" name="Oval 111">
            <a:extLst>
              <a:ext uri="{FF2B5EF4-FFF2-40B4-BE49-F238E27FC236}">
                <a16:creationId xmlns:a16="http://schemas.microsoft.com/office/drawing/2014/main" id="{904577A0-F1B2-FAF0-C2E3-98F3D5532C05}"/>
              </a:ext>
            </a:extLst>
          </p:cNvPr>
          <p:cNvSpPr/>
          <p:nvPr userDrawn="1"/>
        </p:nvSpPr>
        <p:spPr>
          <a:xfrm>
            <a:off x="16590717" y="6024739"/>
            <a:ext cx="338462" cy="33846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981FD30-98A3-F848-93D4-E538AA940C5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0" y="6763513"/>
            <a:ext cx="12192000" cy="94487"/>
          </a:xfrm>
          <a:prstGeom prst="rect">
            <a:avLst/>
          </a:prstGeom>
        </p:spPr>
      </p:pic>
      <p:pic>
        <p:nvPicPr>
          <p:cNvPr id="15" name="updated logo" descr="Logo&#10;&#10;Description automatically generated">
            <a:extLst>
              <a:ext uri="{FF2B5EF4-FFF2-40B4-BE49-F238E27FC236}">
                <a16:creationId xmlns:a16="http://schemas.microsoft.com/office/drawing/2014/main" id="{0EE1DC85-9753-35F0-1732-3A66ABAD5089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582491" y="6214023"/>
            <a:ext cx="246888" cy="2468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6900064"/>
      </p:ext>
    </p:extLst>
  </p:cSld>
  <p:clrMapOvr>
    <a:masterClrMapping/>
  </p:clrMapOvr>
</p:sldLayout>
</file>

<file path=ppt/slideLayouts/slideLayout1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ection header Black: Pattern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black screen with a black background&#10;&#10;AI-generated content may be incorrect.">
            <a:extLst>
              <a:ext uri="{FF2B5EF4-FFF2-40B4-BE49-F238E27FC236}">
                <a16:creationId xmlns:a16="http://schemas.microsoft.com/office/drawing/2014/main" id="{CC9BB9B9-3459-BE10-813F-16FF3E08C1B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0"/>
            <a:ext cx="12185195" cy="685417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BC706BC-2671-42BA-B78B-426C50D7C0D7}"/>
              </a:ext>
            </a:extLst>
          </p:cNvPr>
          <p:cNvSpPr>
            <a:spLocks noGrp="1"/>
          </p:cNvSpPr>
          <p:nvPr userDrawn="1">
            <p:ph type="title"/>
          </p:nvPr>
        </p:nvSpPr>
        <p:spPr bwMode="black">
          <a:xfrm>
            <a:off x="495952" y="1162051"/>
            <a:ext cx="7415242" cy="2561626"/>
          </a:xfrm>
          <a:prstGeom prst="rect">
            <a:avLst/>
          </a:prstGeom>
        </p:spPr>
        <p:txBody>
          <a:bodyPr anchor="b"/>
          <a:lstStyle>
            <a:lvl1pPr>
              <a:defRPr sz="4800">
                <a:solidFill>
                  <a:srgbClr val="FEFEFE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grpSp>
        <p:nvGrpSpPr>
          <p:cNvPr id="17" name="Group 22">
            <a:extLst>
              <a:ext uri="{FF2B5EF4-FFF2-40B4-BE49-F238E27FC236}">
                <a16:creationId xmlns:a16="http://schemas.microsoft.com/office/drawing/2014/main" id="{E81C2FB5-A4C5-47F5-8604-A8693D6F2F76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11592819" y="6201074"/>
            <a:ext cx="245297" cy="245297"/>
            <a:chOff x="5266" y="0"/>
            <a:chExt cx="733" cy="733"/>
          </a:xfrm>
          <a:solidFill>
            <a:schemeClr val="bg1"/>
          </a:solidFill>
        </p:grpSpPr>
        <p:sp>
          <p:nvSpPr>
            <p:cNvPr id="18" name="Freeform 24">
              <a:extLst>
                <a:ext uri="{FF2B5EF4-FFF2-40B4-BE49-F238E27FC236}">
                  <a16:creationId xmlns:a16="http://schemas.microsoft.com/office/drawing/2014/main" id="{B62E0890-58BF-4B2C-856B-D6D2E94F696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360" y="611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73737"/>
                </a:solidFill>
                <a:effectLst/>
                <a:uLnTx/>
                <a:uFillTx/>
                <a:latin typeface="Arial Narrow"/>
                <a:ea typeface="+mn-ea"/>
                <a:cs typeface="+mn-cs"/>
              </a:endParaRPr>
            </a:p>
          </p:txBody>
        </p:sp>
        <p:sp>
          <p:nvSpPr>
            <p:cNvPr id="19" name="Freeform 25">
              <a:extLst>
                <a:ext uri="{FF2B5EF4-FFF2-40B4-BE49-F238E27FC236}">
                  <a16:creationId xmlns:a16="http://schemas.microsoft.com/office/drawing/2014/main" id="{5F0ECFCF-334C-4E4C-A25A-7E52C759FC3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5911" y="645"/>
              <a:ext cx="55" cy="55"/>
            </a:xfrm>
            <a:custGeom>
              <a:avLst/>
              <a:gdLst>
                <a:gd name="T0" fmla="*/ 277 w 345"/>
                <a:gd name="T1" fmla="*/ 68 h 345"/>
                <a:gd name="T2" fmla="*/ 320 w 345"/>
                <a:gd name="T3" fmla="*/ 172 h 345"/>
                <a:gd name="T4" fmla="*/ 277 w 345"/>
                <a:gd name="T5" fmla="*/ 278 h 345"/>
                <a:gd name="T6" fmla="*/ 172 w 345"/>
                <a:gd name="T7" fmla="*/ 322 h 345"/>
                <a:gd name="T8" fmla="*/ 67 w 345"/>
                <a:gd name="T9" fmla="*/ 278 h 345"/>
                <a:gd name="T10" fmla="*/ 24 w 345"/>
                <a:gd name="T11" fmla="*/ 172 h 345"/>
                <a:gd name="T12" fmla="*/ 67 w 345"/>
                <a:gd name="T13" fmla="*/ 68 h 345"/>
                <a:gd name="T14" fmla="*/ 172 w 345"/>
                <a:gd name="T15" fmla="*/ 23 h 345"/>
                <a:gd name="T16" fmla="*/ 277 w 345"/>
                <a:gd name="T17" fmla="*/ 68 h 345"/>
                <a:gd name="T18" fmla="*/ 295 w 345"/>
                <a:gd name="T19" fmla="*/ 50 h 345"/>
                <a:gd name="T20" fmla="*/ 172 w 345"/>
                <a:gd name="T21" fmla="*/ 0 h 345"/>
                <a:gd name="T22" fmla="*/ 51 w 345"/>
                <a:gd name="T23" fmla="*/ 50 h 345"/>
                <a:gd name="T24" fmla="*/ 0 w 345"/>
                <a:gd name="T25" fmla="*/ 172 h 345"/>
                <a:gd name="T26" fmla="*/ 50 w 345"/>
                <a:gd name="T27" fmla="*/ 295 h 345"/>
                <a:gd name="T28" fmla="*/ 172 w 345"/>
                <a:gd name="T29" fmla="*/ 345 h 345"/>
                <a:gd name="T30" fmla="*/ 295 w 345"/>
                <a:gd name="T31" fmla="*/ 295 h 345"/>
                <a:gd name="T32" fmla="*/ 345 w 345"/>
                <a:gd name="T33" fmla="*/ 172 h 345"/>
                <a:gd name="T34" fmla="*/ 295 w 345"/>
                <a:gd name="T35" fmla="*/ 50 h 345"/>
                <a:gd name="T36" fmla="*/ 198 w 345"/>
                <a:gd name="T37" fmla="*/ 164 h 345"/>
                <a:gd name="T38" fmla="*/ 166 w 345"/>
                <a:gd name="T39" fmla="*/ 168 h 345"/>
                <a:gd name="T40" fmla="*/ 136 w 345"/>
                <a:gd name="T41" fmla="*/ 168 h 345"/>
                <a:gd name="T42" fmla="*/ 136 w 345"/>
                <a:gd name="T43" fmla="*/ 100 h 345"/>
                <a:gd name="T44" fmla="*/ 164 w 345"/>
                <a:gd name="T45" fmla="*/ 100 h 345"/>
                <a:gd name="T46" fmla="*/ 205 w 345"/>
                <a:gd name="T47" fmla="*/ 107 h 345"/>
                <a:gd name="T48" fmla="*/ 217 w 345"/>
                <a:gd name="T49" fmla="*/ 134 h 345"/>
                <a:gd name="T50" fmla="*/ 198 w 345"/>
                <a:gd name="T51" fmla="*/ 164 h 345"/>
                <a:gd name="T52" fmla="*/ 103 w 345"/>
                <a:gd name="T53" fmla="*/ 266 h 345"/>
                <a:gd name="T54" fmla="*/ 136 w 345"/>
                <a:gd name="T55" fmla="*/ 266 h 345"/>
                <a:gd name="T56" fmla="*/ 136 w 345"/>
                <a:gd name="T57" fmla="*/ 192 h 345"/>
                <a:gd name="T58" fmla="*/ 162 w 345"/>
                <a:gd name="T59" fmla="*/ 192 h 345"/>
                <a:gd name="T60" fmla="*/ 200 w 345"/>
                <a:gd name="T61" fmla="*/ 198 h 345"/>
                <a:gd name="T62" fmla="*/ 217 w 345"/>
                <a:gd name="T63" fmla="*/ 241 h 345"/>
                <a:gd name="T64" fmla="*/ 217 w 345"/>
                <a:gd name="T65" fmla="*/ 256 h 345"/>
                <a:gd name="T66" fmla="*/ 218 w 345"/>
                <a:gd name="T67" fmla="*/ 262 h 345"/>
                <a:gd name="T68" fmla="*/ 218 w 345"/>
                <a:gd name="T69" fmla="*/ 265 h 345"/>
                <a:gd name="T70" fmla="*/ 219 w 345"/>
                <a:gd name="T71" fmla="*/ 266 h 345"/>
                <a:gd name="T72" fmla="*/ 250 w 345"/>
                <a:gd name="T73" fmla="*/ 266 h 345"/>
                <a:gd name="T74" fmla="*/ 249 w 345"/>
                <a:gd name="T75" fmla="*/ 264 h 345"/>
                <a:gd name="T76" fmla="*/ 247 w 345"/>
                <a:gd name="T77" fmla="*/ 254 h 345"/>
                <a:gd name="T78" fmla="*/ 247 w 345"/>
                <a:gd name="T79" fmla="*/ 240 h 345"/>
                <a:gd name="T80" fmla="*/ 247 w 345"/>
                <a:gd name="T81" fmla="*/ 226 h 345"/>
                <a:gd name="T82" fmla="*/ 237 w 345"/>
                <a:gd name="T83" fmla="*/ 197 h 345"/>
                <a:gd name="T84" fmla="*/ 204 w 345"/>
                <a:gd name="T85" fmla="*/ 178 h 345"/>
                <a:gd name="T86" fmla="*/ 231 w 345"/>
                <a:gd name="T87" fmla="*/ 169 h 345"/>
                <a:gd name="T88" fmla="*/ 250 w 345"/>
                <a:gd name="T89" fmla="*/ 132 h 345"/>
                <a:gd name="T90" fmla="*/ 220 w 345"/>
                <a:gd name="T91" fmla="*/ 84 h 345"/>
                <a:gd name="T92" fmla="*/ 169 w 345"/>
                <a:gd name="T93" fmla="*/ 77 h 345"/>
                <a:gd name="T94" fmla="*/ 103 w 345"/>
                <a:gd name="T95" fmla="*/ 77 h 345"/>
                <a:gd name="T96" fmla="*/ 103 w 345"/>
                <a:gd name="T97" fmla="*/ 266 h 3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345" h="345">
                  <a:moveTo>
                    <a:pt x="277" y="68"/>
                  </a:moveTo>
                  <a:cubicBezTo>
                    <a:pt x="306" y="96"/>
                    <a:pt x="320" y="131"/>
                    <a:pt x="320" y="172"/>
                  </a:cubicBezTo>
                  <a:cubicBezTo>
                    <a:pt x="320" y="213"/>
                    <a:pt x="306" y="249"/>
                    <a:pt x="277" y="278"/>
                  </a:cubicBezTo>
                  <a:cubicBezTo>
                    <a:pt x="248" y="307"/>
                    <a:pt x="213" y="322"/>
                    <a:pt x="172" y="322"/>
                  </a:cubicBezTo>
                  <a:cubicBezTo>
                    <a:pt x="131" y="322"/>
                    <a:pt x="96" y="307"/>
                    <a:pt x="67" y="278"/>
                  </a:cubicBezTo>
                  <a:cubicBezTo>
                    <a:pt x="38" y="249"/>
                    <a:pt x="24" y="213"/>
                    <a:pt x="24" y="172"/>
                  </a:cubicBezTo>
                  <a:cubicBezTo>
                    <a:pt x="24" y="131"/>
                    <a:pt x="38" y="96"/>
                    <a:pt x="67" y="68"/>
                  </a:cubicBezTo>
                  <a:cubicBezTo>
                    <a:pt x="96" y="38"/>
                    <a:pt x="131" y="23"/>
                    <a:pt x="172" y="23"/>
                  </a:cubicBezTo>
                  <a:cubicBezTo>
                    <a:pt x="213" y="23"/>
                    <a:pt x="248" y="38"/>
                    <a:pt x="277" y="68"/>
                  </a:cubicBezTo>
                  <a:close/>
                  <a:moveTo>
                    <a:pt x="295" y="50"/>
                  </a:moveTo>
                  <a:cubicBezTo>
                    <a:pt x="261" y="17"/>
                    <a:pt x="220" y="0"/>
                    <a:pt x="172" y="0"/>
                  </a:cubicBezTo>
                  <a:cubicBezTo>
                    <a:pt x="125" y="0"/>
                    <a:pt x="84" y="17"/>
                    <a:pt x="51" y="50"/>
                  </a:cubicBezTo>
                  <a:cubicBezTo>
                    <a:pt x="17" y="84"/>
                    <a:pt x="0" y="125"/>
                    <a:pt x="0" y="172"/>
                  </a:cubicBezTo>
                  <a:cubicBezTo>
                    <a:pt x="0" y="220"/>
                    <a:pt x="17" y="261"/>
                    <a:pt x="50" y="295"/>
                  </a:cubicBezTo>
                  <a:cubicBezTo>
                    <a:pt x="83" y="329"/>
                    <a:pt x="124" y="345"/>
                    <a:pt x="172" y="345"/>
                  </a:cubicBezTo>
                  <a:cubicBezTo>
                    <a:pt x="220" y="345"/>
                    <a:pt x="261" y="329"/>
                    <a:pt x="295" y="295"/>
                  </a:cubicBezTo>
                  <a:cubicBezTo>
                    <a:pt x="328" y="261"/>
                    <a:pt x="345" y="220"/>
                    <a:pt x="345" y="172"/>
                  </a:cubicBezTo>
                  <a:cubicBezTo>
                    <a:pt x="345" y="124"/>
                    <a:pt x="328" y="84"/>
                    <a:pt x="295" y="50"/>
                  </a:cubicBezTo>
                  <a:close/>
                  <a:moveTo>
                    <a:pt x="198" y="164"/>
                  </a:moveTo>
                  <a:cubicBezTo>
                    <a:pt x="191" y="167"/>
                    <a:pt x="180" y="168"/>
                    <a:pt x="166" y="168"/>
                  </a:cubicBezTo>
                  <a:cubicBezTo>
                    <a:pt x="136" y="168"/>
                    <a:pt x="136" y="168"/>
                    <a:pt x="136" y="168"/>
                  </a:cubicBezTo>
                  <a:cubicBezTo>
                    <a:pt x="136" y="100"/>
                    <a:pt x="136" y="100"/>
                    <a:pt x="136" y="100"/>
                  </a:cubicBezTo>
                  <a:cubicBezTo>
                    <a:pt x="164" y="100"/>
                    <a:pt x="164" y="100"/>
                    <a:pt x="164" y="100"/>
                  </a:cubicBezTo>
                  <a:cubicBezTo>
                    <a:pt x="183" y="100"/>
                    <a:pt x="196" y="102"/>
                    <a:pt x="205" y="107"/>
                  </a:cubicBezTo>
                  <a:cubicBezTo>
                    <a:pt x="213" y="112"/>
                    <a:pt x="217" y="121"/>
                    <a:pt x="217" y="134"/>
                  </a:cubicBezTo>
                  <a:cubicBezTo>
                    <a:pt x="217" y="149"/>
                    <a:pt x="211" y="159"/>
                    <a:pt x="198" y="164"/>
                  </a:cubicBezTo>
                  <a:close/>
                  <a:moveTo>
                    <a:pt x="103" y="266"/>
                  </a:moveTo>
                  <a:cubicBezTo>
                    <a:pt x="136" y="266"/>
                    <a:pt x="136" y="266"/>
                    <a:pt x="136" y="266"/>
                  </a:cubicBezTo>
                  <a:cubicBezTo>
                    <a:pt x="136" y="192"/>
                    <a:pt x="136" y="192"/>
                    <a:pt x="136" y="192"/>
                  </a:cubicBezTo>
                  <a:cubicBezTo>
                    <a:pt x="162" y="192"/>
                    <a:pt x="162" y="192"/>
                    <a:pt x="162" y="192"/>
                  </a:cubicBezTo>
                  <a:cubicBezTo>
                    <a:pt x="180" y="192"/>
                    <a:pt x="192" y="193"/>
                    <a:pt x="200" y="198"/>
                  </a:cubicBezTo>
                  <a:cubicBezTo>
                    <a:pt x="211" y="205"/>
                    <a:pt x="217" y="219"/>
                    <a:pt x="217" y="241"/>
                  </a:cubicBezTo>
                  <a:cubicBezTo>
                    <a:pt x="217" y="256"/>
                    <a:pt x="217" y="256"/>
                    <a:pt x="217" y="256"/>
                  </a:cubicBezTo>
                  <a:cubicBezTo>
                    <a:pt x="218" y="262"/>
                    <a:pt x="218" y="262"/>
                    <a:pt x="218" y="262"/>
                  </a:cubicBezTo>
                  <a:cubicBezTo>
                    <a:pt x="218" y="263"/>
                    <a:pt x="218" y="264"/>
                    <a:pt x="218" y="265"/>
                  </a:cubicBezTo>
                  <a:cubicBezTo>
                    <a:pt x="219" y="265"/>
                    <a:pt x="219" y="266"/>
                    <a:pt x="219" y="266"/>
                  </a:cubicBezTo>
                  <a:cubicBezTo>
                    <a:pt x="250" y="266"/>
                    <a:pt x="250" y="266"/>
                    <a:pt x="250" y="266"/>
                  </a:cubicBezTo>
                  <a:cubicBezTo>
                    <a:pt x="249" y="264"/>
                    <a:pt x="249" y="264"/>
                    <a:pt x="249" y="264"/>
                  </a:cubicBezTo>
                  <a:cubicBezTo>
                    <a:pt x="248" y="263"/>
                    <a:pt x="248" y="259"/>
                    <a:pt x="247" y="254"/>
                  </a:cubicBezTo>
                  <a:cubicBezTo>
                    <a:pt x="247" y="249"/>
                    <a:pt x="247" y="244"/>
                    <a:pt x="247" y="240"/>
                  </a:cubicBezTo>
                  <a:cubicBezTo>
                    <a:pt x="247" y="226"/>
                    <a:pt x="247" y="226"/>
                    <a:pt x="247" y="226"/>
                  </a:cubicBezTo>
                  <a:cubicBezTo>
                    <a:pt x="247" y="217"/>
                    <a:pt x="244" y="207"/>
                    <a:pt x="237" y="197"/>
                  </a:cubicBezTo>
                  <a:cubicBezTo>
                    <a:pt x="230" y="187"/>
                    <a:pt x="219" y="181"/>
                    <a:pt x="204" y="178"/>
                  </a:cubicBezTo>
                  <a:cubicBezTo>
                    <a:pt x="216" y="176"/>
                    <a:pt x="225" y="173"/>
                    <a:pt x="231" y="169"/>
                  </a:cubicBezTo>
                  <a:cubicBezTo>
                    <a:pt x="244" y="161"/>
                    <a:pt x="250" y="148"/>
                    <a:pt x="250" y="132"/>
                  </a:cubicBezTo>
                  <a:cubicBezTo>
                    <a:pt x="250" y="108"/>
                    <a:pt x="240" y="92"/>
                    <a:pt x="220" y="84"/>
                  </a:cubicBezTo>
                  <a:cubicBezTo>
                    <a:pt x="210" y="79"/>
                    <a:pt x="192" y="77"/>
                    <a:pt x="169" y="77"/>
                  </a:cubicBezTo>
                  <a:cubicBezTo>
                    <a:pt x="103" y="77"/>
                    <a:pt x="103" y="77"/>
                    <a:pt x="103" y="77"/>
                  </a:cubicBezTo>
                  <a:lnTo>
                    <a:pt x="103" y="2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73737"/>
                </a:solidFill>
                <a:effectLst/>
                <a:uLnTx/>
                <a:uFillTx/>
                <a:latin typeface="Arial Narrow"/>
                <a:ea typeface="+mn-ea"/>
                <a:cs typeface="+mn-cs"/>
              </a:endParaRPr>
            </a:p>
          </p:txBody>
        </p:sp>
        <p:sp>
          <p:nvSpPr>
            <p:cNvPr id="20" name="Freeform 26">
              <a:extLst>
                <a:ext uri="{FF2B5EF4-FFF2-40B4-BE49-F238E27FC236}">
                  <a16:creationId xmlns:a16="http://schemas.microsoft.com/office/drawing/2014/main" id="{E82DE2C4-EC6C-4CC8-A8E0-096130653314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266" y="0"/>
              <a:ext cx="733" cy="733"/>
            </a:xfrm>
            <a:custGeom>
              <a:avLst/>
              <a:gdLst>
                <a:gd name="T0" fmla="*/ 4176 w 4576"/>
                <a:gd name="T1" fmla="*/ 996 h 4576"/>
                <a:gd name="T2" fmla="*/ 4106 w 4576"/>
                <a:gd name="T3" fmla="*/ 1355 h 4576"/>
                <a:gd name="T4" fmla="*/ 2907 w 4576"/>
                <a:gd name="T5" fmla="*/ 1262 h 4576"/>
                <a:gd name="T6" fmla="*/ 2797 w 4576"/>
                <a:gd name="T7" fmla="*/ 1612 h 4576"/>
                <a:gd name="T8" fmla="*/ 4141 w 4576"/>
                <a:gd name="T9" fmla="*/ 2094 h 4576"/>
                <a:gd name="T10" fmla="*/ 4386 w 4576"/>
                <a:gd name="T11" fmla="*/ 2839 h 4576"/>
                <a:gd name="T12" fmla="*/ 3944 w 4576"/>
                <a:gd name="T13" fmla="*/ 3672 h 4576"/>
                <a:gd name="T14" fmla="*/ 3173 w 4576"/>
                <a:gd name="T15" fmla="*/ 3966 h 4576"/>
                <a:gd name="T16" fmla="*/ 2263 w 4576"/>
                <a:gd name="T17" fmla="*/ 3848 h 4576"/>
                <a:gd name="T18" fmla="*/ 2082 w 4576"/>
                <a:gd name="T19" fmla="*/ 3429 h 4576"/>
                <a:gd name="T20" fmla="*/ 2101 w 4576"/>
                <a:gd name="T21" fmla="*/ 3327 h 4576"/>
                <a:gd name="T22" fmla="*/ 2301 w 4576"/>
                <a:gd name="T23" fmla="*/ 3133 h 4576"/>
                <a:gd name="T24" fmla="*/ 2390 w 4576"/>
                <a:gd name="T25" fmla="*/ 3119 h 4576"/>
                <a:gd name="T26" fmla="*/ 2659 w 4576"/>
                <a:gd name="T27" fmla="*/ 3526 h 4576"/>
                <a:gd name="T28" fmla="*/ 3240 w 4576"/>
                <a:gd name="T29" fmla="*/ 3784 h 4576"/>
                <a:gd name="T30" fmla="*/ 3753 w 4576"/>
                <a:gd name="T31" fmla="*/ 3318 h 4576"/>
                <a:gd name="T32" fmla="*/ 2217 w 4576"/>
                <a:gd name="T33" fmla="*/ 2488 h 4576"/>
                <a:gd name="T34" fmla="*/ 2812 w 4576"/>
                <a:gd name="T35" fmla="*/ 701 h 4576"/>
                <a:gd name="T36" fmla="*/ 3564 w 4576"/>
                <a:gd name="T37" fmla="*/ 766 h 4576"/>
                <a:gd name="T38" fmla="*/ 4065 w 4576"/>
                <a:gd name="T39" fmla="*/ 848 h 4576"/>
                <a:gd name="T40" fmla="*/ 2288 w 4576"/>
                <a:gd name="T41" fmla="*/ 0 h 4576"/>
                <a:gd name="T42" fmla="*/ 0 w 4576"/>
                <a:gd name="T43" fmla="*/ 2288 h 4576"/>
                <a:gd name="T44" fmla="*/ 445 w 4576"/>
                <a:gd name="T45" fmla="*/ 3644 h 4576"/>
                <a:gd name="T46" fmla="*/ 616 w 4576"/>
                <a:gd name="T47" fmla="*/ 3581 h 4576"/>
                <a:gd name="T48" fmla="*/ 610 w 4576"/>
                <a:gd name="T49" fmla="*/ 3402 h 4576"/>
                <a:gd name="T50" fmla="*/ 565 w 4576"/>
                <a:gd name="T51" fmla="*/ 1982 h 4576"/>
                <a:gd name="T52" fmla="*/ 245 w 4576"/>
                <a:gd name="T53" fmla="*/ 1998 h 4576"/>
                <a:gd name="T54" fmla="*/ 261 w 4576"/>
                <a:gd name="T55" fmla="*/ 1735 h 4576"/>
                <a:gd name="T56" fmla="*/ 579 w 4576"/>
                <a:gd name="T57" fmla="*/ 1707 h 4576"/>
                <a:gd name="T58" fmla="*/ 596 w 4576"/>
                <a:gd name="T59" fmla="*/ 1479 h 4576"/>
                <a:gd name="T60" fmla="*/ 1542 w 4576"/>
                <a:gd name="T61" fmla="*/ 623 h 4576"/>
                <a:gd name="T62" fmla="*/ 1920 w 4576"/>
                <a:gd name="T63" fmla="*/ 561 h 4576"/>
                <a:gd name="T64" fmla="*/ 2018 w 4576"/>
                <a:gd name="T65" fmla="*/ 558 h 4576"/>
                <a:gd name="T66" fmla="*/ 2242 w 4576"/>
                <a:gd name="T67" fmla="*/ 603 h 4576"/>
                <a:gd name="T68" fmla="*/ 2508 w 4576"/>
                <a:gd name="T69" fmla="*/ 807 h 4576"/>
                <a:gd name="T70" fmla="*/ 2505 w 4576"/>
                <a:gd name="T71" fmla="*/ 873 h 4576"/>
                <a:gd name="T72" fmla="*/ 2379 w 4576"/>
                <a:gd name="T73" fmla="*/ 1020 h 4576"/>
                <a:gd name="T74" fmla="*/ 2278 w 4576"/>
                <a:gd name="T75" fmla="*/ 1033 h 4576"/>
                <a:gd name="T76" fmla="*/ 2065 w 4576"/>
                <a:gd name="T77" fmla="*/ 927 h 4576"/>
                <a:gd name="T78" fmla="*/ 1657 w 4576"/>
                <a:gd name="T79" fmla="*/ 818 h 4576"/>
                <a:gd name="T80" fmla="*/ 1466 w 4576"/>
                <a:gd name="T81" fmla="*/ 1048 h 4576"/>
                <a:gd name="T82" fmla="*/ 1438 w 4576"/>
                <a:gd name="T83" fmla="*/ 1664 h 4576"/>
                <a:gd name="T84" fmla="*/ 2218 w 4576"/>
                <a:gd name="T85" fmla="*/ 1651 h 4576"/>
                <a:gd name="T86" fmla="*/ 2218 w 4576"/>
                <a:gd name="T87" fmla="*/ 1831 h 4576"/>
                <a:gd name="T88" fmla="*/ 1959 w 4576"/>
                <a:gd name="T89" fmla="*/ 1950 h 4576"/>
                <a:gd name="T90" fmla="*/ 1431 w 4576"/>
                <a:gd name="T91" fmla="*/ 1957 h 4576"/>
                <a:gd name="T92" fmla="*/ 1454 w 4576"/>
                <a:gd name="T93" fmla="*/ 3469 h 4576"/>
                <a:gd name="T94" fmla="*/ 1482 w 4576"/>
                <a:gd name="T95" fmla="*/ 3663 h 4576"/>
                <a:gd name="T96" fmla="*/ 1961 w 4576"/>
                <a:gd name="T97" fmla="*/ 3789 h 4576"/>
                <a:gd name="T98" fmla="*/ 1965 w 4576"/>
                <a:gd name="T99" fmla="*/ 3947 h 4576"/>
                <a:gd name="T100" fmla="*/ 583 w 4576"/>
                <a:gd name="T101" fmla="*/ 3814 h 4576"/>
                <a:gd name="T102" fmla="*/ 2288 w 4576"/>
                <a:gd name="T103" fmla="*/ 4576 h 4576"/>
                <a:gd name="T104" fmla="*/ 4576 w 4576"/>
                <a:gd name="T105" fmla="*/ 2288 h 4576"/>
                <a:gd name="T106" fmla="*/ 4176 w 4576"/>
                <a:gd name="T107" fmla="*/ 996 h 457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4576" h="4576">
                  <a:moveTo>
                    <a:pt x="4176" y="996"/>
                  </a:moveTo>
                  <a:cubicBezTo>
                    <a:pt x="4148" y="1112"/>
                    <a:pt x="4134" y="1232"/>
                    <a:pt x="4106" y="1355"/>
                  </a:cubicBezTo>
                  <a:cubicBezTo>
                    <a:pt x="3763" y="1310"/>
                    <a:pt x="3360" y="1278"/>
                    <a:pt x="2907" y="1262"/>
                  </a:cubicBezTo>
                  <a:cubicBezTo>
                    <a:pt x="2871" y="1377"/>
                    <a:pt x="2836" y="1489"/>
                    <a:pt x="2797" y="1612"/>
                  </a:cubicBezTo>
                  <a:cubicBezTo>
                    <a:pt x="3555" y="1659"/>
                    <a:pt x="3923" y="1858"/>
                    <a:pt x="4141" y="2094"/>
                  </a:cubicBezTo>
                  <a:cubicBezTo>
                    <a:pt x="4354" y="2332"/>
                    <a:pt x="4399" y="2594"/>
                    <a:pt x="4386" y="2839"/>
                  </a:cubicBezTo>
                  <a:cubicBezTo>
                    <a:pt x="4359" y="3235"/>
                    <a:pt x="4184" y="3486"/>
                    <a:pt x="3944" y="3672"/>
                  </a:cubicBezTo>
                  <a:cubicBezTo>
                    <a:pt x="3702" y="3855"/>
                    <a:pt x="3408" y="3946"/>
                    <a:pt x="3173" y="3966"/>
                  </a:cubicBezTo>
                  <a:cubicBezTo>
                    <a:pt x="2826" y="3991"/>
                    <a:pt x="2362" y="3909"/>
                    <a:pt x="2263" y="3848"/>
                  </a:cubicBezTo>
                  <a:cubicBezTo>
                    <a:pt x="2204" y="3713"/>
                    <a:pt x="2145" y="3577"/>
                    <a:pt x="2082" y="3429"/>
                  </a:cubicBezTo>
                  <a:cubicBezTo>
                    <a:pt x="2067" y="3397"/>
                    <a:pt x="2057" y="3365"/>
                    <a:pt x="2101" y="3327"/>
                  </a:cubicBezTo>
                  <a:cubicBezTo>
                    <a:pt x="2168" y="3262"/>
                    <a:pt x="2233" y="3200"/>
                    <a:pt x="2301" y="3133"/>
                  </a:cubicBezTo>
                  <a:cubicBezTo>
                    <a:pt x="2332" y="3104"/>
                    <a:pt x="2365" y="3076"/>
                    <a:pt x="2390" y="3119"/>
                  </a:cubicBezTo>
                  <a:cubicBezTo>
                    <a:pt x="2484" y="3262"/>
                    <a:pt x="2571" y="3394"/>
                    <a:pt x="2659" y="3526"/>
                  </a:cubicBezTo>
                  <a:cubicBezTo>
                    <a:pt x="2758" y="3673"/>
                    <a:pt x="2910" y="3806"/>
                    <a:pt x="3240" y="3784"/>
                  </a:cubicBezTo>
                  <a:cubicBezTo>
                    <a:pt x="3519" y="3759"/>
                    <a:pt x="3730" y="3549"/>
                    <a:pt x="3753" y="3318"/>
                  </a:cubicBezTo>
                  <a:cubicBezTo>
                    <a:pt x="3777" y="2889"/>
                    <a:pt x="3344" y="2585"/>
                    <a:pt x="2217" y="2488"/>
                  </a:cubicBezTo>
                  <a:cubicBezTo>
                    <a:pt x="2433" y="1835"/>
                    <a:pt x="2644" y="1203"/>
                    <a:pt x="2812" y="701"/>
                  </a:cubicBezTo>
                  <a:cubicBezTo>
                    <a:pt x="3080" y="713"/>
                    <a:pt x="3328" y="735"/>
                    <a:pt x="3564" y="766"/>
                  </a:cubicBezTo>
                  <a:cubicBezTo>
                    <a:pt x="3740" y="788"/>
                    <a:pt x="3902" y="829"/>
                    <a:pt x="4065" y="848"/>
                  </a:cubicBezTo>
                  <a:cubicBezTo>
                    <a:pt x="3646" y="330"/>
                    <a:pt x="3006" y="0"/>
                    <a:pt x="2288" y="0"/>
                  </a:cubicBezTo>
                  <a:cubicBezTo>
                    <a:pt x="1024" y="0"/>
                    <a:pt x="0" y="1024"/>
                    <a:pt x="0" y="2288"/>
                  </a:cubicBezTo>
                  <a:cubicBezTo>
                    <a:pt x="0" y="2796"/>
                    <a:pt x="165" y="3264"/>
                    <a:pt x="445" y="3644"/>
                  </a:cubicBezTo>
                  <a:cubicBezTo>
                    <a:pt x="542" y="3645"/>
                    <a:pt x="609" y="3623"/>
                    <a:pt x="616" y="3581"/>
                  </a:cubicBezTo>
                  <a:cubicBezTo>
                    <a:pt x="625" y="3538"/>
                    <a:pt x="618" y="3470"/>
                    <a:pt x="610" y="3402"/>
                  </a:cubicBezTo>
                  <a:cubicBezTo>
                    <a:pt x="564" y="2953"/>
                    <a:pt x="548" y="2468"/>
                    <a:pt x="565" y="1982"/>
                  </a:cubicBezTo>
                  <a:cubicBezTo>
                    <a:pt x="449" y="1987"/>
                    <a:pt x="345" y="1992"/>
                    <a:pt x="245" y="1998"/>
                  </a:cubicBezTo>
                  <a:cubicBezTo>
                    <a:pt x="249" y="1908"/>
                    <a:pt x="254" y="1823"/>
                    <a:pt x="261" y="1735"/>
                  </a:cubicBezTo>
                  <a:cubicBezTo>
                    <a:pt x="360" y="1725"/>
                    <a:pt x="465" y="1717"/>
                    <a:pt x="579" y="1707"/>
                  </a:cubicBezTo>
                  <a:cubicBezTo>
                    <a:pt x="584" y="1630"/>
                    <a:pt x="590" y="1555"/>
                    <a:pt x="596" y="1479"/>
                  </a:cubicBezTo>
                  <a:cubicBezTo>
                    <a:pt x="648" y="1016"/>
                    <a:pt x="1136" y="732"/>
                    <a:pt x="1542" y="623"/>
                  </a:cubicBezTo>
                  <a:cubicBezTo>
                    <a:pt x="1723" y="579"/>
                    <a:pt x="1833" y="565"/>
                    <a:pt x="1920" y="561"/>
                  </a:cubicBezTo>
                  <a:cubicBezTo>
                    <a:pt x="1951" y="560"/>
                    <a:pt x="1985" y="558"/>
                    <a:pt x="2018" y="558"/>
                  </a:cubicBezTo>
                  <a:cubicBezTo>
                    <a:pt x="2102" y="558"/>
                    <a:pt x="2188" y="566"/>
                    <a:pt x="2242" y="603"/>
                  </a:cubicBezTo>
                  <a:cubicBezTo>
                    <a:pt x="2330" y="669"/>
                    <a:pt x="2416" y="734"/>
                    <a:pt x="2508" y="807"/>
                  </a:cubicBezTo>
                  <a:cubicBezTo>
                    <a:pt x="2518" y="819"/>
                    <a:pt x="2528" y="839"/>
                    <a:pt x="2505" y="873"/>
                  </a:cubicBezTo>
                  <a:cubicBezTo>
                    <a:pt x="2463" y="922"/>
                    <a:pt x="2422" y="969"/>
                    <a:pt x="2379" y="1020"/>
                  </a:cubicBezTo>
                  <a:cubicBezTo>
                    <a:pt x="2354" y="1050"/>
                    <a:pt x="2313" y="1042"/>
                    <a:pt x="2278" y="1033"/>
                  </a:cubicBezTo>
                  <a:cubicBezTo>
                    <a:pt x="2206" y="996"/>
                    <a:pt x="2136" y="962"/>
                    <a:pt x="2065" y="927"/>
                  </a:cubicBezTo>
                  <a:cubicBezTo>
                    <a:pt x="1937" y="870"/>
                    <a:pt x="1804" y="812"/>
                    <a:pt x="1657" y="818"/>
                  </a:cubicBezTo>
                  <a:cubicBezTo>
                    <a:pt x="1565" y="825"/>
                    <a:pt x="1475" y="919"/>
                    <a:pt x="1466" y="1048"/>
                  </a:cubicBezTo>
                  <a:cubicBezTo>
                    <a:pt x="1453" y="1244"/>
                    <a:pt x="1445" y="1446"/>
                    <a:pt x="1438" y="1664"/>
                  </a:cubicBezTo>
                  <a:cubicBezTo>
                    <a:pt x="1694" y="1656"/>
                    <a:pt x="1949" y="1652"/>
                    <a:pt x="2218" y="1651"/>
                  </a:cubicBezTo>
                  <a:cubicBezTo>
                    <a:pt x="2218" y="1712"/>
                    <a:pt x="2218" y="1768"/>
                    <a:pt x="2218" y="1831"/>
                  </a:cubicBezTo>
                  <a:cubicBezTo>
                    <a:pt x="2130" y="1870"/>
                    <a:pt x="2047" y="1910"/>
                    <a:pt x="1959" y="1950"/>
                  </a:cubicBezTo>
                  <a:cubicBezTo>
                    <a:pt x="1778" y="1952"/>
                    <a:pt x="1605" y="1954"/>
                    <a:pt x="1431" y="1957"/>
                  </a:cubicBezTo>
                  <a:cubicBezTo>
                    <a:pt x="1423" y="2475"/>
                    <a:pt x="1430" y="2992"/>
                    <a:pt x="1454" y="3469"/>
                  </a:cubicBezTo>
                  <a:cubicBezTo>
                    <a:pt x="1458" y="3541"/>
                    <a:pt x="1462" y="3614"/>
                    <a:pt x="1482" y="3663"/>
                  </a:cubicBezTo>
                  <a:cubicBezTo>
                    <a:pt x="1507" y="3725"/>
                    <a:pt x="1650" y="3772"/>
                    <a:pt x="1961" y="3789"/>
                  </a:cubicBezTo>
                  <a:cubicBezTo>
                    <a:pt x="1962" y="3844"/>
                    <a:pt x="1964" y="3895"/>
                    <a:pt x="1965" y="3947"/>
                  </a:cubicBezTo>
                  <a:cubicBezTo>
                    <a:pt x="1459" y="3932"/>
                    <a:pt x="973" y="3884"/>
                    <a:pt x="583" y="3814"/>
                  </a:cubicBezTo>
                  <a:cubicBezTo>
                    <a:pt x="1002" y="4282"/>
                    <a:pt x="1611" y="4576"/>
                    <a:pt x="2288" y="4576"/>
                  </a:cubicBezTo>
                  <a:cubicBezTo>
                    <a:pt x="3552" y="4576"/>
                    <a:pt x="4576" y="3552"/>
                    <a:pt x="4576" y="2288"/>
                  </a:cubicBezTo>
                  <a:cubicBezTo>
                    <a:pt x="4576" y="1809"/>
                    <a:pt x="4428" y="1364"/>
                    <a:pt x="4176" y="99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73737"/>
                </a:solidFill>
                <a:effectLst/>
                <a:uLnTx/>
                <a:uFillTx/>
                <a:latin typeface="Arial Narrow"/>
                <a:ea typeface="+mn-ea"/>
                <a:cs typeface="+mn-cs"/>
              </a:endParaRPr>
            </a:p>
          </p:txBody>
        </p:sp>
        <p:sp>
          <p:nvSpPr>
            <p:cNvPr id="21" name="Freeform 27">
              <a:extLst>
                <a:ext uri="{FF2B5EF4-FFF2-40B4-BE49-F238E27FC236}">
                  <a16:creationId xmlns:a16="http://schemas.microsoft.com/office/drawing/2014/main" id="{A66506BB-0716-4E34-AB30-0A9F59D625FE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360" y="611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73737"/>
                </a:solidFill>
                <a:effectLst/>
                <a:uLnTx/>
                <a:uFillTx/>
                <a:latin typeface="Arial Narrow"/>
                <a:ea typeface="+mn-ea"/>
                <a:cs typeface="+mn-cs"/>
              </a:endParaRP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9FFA8F4B-34D9-DC05-49D6-39E4DEAF5EAC}"/>
              </a:ext>
            </a:extLst>
          </p:cNvPr>
          <p:cNvSpPr txBox="1"/>
          <p:nvPr userDrawn="1"/>
        </p:nvSpPr>
        <p:spPr>
          <a:xfrm>
            <a:off x="681343" y="6501327"/>
            <a:ext cx="730016" cy="9810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r>
              <a:rPr lang="en-US" sz="750" kern="100" cap="all" spc="10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</a:t>
            </a:r>
            <a:r>
              <a:rPr lang="en-US" sz="750" kern="100" cap="all" spc="2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2025 F5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C9A88F3-E28E-275E-C041-7890AF9D0B4F}"/>
              </a:ext>
            </a:extLst>
          </p:cNvPr>
          <p:cNvSpPr txBox="1"/>
          <p:nvPr userDrawn="1"/>
        </p:nvSpPr>
        <p:spPr>
          <a:xfrm>
            <a:off x="6805" y="6501327"/>
            <a:ext cx="567398" cy="9810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 algn="r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  <a:buFont typeface="Arial" panose="020B0604020202020204" pitchFamily="34" charset="0"/>
              <a:buChar char="​"/>
            </a:pPr>
            <a:fld id="{CB0320B6-2A61-43CE-9396-B5C4FB4B7D43}" type="slidenum">
              <a:rPr lang="en-US" sz="750" b="1" kern="100" cap="all" spc="5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marL="0" lvl="4" algn="r">
                <a:lnSpc>
                  <a:spcPct val="85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5"/>
                </a:buClr>
                <a:buFont typeface="Arial" panose="020B0604020202020204" pitchFamily="34" charset="0"/>
                <a:buChar char="​"/>
              </a:pPr>
              <a:t>‹#›</a:t>
            </a:fld>
            <a:endParaRPr lang="en-US" sz="750" b="1" kern="100" cap="all" spc="5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Footer Placeholder 10">
            <a:extLst>
              <a:ext uri="{FF2B5EF4-FFF2-40B4-BE49-F238E27FC236}">
                <a16:creationId xmlns:a16="http://schemas.microsoft.com/office/drawing/2014/main" id="{66D49306-C1FB-AEFB-F32B-F136A4EA2BD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>
                <a:solidFill>
                  <a:schemeClr val="bg1"/>
                </a:solidFill>
              </a:defRPr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5A2EF32F-0F8C-0AC1-F581-52C79F9B1A4B}"/>
              </a:ext>
            </a:extLst>
          </p:cNvPr>
          <p:cNvSpPr>
            <a:spLocks noGrp="1"/>
          </p:cNvSpPr>
          <p:nvPr>
            <p:ph type="body" idx="1"/>
          </p:nvPr>
        </p:nvSpPr>
        <p:spPr bwMode="black">
          <a:xfrm>
            <a:off x="495952" y="3762096"/>
            <a:ext cx="7453993" cy="256162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00" spc="0" baseline="0">
                <a:solidFill>
                  <a:srgbClr val="FEFEFE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4CAA01-3853-59A4-A4BD-A2D17EA4CDC3}"/>
              </a:ext>
            </a:extLst>
          </p:cNvPr>
          <p:cNvSpPr txBox="1"/>
          <p:nvPr userDrawn="1"/>
        </p:nvSpPr>
        <p:spPr>
          <a:xfrm>
            <a:off x="13920953" y="10706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/>
              <a:t>Primary palette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A372142F-931D-3BFE-27E4-C7FDD394D802}"/>
              </a:ext>
            </a:extLst>
          </p:cNvPr>
          <p:cNvSpPr/>
          <p:nvPr userDrawn="1"/>
        </p:nvSpPr>
        <p:spPr>
          <a:xfrm>
            <a:off x="13959929" y="377353"/>
            <a:ext cx="618392" cy="618392"/>
          </a:xfrm>
          <a:prstGeom prst="ellipse">
            <a:avLst/>
          </a:prstGeom>
          <a:solidFill>
            <a:srgbClr val="E400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D25C3D87-4A12-E3B0-477D-F8A4811ECF32}"/>
              </a:ext>
            </a:extLst>
          </p:cNvPr>
          <p:cNvSpPr/>
          <p:nvPr userDrawn="1"/>
        </p:nvSpPr>
        <p:spPr>
          <a:xfrm>
            <a:off x="15084675" y="517318"/>
            <a:ext cx="338462" cy="338462"/>
          </a:xfrm>
          <a:prstGeom prst="ellipse">
            <a:avLst/>
          </a:prstGeom>
          <a:solidFill>
            <a:srgbClr val="F7B2B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5E5408D2-03F2-7512-1734-A663F0758C26}"/>
              </a:ext>
            </a:extLst>
          </p:cNvPr>
          <p:cNvSpPr/>
          <p:nvPr userDrawn="1"/>
        </p:nvSpPr>
        <p:spPr>
          <a:xfrm>
            <a:off x="15584292" y="517318"/>
            <a:ext cx="338462" cy="338462"/>
          </a:xfrm>
          <a:prstGeom prst="ellipse">
            <a:avLst/>
          </a:prstGeom>
          <a:solidFill>
            <a:srgbClr val="F066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0F320C2F-9FBF-9347-8EE7-3CD82A1B93F2}"/>
              </a:ext>
            </a:extLst>
          </p:cNvPr>
          <p:cNvSpPr/>
          <p:nvPr userDrawn="1"/>
        </p:nvSpPr>
        <p:spPr>
          <a:xfrm>
            <a:off x="16083909" y="517318"/>
            <a:ext cx="338462" cy="338462"/>
          </a:xfrm>
          <a:prstGeom prst="ellipse">
            <a:avLst/>
          </a:prstGeom>
          <a:solidFill>
            <a:srgbClr val="A7002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81737270-7FFE-B760-1D4D-2B5D55BDA27A}"/>
              </a:ext>
            </a:extLst>
          </p:cNvPr>
          <p:cNvSpPr/>
          <p:nvPr userDrawn="1"/>
        </p:nvSpPr>
        <p:spPr>
          <a:xfrm>
            <a:off x="16583525" y="517318"/>
            <a:ext cx="338462" cy="338462"/>
          </a:xfrm>
          <a:prstGeom prst="ellipse">
            <a:avLst/>
          </a:prstGeom>
          <a:solidFill>
            <a:srgbClr val="72001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8D8DA1F-E9B0-4731-D0EF-DF0C33BED9F5}"/>
              </a:ext>
            </a:extLst>
          </p:cNvPr>
          <p:cNvSpPr txBox="1"/>
          <p:nvPr userDrawn="1"/>
        </p:nvSpPr>
        <p:spPr>
          <a:xfrm>
            <a:off x="15053447" y="10706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/>
              <a:t>Secondary palette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97BCC9AA-13AC-9F2A-4D0B-59CF6C48E03A}"/>
              </a:ext>
            </a:extLst>
          </p:cNvPr>
          <p:cNvSpPr/>
          <p:nvPr userDrawn="1"/>
        </p:nvSpPr>
        <p:spPr>
          <a:xfrm>
            <a:off x="13959929" y="1097294"/>
            <a:ext cx="618392" cy="618392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AE6114C1-3CC9-50EA-5264-A5A749AA0FD2}"/>
              </a:ext>
            </a:extLst>
          </p:cNvPr>
          <p:cNvSpPr/>
          <p:nvPr userDrawn="1"/>
        </p:nvSpPr>
        <p:spPr>
          <a:xfrm>
            <a:off x="15084675" y="1237259"/>
            <a:ext cx="338462" cy="338462"/>
          </a:xfrm>
          <a:prstGeom prst="ellipse">
            <a:avLst/>
          </a:prstGeom>
          <a:solidFill>
            <a:srgbClr val="FBE1C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ED84654C-2A63-B9E6-B6DB-87F92D45C906}"/>
              </a:ext>
            </a:extLst>
          </p:cNvPr>
          <p:cNvSpPr/>
          <p:nvPr userDrawn="1"/>
        </p:nvSpPr>
        <p:spPr>
          <a:xfrm>
            <a:off x="15584292" y="1237259"/>
            <a:ext cx="338462" cy="338462"/>
          </a:xfrm>
          <a:prstGeom prst="ellipse">
            <a:avLst/>
          </a:prstGeom>
          <a:solidFill>
            <a:srgbClr val="F7C2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104D004F-FB76-E97A-74CF-41F9540B0D5C}"/>
              </a:ext>
            </a:extLst>
          </p:cNvPr>
          <p:cNvSpPr/>
          <p:nvPr userDrawn="1"/>
        </p:nvSpPr>
        <p:spPr>
          <a:xfrm>
            <a:off x="16083909" y="1237259"/>
            <a:ext cx="338462" cy="338462"/>
          </a:xfrm>
          <a:prstGeom prst="ellipse">
            <a:avLst/>
          </a:prstGeom>
          <a:solidFill>
            <a:srgbClr val="B2742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FB79A284-8F86-9292-BED9-F2A31D9362EA}"/>
              </a:ext>
            </a:extLst>
          </p:cNvPr>
          <p:cNvSpPr/>
          <p:nvPr userDrawn="1"/>
        </p:nvSpPr>
        <p:spPr>
          <a:xfrm>
            <a:off x="16583525" y="1237259"/>
            <a:ext cx="338462" cy="338462"/>
          </a:xfrm>
          <a:prstGeom prst="ellipse">
            <a:avLst/>
          </a:prstGeom>
          <a:solidFill>
            <a:srgbClr val="794D1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3645F86D-9883-C819-6278-E155724D6A7D}"/>
              </a:ext>
            </a:extLst>
          </p:cNvPr>
          <p:cNvSpPr/>
          <p:nvPr userDrawn="1"/>
        </p:nvSpPr>
        <p:spPr>
          <a:xfrm>
            <a:off x="13959929" y="1817235"/>
            <a:ext cx="618392" cy="6183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DDD7E87C-D139-3948-D3E0-810F88417DA6}"/>
              </a:ext>
            </a:extLst>
          </p:cNvPr>
          <p:cNvSpPr/>
          <p:nvPr userDrawn="1"/>
        </p:nvSpPr>
        <p:spPr>
          <a:xfrm>
            <a:off x="15084675" y="1957200"/>
            <a:ext cx="338462" cy="338462"/>
          </a:xfrm>
          <a:prstGeom prst="ellipse">
            <a:avLst/>
          </a:prstGeom>
          <a:solidFill>
            <a:srgbClr val="B7C6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4C197265-BA8B-6240-F5DC-95DEC7664C93}"/>
              </a:ext>
            </a:extLst>
          </p:cNvPr>
          <p:cNvSpPr/>
          <p:nvPr userDrawn="1"/>
        </p:nvSpPr>
        <p:spPr>
          <a:xfrm>
            <a:off x="15584292" y="1957200"/>
            <a:ext cx="338462" cy="338462"/>
          </a:xfrm>
          <a:prstGeom prst="ellipse">
            <a:avLst/>
          </a:prstGeom>
          <a:solidFill>
            <a:srgbClr val="6E8D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D4E453CC-DA6D-51C9-BB74-1A339B3937C2}"/>
              </a:ext>
            </a:extLst>
          </p:cNvPr>
          <p:cNvSpPr/>
          <p:nvPr userDrawn="1"/>
        </p:nvSpPr>
        <p:spPr>
          <a:xfrm>
            <a:off x="16083909" y="1957200"/>
            <a:ext cx="338462" cy="338462"/>
          </a:xfrm>
          <a:prstGeom prst="ellipse">
            <a:avLst/>
          </a:prstGeom>
          <a:solidFill>
            <a:srgbClr val="0B31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81B04795-65F5-6640-16B0-59F5A2225108}"/>
              </a:ext>
            </a:extLst>
          </p:cNvPr>
          <p:cNvSpPr/>
          <p:nvPr userDrawn="1"/>
        </p:nvSpPr>
        <p:spPr>
          <a:xfrm>
            <a:off x="16583525" y="1957200"/>
            <a:ext cx="338462" cy="338462"/>
          </a:xfrm>
          <a:prstGeom prst="ellipse">
            <a:avLst/>
          </a:prstGeom>
          <a:solidFill>
            <a:srgbClr val="07215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9FA0AF51-A1F0-526B-C2CC-492CD7E5F5F9}"/>
              </a:ext>
            </a:extLst>
          </p:cNvPr>
          <p:cNvSpPr/>
          <p:nvPr userDrawn="1"/>
        </p:nvSpPr>
        <p:spPr>
          <a:xfrm>
            <a:off x="13959929" y="2537176"/>
            <a:ext cx="618392" cy="618392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BE6E96DD-1D54-0E4A-B5EB-BECD7C17032F}"/>
              </a:ext>
            </a:extLst>
          </p:cNvPr>
          <p:cNvSpPr/>
          <p:nvPr userDrawn="1"/>
        </p:nvSpPr>
        <p:spPr>
          <a:xfrm>
            <a:off x="15084675" y="2677141"/>
            <a:ext cx="338462" cy="338462"/>
          </a:xfrm>
          <a:prstGeom prst="ellipse">
            <a:avLst/>
          </a:prstGeom>
          <a:solidFill>
            <a:srgbClr val="E6BE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81CF6750-D104-9E15-658E-419CCCC99FC4}"/>
              </a:ext>
            </a:extLst>
          </p:cNvPr>
          <p:cNvSpPr/>
          <p:nvPr userDrawn="1"/>
        </p:nvSpPr>
        <p:spPr>
          <a:xfrm>
            <a:off x="15584292" y="2677141"/>
            <a:ext cx="338462" cy="338462"/>
          </a:xfrm>
          <a:prstGeom prst="ellipse">
            <a:avLst/>
          </a:prstGeom>
          <a:solidFill>
            <a:srgbClr val="CD7DB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6464FE92-E55C-683C-D57A-E59C0FB2CE86}"/>
              </a:ext>
            </a:extLst>
          </p:cNvPr>
          <p:cNvSpPr/>
          <p:nvPr userDrawn="1"/>
        </p:nvSpPr>
        <p:spPr>
          <a:xfrm>
            <a:off x="16083909" y="2677141"/>
            <a:ext cx="338462" cy="338462"/>
          </a:xfrm>
          <a:prstGeom prst="ellipse">
            <a:avLst/>
          </a:prstGeom>
          <a:solidFill>
            <a:srgbClr val="801D6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5" name="Oval 84">
            <a:extLst>
              <a:ext uri="{FF2B5EF4-FFF2-40B4-BE49-F238E27FC236}">
                <a16:creationId xmlns:a16="http://schemas.microsoft.com/office/drawing/2014/main" id="{DF91EC73-58CB-32DC-CF48-5BD29A407A5A}"/>
              </a:ext>
            </a:extLst>
          </p:cNvPr>
          <p:cNvSpPr/>
          <p:nvPr userDrawn="1"/>
        </p:nvSpPr>
        <p:spPr>
          <a:xfrm>
            <a:off x="16583525" y="2677141"/>
            <a:ext cx="338462" cy="338462"/>
          </a:xfrm>
          <a:prstGeom prst="ellipse">
            <a:avLst/>
          </a:prstGeom>
          <a:solidFill>
            <a:srgbClr val="5614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38F8E220-F3A5-5DD2-BF42-5089A5B3C03E}"/>
              </a:ext>
            </a:extLst>
          </p:cNvPr>
          <p:cNvSpPr/>
          <p:nvPr userDrawn="1"/>
        </p:nvSpPr>
        <p:spPr>
          <a:xfrm>
            <a:off x="13959929" y="3257117"/>
            <a:ext cx="618392" cy="61839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8B5AB79B-F94B-064F-C6CC-CBAF9EFE039B}"/>
              </a:ext>
            </a:extLst>
          </p:cNvPr>
          <p:cNvSpPr/>
          <p:nvPr userDrawn="1"/>
        </p:nvSpPr>
        <p:spPr>
          <a:xfrm>
            <a:off x="15084675" y="3397082"/>
            <a:ext cx="338462" cy="338462"/>
          </a:xfrm>
          <a:prstGeom prst="ellipse">
            <a:avLst/>
          </a:prstGeom>
          <a:solidFill>
            <a:srgbClr val="B2DFC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C4F0B078-B3FC-CF30-9416-D2DCA6874C83}"/>
              </a:ext>
            </a:extLst>
          </p:cNvPr>
          <p:cNvSpPr/>
          <p:nvPr userDrawn="1"/>
        </p:nvSpPr>
        <p:spPr>
          <a:xfrm>
            <a:off x="15584292" y="3397082"/>
            <a:ext cx="338462" cy="338462"/>
          </a:xfrm>
          <a:prstGeom prst="ellipse">
            <a:avLst/>
          </a:prstGeom>
          <a:solidFill>
            <a:srgbClr val="66C0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E99236D8-E3BC-0D0E-AD8B-CC40681D12A1}"/>
              </a:ext>
            </a:extLst>
          </p:cNvPr>
          <p:cNvSpPr/>
          <p:nvPr userDrawn="1"/>
        </p:nvSpPr>
        <p:spPr>
          <a:xfrm>
            <a:off x="16083909" y="3397082"/>
            <a:ext cx="338462" cy="338462"/>
          </a:xfrm>
          <a:prstGeom prst="ellipse">
            <a:avLst/>
          </a:prstGeom>
          <a:solidFill>
            <a:srgbClr val="0071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181D7323-5A66-1B4B-C211-5C6C7EFA0BFE}"/>
              </a:ext>
            </a:extLst>
          </p:cNvPr>
          <p:cNvSpPr/>
          <p:nvPr userDrawn="1"/>
        </p:nvSpPr>
        <p:spPr>
          <a:xfrm>
            <a:off x="16583525" y="3397082"/>
            <a:ext cx="338462" cy="338462"/>
          </a:xfrm>
          <a:prstGeom prst="ellipse">
            <a:avLst/>
          </a:prstGeom>
          <a:solidFill>
            <a:srgbClr val="004B1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866D7660-6B90-58F1-FECD-4C950518D829}"/>
              </a:ext>
            </a:extLst>
          </p:cNvPr>
          <p:cNvSpPr/>
          <p:nvPr userDrawn="1"/>
        </p:nvSpPr>
        <p:spPr>
          <a:xfrm>
            <a:off x="13959929" y="3977058"/>
            <a:ext cx="618392" cy="6183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0F8B6273-B987-70A5-B72D-28D250A78B72}"/>
              </a:ext>
            </a:extLst>
          </p:cNvPr>
          <p:cNvSpPr/>
          <p:nvPr userDrawn="1"/>
        </p:nvSpPr>
        <p:spPr>
          <a:xfrm>
            <a:off x="15084675" y="4117023"/>
            <a:ext cx="338462" cy="338462"/>
          </a:xfrm>
          <a:prstGeom prst="ellipse">
            <a:avLst/>
          </a:prstGeom>
          <a:solidFill>
            <a:srgbClr val="D0BC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974F6F8E-0245-5166-63F3-F97B39813E51}"/>
              </a:ext>
            </a:extLst>
          </p:cNvPr>
          <p:cNvSpPr/>
          <p:nvPr userDrawn="1"/>
        </p:nvSpPr>
        <p:spPr>
          <a:xfrm>
            <a:off x="15584292" y="4117023"/>
            <a:ext cx="338462" cy="338462"/>
          </a:xfrm>
          <a:prstGeom prst="ellipse">
            <a:avLst/>
          </a:prstGeom>
          <a:solidFill>
            <a:srgbClr val="A17AB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C0CEA86C-642D-43DE-5DFD-00E473845366}"/>
              </a:ext>
            </a:extLst>
          </p:cNvPr>
          <p:cNvSpPr/>
          <p:nvPr userDrawn="1"/>
        </p:nvSpPr>
        <p:spPr>
          <a:xfrm>
            <a:off x="16083909" y="4117023"/>
            <a:ext cx="338462" cy="338462"/>
          </a:xfrm>
          <a:prstGeom prst="ellipse">
            <a:avLst/>
          </a:prstGeom>
          <a:solidFill>
            <a:srgbClr val="3813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1FA5B3DD-9E3F-EFB9-5509-05213F6CB5CA}"/>
              </a:ext>
            </a:extLst>
          </p:cNvPr>
          <p:cNvSpPr/>
          <p:nvPr userDrawn="1"/>
        </p:nvSpPr>
        <p:spPr>
          <a:xfrm>
            <a:off x="16583525" y="4117023"/>
            <a:ext cx="338462" cy="338462"/>
          </a:xfrm>
          <a:prstGeom prst="ellipse">
            <a:avLst/>
          </a:prstGeom>
          <a:solidFill>
            <a:srgbClr val="250D3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6" name="Oval 95">
            <a:extLst>
              <a:ext uri="{FF2B5EF4-FFF2-40B4-BE49-F238E27FC236}">
                <a16:creationId xmlns:a16="http://schemas.microsoft.com/office/drawing/2014/main" id="{1570214B-98A8-71E2-C5C8-D755E6EF3E2E}"/>
              </a:ext>
            </a:extLst>
          </p:cNvPr>
          <p:cNvSpPr/>
          <p:nvPr userDrawn="1"/>
        </p:nvSpPr>
        <p:spPr>
          <a:xfrm>
            <a:off x="13959929" y="4652930"/>
            <a:ext cx="618392" cy="618392"/>
          </a:xfrm>
          <a:prstGeom prst="ellipse">
            <a:avLst/>
          </a:prstGeom>
          <a:solidFill>
            <a:srgbClr val="007B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B1D54F65-D787-CB39-07AA-6740FF5C06E7}"/>
              </a:ext>
            </a:extLst>
          </p:cNvPr>
          <p:cNvSpPr/>
          <p:nvPr userDrawn="1"/>
        </p:nvSpPr>
        <p:spPr>
          <a:xfrm>
            <a:off x="15084675" y="4836963"/>
            <a:ext cx="338462" cy="338462"/>
          </a:xfrm>
          <a:prstGeom prst="ellipse">
            <a:avLst/>
          </a:prstGeom>
          <a:solidFill>
            <a:srgbClr val="B2D7E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8" name="Oval 97">
            <a:extLst>
              <a:ext uri="{FF2B5EF4-FFF2-40B4-BE49-F238E27FC236}">
                <a16:creationId xmlns:a16="http://schemas.microsoft.com/office/drawing/2014/main" id="{D4214E5A-039C-2B8B-9828-80F4FDC628D0}"/>
              </a:ext>
            </a:extLst>
          </p:cNvPr>
          <p:cNvSpPr/>
          <p:nvPr userDrawn="1"/>
        </p:nvSpPr>
        <p:spPr>
          <a:xfrm>
            <a:off x="15584292" y="4836963"/>
            <a:ext cx="338462" cy="338462"/>
          </a:xfrm>
          <a:prstGeom prst="ellipse">
            <a:avLst/>
          </a:prstGeom>
          <a:solidFill>
            <a:srgbClr val="66AF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9" name="Oval 98">
            <a:extLst>
              <a:ext uri="{FF2B5EF4-FFF2-40B4-BE49-F238E27FC236}">
                <a16:creationId xmlns:a16="http://schemas.microsoft.com/office/drawing/2014/main" id="{2E449EAF-CC25-CE90-735E-5F12F039BAF3}"/>
              </a:ext>
            </a:extLst>
          </p:cNvPr>
          <p:cNvSpPr/>
          <p:nvPr userDrawn="1"/>
        </p:nvSpPr>
        <p:spPr>
          <a:xfrm>
            <a:off x="16083909" y="4836963"/>
            <a:ext cx="338462" cy="338462"/>
          </a:xfrm>
          <a:prstGeom prst="ellipse">
            <a:avLst/>
          </a:prstGeom>
          <a:solidFill>
            <a:srgbClr val="005C8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100" name="Oval 99">
            <a:extLst>
              <a:ext uri="{FF2B5EF4-FFF2-40B4-BE49-F238E27FC236}">
                <a16:creationId xmlns:a16="http://schemas.microsoft.com/office/drawing/2014/main" id="{4458F72B-AE3B-9982-A162-D1B237E6F301}"/>
              </a:ext>
            </a:extLst>
          </p:cNvPr>
          <p:cNvSpPr/>
          <p:nvPr userDrawn="1"/>
        </p:nvSpPr>
        <p:spPr>
          <a:xfrm>
            <a:off x="16583525" y="4836963"/>
            <a:ext cx="338462" cy="338462"/>
          </a:xfrm>
          <a:prstGeom prst="ellipse">
            <a:avLst/>
          </a:prstGeom>
          <a:solidFill>
            <a:srgbClr val="003D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886388BF-F530-8204-1288-A7D3B8CB803D}"/>
              </a:ext>
            </a:extLst>
          </p:cNvPr>
          <p:cNvSpPr txBox="1"/>
          <p:nvPr userDrawn="1"/>
        </p:nvSpPr>
        <p:spPr>
          <a:xfrm>
            <a:off x="13920953" y="570792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/>
              <a:t>Product Group Colors</a:t>
            </a:r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BE581AD0-9147-1A09-D961-13B6F6FD1F27}"/>
              </a:ext>
            </a:extLst>
          </p:cNvPr>
          <p:cNvCxnSpPr>
            <a:cxnSpLocks/>
          </p:cNvCxnSpPr>
          <p:nvPr userDrawn="1"/>
        </p:nvCxnSpPr>
        <p:spPr>
          <a:xfrm>
            <a:off x="13920953" y="5583284"/>
            <a:ext cx="3109779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D5B5CD0C-2785-9A7C-E645-5508CAB23A5B}"/>
              </a:ext>
            </a:extLst>
          </p:cNvPr>
          <p:cNvCxnSpPr>
            <a:cxnSpLocks/>
          </p:cNvCxnSpPr>
          <p:nvPr userDrawn="1"/>
        </p:nvCxnSpPr>
        <p:spPr>
          <a:xfrm>
            <a:off x="13920953" y="0"/>
            <a:ext cx="907751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9F479EDC-6752-77F9-AD0D-6E89A8D680D7}"/>
              </a:ext>
            </a:extLst>
          </p:cNvPr>
          <p:cNvCxnSpPr>
            <a:cxnSpLocks/>
          </p:cNvCxnSpPr>
          <p:nvPr userDrawn="1"/>
        </p:nvCxnSpPr>
        <p:spPr>
          <a:xfrm>
            <a:off x="15040681" y="0"/>
            <a:ext cx="1963661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Rectangle 104">
            <a:extLst>
              <a:ext uri="{FF2B5EF4-FFF2-40B4-BE49-F238E27FC236}">
                <a16:creationId xmlns:a16="http://schemas.microsoft.com/office/drawing/2014/main" id="{F428FA40-C331-64BA-9A6E-51E85C871B43}"/>
              </a:ext>
            </a:extLst>
          </p:cNvPr>
          <p:cNvSpPr/>
          <p:nvPr userDrawn="1"/>
        </p:nvSpPr>
        <p:spPr>
          <a:xfrm>
            <a:off x="14716831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>
                <a:solidFill>
                  <a:schemeClr val="tx1"/>
                </a:solidFill>
                <a:latin typeface="+mn-lt"/>
              </a:rPr>
              <a:t>BIG-IP Next</a:t>
            </a:r>
          </a:p>
        </p:txBody>
      </p:sp>
      <p:sp>
        <p:nvSpPr>
          <p:cNvPr id="106" name="Oval 105">
            <a:extLst>
              <a:ext uri="{FF2B5EF4-FFF2-40B4-BE49-F238E27FC236}">
                <a16:creationId xmlns:a16="http://schemas.microsoft.com/office/drawing/2014/main" id="{D180F793-8213-45CF-85B3-9EE7A5521F07}"/>
              </a:ext>
            </a:extLst>
          </p:cNvPr>
          <p:cNvSpPr/>
          <p:nvPr userDrawn="1"/>
        </p:nvSpPr>
        <p:spPr>
          <a:xfrm>
            <a:off x="14804987" y="6024739"/>
            <a:ext cx="338462" cy="338462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5B0C3A18-0237-6446-8BCA-6229133DA02B}"/>
              </a:ext>
            </a:extLst>
          </p:cNvPr>
          <p:cNvSpPr/>
          <p:nvPr userDrawn="1"/>
        </p:nvSpPr>
        <p:spPr>
          <a:xfrm>
            <a:off x="13843869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>
                <a:solidFill>
                  <a:schemeClr val="tx1"/>
                </a:solidFill>
                <a:latin typeface="+mn-lt"/>
              </a:rPr>
              <a:t>Distributed Cloud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6C1C3AFF-03FD-5513-B0D1-59CC11E1D041}"/>
              </a:ext>
            </a:extLst>
          </p:cNvPr>
          <p:cNvSpPr/>
          <p:nvPr userDrawn="1"/>
        </p:nvSpPr>
        <p:spPr>
          <a:xfrm>
            <a:off x="15568415" y="6388493"/>
            <a:ext cx="91440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000" kern="100">
                <a:solidFill>
                  <a:schemeClr val="tx1"/>
                </a:solidFill>
                <a:latin typeface="+mn-lt"/>
              </a:rPr>
              <a:t>BIG-IP</a:t>
            </a:r>
          </a:p>
        </p:txBody>
      </p:sp>
      <p:sp>
        <p:nvSpPr>
          <p:cNvPr id="109" name="Oval 108">
            <a:extLst>
              <a:ext uri="{FF2B5EF4-FFF2-40B4-BE49-F238E27FC236}">
                <a16:creationId xmlns:a16="http://schemas.microsoft.com/office/drawing/2014/main" id="{14C35E35-B467-5F84-5236-793715E6054A}"/>
              </a:ext>
            </a:extLst>
          </p:cNvPr>
          <p:cNvSpPr/>
          <p:nvPr userDrawn="1"/>
        </p:nvSpPr>
        <p:spPr>
          <a:xfrm>
            <a:off x="13916887" y="6024739"/>
            <a:ext cx="338462" cy="33846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110" name="Oval 109">
            <a:extLst>
              <a:ext uri="{FF2B5EF4-FFF2-40B4-BE49-F238E27FC236}">
                <a16:creationId xmlns:a16="http://schemas.microsoft.com/office/drawing/2014/main" id="{806F5014-1336-97C8-2B0E-9C68A674C4FE}"/>
              </a:ext>
            </a:extLst>
          </p:cNvPr>
          <p:cNvSpPr/>
          <p:nvPr userDrawn="1"/>
        </p:nvSpPr>
        <p:spPr>
          <a:xfrm>
            <a:off x="15702617" y="6024739"/>
            <a:ext cx="338462" cy="33846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6CAA4011-5C9A-6716-3DCE-F999EE42B59D}"/>
              </a:ext>
            </a:extLst>
          </p:cNvPr>
          <p:cNvSpPr/>
          <p:nvPr userDrawn="1"/>
        </p:nvSpPr>
        <p:spPr>
          <a:xfrm>
            <a:off x="16491659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>
                <a:solidFill>
                  <a:schemeClr val="tx1"/>
                </a:solidFill>
                <a:latin typeface="+mn-lt"/>
              </a:rPr>
              <a:t>NGINX </a:t>
            </a:r>
          </a:p>
        </p:txBody>
      </p:sp>
      <p:sp>
        <p:nvSpPr>
          <p:cNvPr id="112" name="Oval 111">
            <a:extLst>
              <a:ext uri="{FF2B5EF4-FFF2-40B4-BE49-F238E27FC236}">
                <a16:creationId xmlns:a16="http://schemas.microsoft.com/office/drawing/2014/main" id="{904577A0-F1B2-FAF0-C2E3-98F3D5532C05}"/>
              </a:ext>
            </a:extLst>
          </p:cNvPr>
          <p:cNvSpPr/>
          <p:nvPr userDrawn="1"/>
        </p:nvSpPr>
        <p:spPr>
          <a:xfrm>
            <a:off x="16590717" y="6024739"/>
            <a:ext cx="338462" cy="33846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CF19DBC7-7864-D11E-880A-95BFEEA45C1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0" y="6763513"/>
            <a:ext cx="12192000" cy="944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2875892"/>
      </p:ext>
    </p:extLst>
  </p:cSld>
  <p:clrMapOvr>
    <a:masterClrMapping/>
  </p:clrMapOvr>
</p:sldLayout>
</file>

<file path=ppt/slideLayouts/slideLayout1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 Black: Solid 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706BC-2671-42BA-B78B-426C50D7C0D7}"/>
              </a:ext>
            </a:extLst>
          </p:cNvPr>
          <p:cNvSpPr>
            <a:spLocks noGrp="1"/>
          </p:cNvSpPr>
          <p:nvPr userDrawn="1">
            <p:ph type="title"/>
          </p:nvPr>
        </p:nvSpPr>
        <p:spPr bwMode="black">
          <a:xfrm>
            <a:off x="495952" y="1162051"/>
            <a:ext cx="7415242" cy="2561626"/>
          </a:xfrm>
          <a:prstGeom prst="rect">
            <a:avLst/>
          </a:prstGeom>
        </p:spPr>
        <p:txBody>
          <a:bodyPr anchor="b"/>
          <a:lstStyle>
            <a:lvl1pPr>
              <a:defRPr sz="4800">
                <a:solidFill>
                  <a:srgbClr val="FEFEFE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67E08A2D-0DB6-4F18-9655-DEE6026EA71B}"/>
              </a:ext>
            </a:extLst>
          </p:cNvPr>
          <p:cNvSpPr>
            <a:spLocks noGrp="1"/>
          </p:cNvSpPr>
          <p:nvPr userDrawn="1">
            <p:ph type="body" idx="1"/>
          </p:nvPr>
        </p:nvSpPr>
        <p:spPr bwMode="black">
          <a:xfrm>
            <a:off x="495952" y="3762096"/>
            <a:ext cx="7453993" cy="256162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00" spc="0" baseline="0">
                <a:solidFill>
                  <a:srgbClr val="FEFEFE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0744B608-3F50-EB2E-2E1E-C8747CB7085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6775856"/>
            <a:ext cx="12192000" cy="94488"/>
          </a:xfrm>
          <a:prstGeom prst="rect">
            <a:avLst/>
          </a:prstGeom>
        </p:spPr>
      </p:pic>
      <p:sp>
        <p:nvSpPr>
          <p:cNvPr id="8" name="Footer Placeholder 10">
            <a:extLst>
              <a:ext uri="{FF2B5EF4-FFF2-40B4-BE49-F238E27FC236}">
                <a16:creationId xmlns:a16="http://schemas.microsoft.com/office/drawing/2014/main" id="{03C0E75F-8F82-DD77-FDD5-FDB5A49BB03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>
                <a:solidFill>
                  <a:schemeClr val="bg1"/>
                </a:solidFill>
              </a:defRPr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AB8C410-276A-CE2C-1089-A5E54F16E449}"/>
              </a:ext>
            </a:extLst>
          </p:cNvPr>
          <p:cNvSpPr txBox="1"/>
          <p:nvPr userDrawn="1"/>
        </p:nvSpPr>
        <p:spPr>
          <a:xfrm>
            <a:off x="13920953" y="10706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/>
              <a:t>Primary palette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71DAB762-46D3-B3C0-5003-18A6CB71B314}"/>
              </a:ext>
            </a:extLst>
          </p:cNvPr>
          <p:cNvSpPr/>
          <p:nvPr userDrawn="1"/>
        </p:nvSpPr>
        <p:spPr>
          <a:xfrm>
            <a:off x="13959929" y="377353"/>
            <a:ext cx="618392" cy="618392"/>
          </a:xfrm>
          <a:prstGeom prst="ellipse">
            <a:avLst/>
          </a:prstGeom>
          <a:solidFill>
            <a:srgbClr val="E400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085CFAC6-0062-2DDE-D6F1-84C60D4169D0}"/>
              </a:ext>
            </a:extLst>
          </p:cNvPr>
          <p:cNvSpPr/>
          <p:nvPr userDrawn="1"/>
        </p:nvSpPr>
        <p:spPr>
          <a:xfrm>
            <a:off x="15084675" y="517318"/>
            <a:ext cx="338462" cy="338462"/>
          </a:xfrm>
          <a:prstGeom prst="ellipse">
            <a:avLst/>
          </a:prstGeom>
          <a:solidFill>
            <a:srgbClr val="F7B2B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5039DF1-C388-A94C-451B-60C65F41899A}"/>
              </a:ext>
            </a:extLst>
          </p:cNvPr>
          <p:cNvSpPr/>
          <p:nvPr userDrawn="1"/>
        </p:nvSpPr>
        <p:spPr>
          <a:xfrm>
            <a:off x="15584292" y="517318"/>
            <a:ext cx="338462" cy="338462"/>
          </a:xfrm>
          <a:prstGeom prst="ellipse">
            <a:avLst/>
          </a:prstGeom>
          <a:solidFill>
            <a:srgbClr val="F066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D72DF44A-0A80-BA0E-3BC1-AE32E2F0C5F0}"/>
              </a:ext>
            </a:extLst>
          </p:cNvPr>
          <p:cNvSpPr/>
          <p:nvPr userDrawn="1"/>
        </p:nvSpPr>
        <p:spPr>
          <a:xfrm>
            <a:off x="16083909" y="517318"/>
            <a:ext cx="338462" cy="338462"/>
          </a:xfrm>
          <a:prstGeom prst="ellipse">
            <a:avLst/>
          </a:prstGeom>
          <a:solidFill>
            <a:srgbClr val="A7002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9BCE72F9-5A07-0DD4-CCD5-E3A6596CB8DF}"/>
              </a:ext>
            </a:extLst>
          </p:cNvPr>
          <p:cNvSpPr/>
          <p:nvPr userDrawn="1"/>
        </p:nvSpPr>
        <p:spPr>
          <a:xfrm>
            <a:off x="16583525" y="517318"/>
            <a:ext cx="338462" cy="338462"/>
          </a:xfrm>
          <a:prstGeom prst="ellipse">
            <a:avLst/>
          </a:prstGeom>
          <a:solidFill>
            <a:srgbClr val="72001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F6616E2-9520-38A7-79F2-28418ADC1CD8}"/>
              </a:ext>
            </a:extLst>
          </p:cNvPr>
          <p:cNvSpPr txBox="1"/>
          <p:nvPr userDrawn="1"/>
        </p:nvSpPr>
        <p:spPr>
          <a:xfrm>
            <a:off x="15053447" y="10706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/>
              <a:t>Secondary palette</a:t>
            </a:r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EEC4E56E-8434-AD10-3607-88D74A724C8A}"/>
              </a:ext>
            </a:extLst>
          </p:cNvPr>
          <p:cNvSpPr/>
          <p:nvPr userDrawn="1"/>
        </p:nvSpPr>
        <p:spPr>
          <a:xfrm>
            <a:off x="13959929" y="1097294"/>
            <a:ext cx="618392" cy="618392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1F3EE6D0-CE02-321E-721B-2373341FF5CA}"/>
              </a:ext>
            </a:extLst>
          </p:cNvPr>
          <p:cNvSpPr/>
          <p:nvPr userDrawn="1"/>
        </p:nvSpPr>
        <p:spPr>
          <a:xfrm>
            <a:off x="15084675" y="1237259"/>
            <a:ext cx="338462" cy="338462"/>
          </a:xfrm>
          <a:prstGeom prst="ellipse">
            <a:avLst/>
          </a:prstGeom>
          <a:solidFill>
            <a:srgbClr val="FBE1C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D4E4C2B3-9124-D50F-44F0-F9AEE0706918}"/>
              </a:ext>
            </a:extLst>
          </p:cNvPr>
          <p:cNvSpPr/>
          <p:nvPr userDrawn="1"/>
        </p:nvSpPr>
        <p:spPr>
          <a:xfrm>
            <a:off x="15584292" y="1237259"/>
            <a:ext cx="338462" cy="338462"/>
          </a:xfrm>
          <a:prstGeom prst="ellipse">
            <a:avLst/>
          </a:prstGeom>
          <a:solidFill>
            <a:srgbClr val="F7C2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6C6EE4A8-6BD4-A75A-43EC-BCAEC4B75095}"/>
              </a:ext>
            </a:extLst>
          </p:cNvPr>
          <p:cNvSpPr/>
          <p:nvPr userDrawn="1"/>
        </p:nvSpPr>
        <p:spPr>
          <a:xfrm>
            <a:off x="16083909" y="1237259"/>
            <a:ext cx="338462" cy="338462"/>
          </a:xfrm>
          <a:prstGeom prst="ellipse">
            <a:avLst/>
          </a:prstGeom>
          <a:solidFill>
            <a:srgbClr val="B2742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1C52F4A9-2575-4758-B62A-D5E57AFD10A9}"/>
              </a:ext>
            </a:extLst>
          </p:cNvPr>
          <p:cNvSpPr/>
          <p:nvPr userDrawn="1"/>
        </p:nvSpPr>
        <p:spPr>
          <a:xfrm>
            <a:off x="16583525" y="1237259"/>
            <a:ext cx="338462" cy="338462"/>
          </a:xfrm>
          <a:prstGeom prst="ellipse">
            <a:avLst/>
          </a:prstGeom>
          <a:solidFill>
            <a:srgbClr val="794D1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2CBAE2EC-5BA4-E505-7BC9-8C77BBEBCC04}"/>
              </a:ext>
            </a:extLst>
          </p:cNvPr>
          <p:cNvSpPr/>
          <p:nvPr userDrawn="1"/>
        </p:nvSpPr>
        <p:spPr>
          <a:xfrm>
            <a:off x="13959929" y="1817235"/>
            <a:ext cx="618392" cy="6183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E4081EF5-E1D8-D227-7984-7DA2CB32E34A}"/>
              </a:ext>
            </a:extLst>
          </p:cNvPr>
          <p:cNvSpPr/>
          <p:nvPr userDrawn="1"/>
        </p:nvSpPr>
        <p:spPr>
          <a:xfrm>
            <a:off x="15084675" y="1957200"/>
            <a:ext cx="338462" cy="338462"/>
          </a:xfrm>
          <a:prstGeom prst="ellipse">
            <a:avLst/>
          </a:prstGeom>
          <a:solidFill>
            <a:srgbClr val="B7C6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9193EF98-2BBC-EBD1-4615-EBD69B3FAC39}"/>
              </a:ext>
            </a:extLst>
          </p:cNvPr>
          <p:cNvSpPr/>
          <p:nvPr userDrawn="1"/>
        </p:nvSpPr>
        <p:spPr>
          <a:xfrm>
            <a:off x="15584292" y="1957200"/>
            <a:ext cx="338462" cy="338462"/>
          </a:xfrm>
          <a:prstGeom prst="ellipse">
            <a:avLst/>
          </a:prstGeom>
          <a:solidFill>
            <a:srgbClr val="6E8D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DAF754BB-EFFE-6521-CEC6-EA2956268B3B}"/>
              </a:ext>
            </a:extLst>
          </p:cNvPr>
          <p:cNvSpPr/>
          <p:nvPr userDrawn="1"/>
        </p:nvSpPr>
        <p:spPr>
          <a:xfrm>
            <a:off x="16083909" y="1957200"/>
            <a:ext cx="338462" cy="338462"/>
          </a:xfrm>
          <a:prstGeom prst="ellipse">
            <a:avLst/>
          </a:prstGeom>
          <a:solidFill>
            <a:srgbClr val="0B31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1FB9083E-E6E8-79DB-E5EC-2A943F7C3A1D}"/>
              </a:ext>
            </a:extLst>
          </p:cNvPr>
          <p:cNvSpPr/>
          <p:nvPr userDrawn="1"/>
        </p:nvSpPr>
        <p:spPr>
          <a:xfrm>
            <a:off x="16583525" y="1957200"/>
            <a:ext cx="338462" cy="338462"/>
          </a:xfrm>
          <a:prstGeom prst="ellipse">
            <a:avLst/>
          </a:prstGeom>
          <a:solidFill>
            <a:srgbClr val="07215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12332DD1-B5C7-1A8B-A162-AC9DB544EEC9}"/>
              </a:ext>
            </a:extLst>
          </p:cNvPr>
          <p:cNvSpPr/>
          <p:nvPr userDrawn="1"/>
        </p:nvSpPr>
        <p:spPr>
          <a:xfrm>
            <a:off x="13959929" y="2537176"/>
            <a:ext cx="618392" cy="618392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50F05CED-64CD-3FCB-36F1-9C3622A60795}"/>
              </a:ext>
            </a:extLst>
          </p:cNvPr>
          <p:cNvSpPr/>
          <p:nvPr userDrawn="1"/>
        </p:nvSpPr>
        <p:spPr>
          <a:xfrm>
            <a:off x="15084675" y="2677141"/>
            <a:ext cx="338462" cy="338462"/>
          </a:xfrm>
          <a:prstGeom prst="ellipse">
            <a:avLst/>
          </a:prstGeom>
          <a:solidFill>
            <a:srgbClr val="E6BE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AAEAD7DC-D4CF-01CB-D1B4-9794B2AB70E0}"/>
              </a:ext>
            </a:extLst>
          </p:cNvPr>
          <p:cNvSpPr/>
          <p:nvPr userDrawn="1"/>
        </p:nvSpPr>
        <p:spPr>
          <a:xfrm>
            <a:off x="15584292" y="2677141"/>
            <a:ext cx="338462" cy="338462"/>
          </a:xfrm>
          <a:prstGeom prst="ellipse">
            <a:avLst/>
          </a:prstGeom>
          <a:solidFill>
            <a:srgbClr val="CD7DB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1D8DFA6D-7195-F27F-B48B-0B22E367FFBE}"/>
              </a:ext>
            </a:extLst>
          </p:cNvPr>
          <p:cNvSpPr/>
          <p:nvPr userDrawn="1"/>
        </p:nvSpPr>
        <p:spPr>
          <a:xfrm>
            <a:off x="16083909" y="2677141"/>
            <a:ext cx="338462" cy="338462"/>
          </a:xfrm>
          <a:prstGeom prst="ellipse">
            <a:avLst/>
          </a:prstGeom>
          <a:solidFill>
            <a:srgbClr val="801D6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7EC3852A-8220-DF76-1E69-38FD19685F8A}"/>
              </a:ext>
            </a:extLst>
          </p:cNvPr>
          <p:cNvSpPr/>
          <p:nvPr userDrawn="1"/>
        </p:nvSpPr>
        <p:spPr>
          <a:xfrm>
            <a:off x="16583525" y="2677141"/>
            <a:ext cx="338462" cy="338462"/>
          </a:xfrm>
          <a:prstGeom prst="ellipse">
            <a:avLst/>
          </a:prstGeom>
          <a:solidFill>
            <a:srgbClr val="5614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FB4B4B52-6E80-7D76-E157-623A2254EFC5}"/>
              </a:ext>
            </a:extLst>
          </p:cNvPr>
          <p:cNvSpPr/>
          <p:nvPr userDrawn="1"/>
        </p:nvSpPr>
        <p:spPr>
          <a:xfrm>
            <a:off x="13959929" y="3257117"/>
            <a:ext cx="618392" cy="61839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5" name="Oval 84">
            <a:extLst>
              <a:ext uri="{FF2B5EF4-FFF2-40B4-BE49-F238E27FC236}">
                <a16:creationId xmlns:a16="http://schemas.microsoft.com/office/drawing/2014/main" id="{E4D0C7B9-BA15-5172-9B3C-FC4844183619}"/>
              </a:ext>
            </a:extLst>
          </p:cNvPr>
          <p:cNvSpPr/>
          <p:nvPr userDrawn="1"/>
        </p:nvSpPr>
        <p:spPr>
          <a:xfrm>
            <a:off x="15084675" y="3397082"/>
            <a:ext cx="338462" cy="338462"/>
          </a:xfrm>
          <a:prstGeom prst="ellipse">
            <a:avLst/>
          </a:prstGeom>
          <a:solidFill>
            <a:srgbClr val="B2DFC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FB2CAFBD-C80C-AF06-1B6F-06EFF37E667D}"/>
              </a:ext>
            </a:extLst>
          </p:cNvPr>
          <p:cNvSpPr/>
          <p:nvPr userDrawn="1"/>
        </p:nvSpPr>
        <p:spPr>
          <a:xfrm>
            <a:off x="15584292" y="3397082"/>
            <a:ext cx="338462" cy="338462"/>
          </a:xfrm>
          <a:prstGeom prst="ellipse">
            <a:avLst/>
          </a:prstGeom>
          <a:solidFill>
            <a:srgbClr val="66C0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5C81C30E-ADF6-9199-3186-3B21C65AFDBB}"/>
              </a:ext>
            </a:extLst>
          </p:cNvPr>
          <p:cNvSpPr/>
          <p:nvPr userDrawn="1"/>
        </p:nvSpPr>
        <p:spPr>
          <a:xfrm>
            <a:off x="16083909" y="3397082"/>
            <a:ext cx="338462" cy="338462"/>
          </a:xfrm>
          <a:prstGeom prst="ellipse">
            <a:avLst/>
          </a:prstGeom>
          <a:solidFill>
            <a:srgbClr val="0071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04FC2C5C-6C5A-17ED-05FE-B35D3885C946}"/>
              </a:ext>
            </a:extLst>
          </p:cNvPr>
          <p:cNvSpPr/>
          <p:nvPr userDrawn="1"/>
        </p:nvSpPr>
        <p:spPr>
          <a:xfrm>
            <a:off x="16583525" y="3397082"/>
            <a:ext cx="338462" cy="338462"/>
          </a:xfrm>
          <a:prstGeom prst="ellipse">
            <a:avLst/>
          </a:prstGeom>
          <a:solidFill>
            <a:srgbClr val="004B1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64B719B1-8AF1-78D9-4E7D-6974BFF9D3BD}"/>
              </a:ext>
            </a:extLst>
          </p:cNvPr>
          <p:cNvSpPr/>
          <p:nvPr userDrawn="1"/>
        </p:nvSpPr>
        <p:spPr>
          <a:xfrm>
            <a:off x="13959929" y="3977058"/>
            <a:ext cx="618392" cy="6183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6DBA5D1E-8214-8829-A7ED-EDAD4DC12CF0}"/>
              </a:ext>
            </a:extLst>
          </p:cNvPr>
          <p:cNvSpPr/>
          <p:nvPr userDrawn="1"/>
        </p:nvSpPr>
        <p:spPr>
          <a:xfrm>
            <a:off x="15084675" y="4117023"/>
            <a:ext cx="338462" cy="338462"/>
          </a:xfrm>
          <a:prstGeom prst="ellipse">
            <a:avLst/>
          </a:prstGeom>
          <a:solidFill>
            <a:srgbClr val="D0BC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8414C0DE-A95F-2C60-91C6-0321E096246C}"/>
              </a:ext>
            </a:extLst>
          </p:cNvPr>
          <p:cNvSpPr/>
          <p:nvPr userDrawn="1"/>
        </p:nvSpPr>
        <p:spPr>
          <a:xfrm>
            <a:off x="15584292" y="4117023"/>
            <a:ext cx="338462" cy="338462"/>
          </a:xfrm>
          <a:prstGeom prst="ellipse">
            <a:avLst/>
          </a:prstGeom>
          <a:solidFill>
            <a:srgbClr val="A17AB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B31DFFC2-C4C7-ECCB-03AF-F82D615E81D3}"/>
              </a:ext>
            </a:extLst>
          </p:cNvPr>
          <p:cNvSpPr/>
          <p:nvPr userDrawn="1"/>
        </p:nvSpPr>
        <p:spPr>
          <a:xfrm>
            <a:off x="16083909" y="4117023"/>
            <a:ext cx="338462" cy="338462"/>
          </a:xfrm>
          <a:prstGeom prst="ellipse">
            <a:avLst/>
          </a:prstGeom>
          <a:solidFill>
            <a:srgbClr val="3813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5CA85C80-FFBC-E439-0090-B63A09EC8633}"/>
              </a:ext>
            </a:extLst>
          </p:cNvPr>
          <p:cNvSpPr/>
          <p:nvPr userDrawn="1"/>
        </p:nvSpPr>
        <p:spPr>
          <a:xfrm>
            <a:off x="16583525" y="4117023"/>
            <a:ext cx="338462" cy="338462"/>
          </a:xfrm>
          <a:prstGeom prst="ellipse">
            <a:avLst/>
          </a:prstGeom>
          <a:solidFill>
            <a:srgbClr val="250D3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5FE8F3A7-5BFB-3F79-7975-C046F39B1DE5}"/>
              </a:ext>
            </a:extLst>
          </p:cNvPr>
          <p:cNvSpPr/>
          <p:nvPr userDrawn="1"/>
        </p:nvSpPr>
        <p:spPr>
          <a:xfrm>
            <a:off x="13959929" y="4652930"/>
            <a:ext cx="618392" cy="618392"/>
          </a:xfrm>
          <a:prstGeom prst="ellipse">
            <a:avLst/>
          </a:prstGeom>
          <a:solidFill>
            <a:srgbClr val="007B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5F435F35-5B13-1B9C-305A-EE5509F9831B}"/>
              </a:ext>
            </a:extLst>
          </p:cNvPr>
          <p:cNvSpPr/>
          <p:nvPr userDrawn="1"/>
        </p:nvSpPr>
        <p:spPr>
          <a:xfrm>
            <a:off x="15084675" y="4836963"/>
            <a:ext cx="338462" cy="338462"/>
          </a:xfrm>
          <a:prstGeom prst="ellipse">
            <a:avLst/>
          </a:prstGeom>
          <a:solidFill>
            <a:srgbClr val="B2D7E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6" name="Oval 95">
            <a:extLst>
              <a:ext uri="{FF2B5EF4-FFF2-40B4-BE49-F238E27FC236}">
                <a16:creationId xmlns:a16="http://schemas.microsoft.com/office/drawing/2014/main" id="{05021316-C812-1E87-EF06-17E8ECC5D135}"/>
              </a:ext>
            </a:extLst>
          </p:cNvPr>
          <p:cNvSpPr/>
          <p:nvPr userDrawn="1"/>
        </p:nvSpPr>
        <p:spPr>
          <a:xfrm>
            <a:off x="15584292" y="4836963"/>
            <a:ext cx="338462" cy="338462"/>
          </a:xfrm>
          <a:prstGeom prst="ellipse">
            <a:avLst/>
          </a:prstGeom>
          <a:solidFill>
            <a:srgbClr val="66AF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C482390A-F448-4247-127A-14FCF518CC99}"/>
              </a:ext>
            </a:extLst>
          </p:cNvPr>
          <p:cNvSpPr/>
          <p:nvPr userDrawn="1"/>
        </p:nvSpPr>
        <p:spPr>
          <a:xfrm>
            <a:off x="16083909" y="4836963"/>
            <a:ext cx="338462" cy="338462"/>
          </a:xfrm>
          <a:prstGeom prst="ellipse">
            <a:avLst/>
          </a:prstGeom>
          <a:solidFill>
            <a:srgbClr val="005C8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8" name="Oval 97">
            <a:extLst>
              <a:ext uri="{FF2B5EF4-FFF2-40B4-BE49-F238E27FC236}">
                <a16:creationId xmlns:a16="http://schemas.microsoft.com/office/drawing/2014/main" id="{F3D8394E-BE57-FB76-5FA4-F3D39900B259}"/>
              </a:ext>
            </a:extLst>
          </p:cNvPr>
          <p:cNvSpPr/>
          <p:nvPr userDrawn="1"/>
        </p:nvSpPr>
        <p:spPr>
          <a:xfrm>
            <a:off x="16583525" y="4836963"/>
            <a:ext cx="338462" cy="338462"/>
          </a:xfrm>
          <a:prstGeom prst="ellipse">
            <a:avLst/>
          </a:prstGeom>
          <a:solidFill>
            <a:srgbClr val="003D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F689780D-FE46-2879-C85F-3935084EBA99}"/>
              </a:ext>
            </a:extLst>
          </p:cNvPr>
          <p:cNvSpPr txBox="1"/>
          <p:nvPr userDrawn="1"/>
        </p:nvSpPr>
        <p:spPr>
          <a:xfrm>
            <a:off x="13920953" y="570792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/>
              <a:t>Product Group Colors</a:t>
            </a:r>
          </a:p>
        </p:txBody>
      </p: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7F1E1188-6B00-4E47-9B14-6C3CF953047C}"/>
              </a:ext>
            </a:extLst>
          </p:cNvPr>
          <p:cNvCxnSpPr>
            <a:cxnSpLocks/>
          </p:cNvCxnSpPr>
          <p:nvPr userDrawn="1"/>
        </p:nvCxnSpPr>
        <p:spPr>
          <a:xfrm>
            <a:off x="13920953" y="5583284"/>
            <a:ext cx="3109779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5308BC58-EA9A-C8A1-B95D-5C9AF5AC3D67}"/>
              </a:ext>
            </a:extLst>
          </p:cNvPr>
          <p:cNvCxnSpPr>
            <a:cxnSpLocks/>
          </p:cNvCxnSpPr>
          <p:nvPr userDrawn="1"/>
        </p:nvCxnSpPr>
        <p:spPr>
          <a:xfrm>
            <a:off x="13920953" y="0"/>
            <a:ext cx="907751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E22C7F57-A0FB-9ECE-5B4E-9732FB0FABF7}"/>
              </a:ext>
            </a:extLst>
          </p:cNvPr>
          <p:cNvCxnSpPr>
            <a:cxnSpLocks/>
          </p:cNvCxnSpPr>
          <p:nvPr userDrawn="1"/>
        </p:nvCxnSpPr>
        <p:spPr>
          <a:xfrm>
            <a:off x="15040681" y="0"/>
            <a:ext cx="1963661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Rectangle 102">
            <a:extLst>
              <a:ext uri="{FF2B5EF4-FFF2-40B4-BE49-F238E27FC236}">
                <a16:creationId xmlns:a16="http://schemas.microsoft.com/office/drawing/2014/main" id="{0FF66EE9-181E-1659-15B7-95661A9E3CE3}"/>
              </a:ext>
            </a:extLst>
          </p:cNvPr>
          <p:cNvSpPr/>
          <p:nvPr userDrawn="1"/>
        </p:nvSpPr>
        <p:spPr>
          <a:xfrm>
            <a:off x="14716831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>
                <a:solidFill>
                  <a:schemeClr val="tx1"/>
                </a:solidFill>
                <a:latin typeface="+mn-lt"/>
              </a:rPr>
              <a:t>BIG-IP Next</a:t>
            </a:r>
          </a:p>
        </p:txBody>
      </p:sp>
      <p:sp>
        <p:nvSpPr>
          <p:cNvPr id="104" name="Oval 103">
            <a:extLst>
              <a:ext uri="{FF2B5EF4-FFF2-40B4-BE49-F238E27FC236}">
                <a16:creationId xmlns:a16="http://schemas.microsoft.com/office/drawing/2014/main" id="{6E212DF7-78E7-904B-7F39-A2126138B962}"/>
              </a:ext>
            </a:extLst>
          </p:cNvPr>
          <p:cNvSpPr/>
          <p:nvPr userDrawn="1"/>
        </p:nvSpPr>
        <p:spPr>
          <a:xfrm>
            <a:off x="14804987" y="6024739"/>
            <a:ext cx="338462" cy="338462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42FE19F8-B576-6F2D-8090-39AED3E0077A}"/>
              </a:ext>
            </a:extLst>
          </p:cNvPr>
          <p:cNvSpPr/>
          <p:nvPr userDrawn="1"/>
        </p:nvSpPr>
        <p:spPr>
          <a:xfrm>
            <a:off x="13843869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>
                <a:solidFill>
                  <a:schemeClr val="tx1"/>
                </a:solidFill>
                <a:latin typeface="+mn-lt"/>
              </a:rPr>
              <a:t>Distributed Cloud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CE4094E4-83D1-5F67-F9CF-CC783106D348}"/>
              </a:ext>
            </a:extLst>
          </p:cNvPr>
          <p:cNvSpPr/>
          <p:nvPr userDrawn="1"/>
        </p:nvSpPr>
        <p:spPr>
          <a:xfrm>
            <a:off x="15568415" y="6388493"/>
            <a:ext cx="91440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000" kern="100">
                <a:solidFill>
                  <a:schemeClr val="tx1"/>
                </a:solidFill>
                <a:latin typeface="+mn-lt"/>
              </a:rPr>
              <a:t>BIG-IP</a:t>
            </a:r>
          </a:p>
        </p:txBody>
      </p:sp>
      <p:sp>
        <p:nvSpPr>
          <p:cNvPr id="107" name="Oval 106">
            <a:extLst>
              <a:ext uri="{FF2B5EF4-FFF2-40B4-BE49-F238E27FC236}">
                <a16:creationId xmlns:a16="http://schemas.microsoft.com/office/drawing/2014/main" id="{377B4F7C-9733-460C-E279-5F0808F90F20}"/>
              </a:ext>
            </a:extLst>
          </p:cNvPr>
          <p:cNvSpPr/>
          <p:nvPr userDrawn="1"/>
        </p:nvSpPr>
        <p:spPr>
          <a:xfrm>
            <a:off x="13916887" y="6024739"/>
            <a:ext cx="338462" cy="33846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108" name="Oval 107">
            <a:extLst>
              <a:ext uri="{FF2B5EF4-FFF2-40B4-BE49-F238E27FC236}">
                <a16:creationId xmlns:a16="http://schemas.microsoft.com/office/drawing/2014/main" id="{AD927477-CE6D-7CE4-B7F4-DA0851E5C34A}"/>
              </a:ext>
            </a:extLst>
          </p:cNvPr>
          <p:cNvSpPr/>
          <p:nvPr userDrawn="1"/>
        </p:nvSpPr>
        <p:spPr>
          <a:xfrm>
            <a:off x="15702617" y="6024739"/>
            <a:ext cx="338462" cy="33846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80D1CAC1-D419-9813-24F6-0FBA211A96D2}"/>
              </a:ext>
            </a:extLst>
          </p:cNvPr>
          <p:cNvSpPr/>
          <p:nvPr userDrawn="1"/>
        </p:nvSpPr>
        <p:spPr>
          <a:xfrm>
            <a:off x="16491659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>
                <a:solidFill>
                  <a:schemeClr val="tx1"/>
                </a:solidFill>
                <a:latin typeface="+mn-lt"/>
              </a:rPr>
              <a:t>NGINX </a:t>
            </a:r>
          </a:p>
        </p:txBody>
      </p:sp>
      <p:sp>
        <p:nvSpPr>
          <p:cNvPr id="110" name="Oval 109">
            <a:extLst>
              <a:ext uri="{FF2B5EF4-FFF2-40B4-BE49-F238E27FC236}">
                <a16:creationId xmlns:a16="http://schemas.microsoft.com/office/drawing/2014/main" id="{D4ADEACB-873F-7CC7-4438-95C99974F8A5}"/>
              </a:ext>
            </a:extLst>
          </p:cNvPr>
          <p:cNvSpPr/>
          <p:nvPr userDrawn="1"/>
        </p:nvSpPr>
        <p:spPr>
          <a:xfrm>
            <a:off x="16590717" y="6024739"/>
            <a:ext cx="338462" cy="33846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D76090D-D036-9706-26BF-26C54E07E829}"/>
              </a:ext>
            </a:extLst>
          </p:cNvPr>
          <p:cNvSpPr txBox="1"/>
          <p:nvPr userDrawn="1"/>
        </p:nvSpPr>
        <p:spPr>
          <a:xfrm>
            <a:off x="681343" y="6501327"/>
            <a:ext cx="730016" cy="9810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r>
              <a:rPr lang="en-US" sz="750" kern="100" cap="all" spc="10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</a:t>
            </a:r>
            <a:r>
              <a:rPr lang="en-US" sz="750" kern="100" cap="all" spc="2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2025 F5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21C148E-C50E-469A-B854-37A87CA6D9A6}"/>
              </a:ext>
            </a:extLst>
          </p:cNvPr>
          <p:cNvSpPr txBox="1"/>
          <p:nvPr userDrawn="1"/>
        </p:nvSpPr>
        <p:spPr>
          <a:xfrm>
            <a:off x="6805" y="6501327"/>
            <a:ext cx="567398" cy="9810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 algn="r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  <a:buFont typeface="Arial" panose="020B0604020202020204" pitchFamily="34" charset="0"/>
              <a:buChar char="​"/>
            </a:pPr>
            <a:fld id="{CB0320B6-2A61-43CE-9396-B5C4FB4B7D43}" type="slidenum">
              <a:rPr lang="en-US" sz="750" b="1" kern="100" cap="all" spc="5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marL="0" lvl="4" algn="r">
                <a:lnSpc>
                  <a:spcPct val="85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5"/>
                </a:buClr>
                <a:buFont typeface="Arial" panose="020B0604020202020204" pitchFamily="34" charset="0"/>
                <a:buChar char="​"/>
              </a:pPr>
              <a:t>‹#›</a:t>
            </a:fld>
            <a:endParaRPr lang="en-US" sz="750" b="1" kern="100" cap="all" spc="5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68339721"/>
      </p:ext>
    </p:extLst>
  </p:cSld>
  <p:clrMapOvr>
    <a:masterClrMapping/>
  </p:clrMapOvr>
</p:sldLayout>
</file>

<file path=ppt/slideLayouts/slideLayout1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White: Sol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706BC-2671-42BA-B78B-426C50D7C0D7}"/>
              </a:ext>
            </a:extLst>
          </p:cNvPr>
          <p:cNvSpPr>
            <a:spLocks noGrp="1"/>
          </p:cNvSpPr>
          <p:nvPr userDrawn="1">
            <p:ph type="title"/>
          </p:nvPr>
        </p:nvSpPr>
        <p:spPr bwMode="black">
          <a:xfrm>
            <a:off x="495952" y="1162051"/>
            <a:ext cx="7415242" cy="2561626"/>
          </a:xfrm>
          <a:prstGeom prst="rect">
            <a:avLst/>
          </a:prstGeom>
        </p:spPr>
        <p:txBody>
          <a:bodyPr anchor="b"/>
          <a:lstStyle>
            <a:lvl1pPr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67E08A2D-0DB6-4F18-9655-DEE6026EA71B}"/>
              </a:ext>
            </a:extLst>
          </p:cNvPr>
          <p:cNvSpPr>
            <a:spLocks noGrp="1"/>
          </p:cNvSpPr>
          <p:nvPr userDrawn="1">
            <p:ph type="body" idx="1"/>
          </p:nvPr>
        </p:nvSpPr>
        <p:spPr bwMode="black">
          <a:xfrm>
            <a:off x="495952" y="3762096"/>
            <a:ext cx="7453993" cy="256162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00" spc="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417570391"/>
      </p:ext>
    </p:extLst>
  </p:cSld>
  <p:clrMapOvr>
    <a:masterClrMapping/>
  </p:clrMapOvr>
</p:sldLayout>
</file>

<file path=ppt/slideLayouts/slideLayout1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tement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4AA43A5-A90B-3D9A-F983-00C60EDD704A}"/>
              </a:ext>
            </a:extLst>
          </p:cNvPr>
          <p:cNvSpPr/>
          <p:nvPr userDrawn="1"/>
        </p:nvSpPr>
        <p:spPr>
          <a:xfrm>
            <a:off x="1626123" y="96982"/>
            <a:ext cx="8939754" cy="6761018"/>
          </a:xfrm>
          <a:custGeom>
            <a:avLst/>
            <a:gdLst>
              <a:gd name="connsiteX0" fmla="*/ 1503815 w 8939754"/>
              <a:gd name="connsiteY0" fmla="*/ 0 h 6766560"/>
              <a:gd name="connsiteX1" fmla="*/ 7435940 w 8939754"/>
              <a:gd name="connsiteY1" fmla="*/ 0 h 6766560"/>
              <a:gd name="connsiteX2" fmla="*/ 7630557 w 8939754"/>
              <a:gd name="connsiteY2" fmla="*/ 176881 h 6766560"/>
              <a:gd name="connsiteX3" fmla="*/ 8939754 w 8939754"/>
              <a:gd name="connsiteY3" fmla="*/ 3337560 h 6766560"/>
              <a:gd name="connsiteX4" fmla="*/ 7475321 w 8939754"/>
              <a:gd name="connsiteY4" fmla="*/ 6646243 h 6766560"/>
              <a:gd name="connsiteX5" fmla="*/ 7336423 w 8939754"/>
              <a:gd name="connsiteY5" fmla="*/ 6766560 h 6766560"/>
              <a:gd name="connsiteX6" fmla="*/ 1603331 w 8939754"/>
              <a:gd name="connsiteY6" fmla="*/ 6766560 h 6766560"/>
              <a:gd name="connsiteX7" fmla="*/ 1464433 w 8939754"/>
              <a:gd name="connsiteY7" fmla="*/ 6646243 h 6766560"/>
              <a:gd name="connsiteX8" fmla="*/ 0 w 8939754"/>
              <a:gd name="connsiteY8" fmla="*/ 3337560 h 6766560"/>
              <a:gd name="connsiteX9" fmla="*/ 1309197 w 8939754"/>
              <a:gd name="connsiteY9" fmla="*/ 176881 h 67665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939754" h="6766560">
                <a:moveTo>
                  <a:pt x="1503815" y="0"/>
                </a:moveTo>
                <a:lnTo>
                  <a:pt x="7435940" y="0"/>
                </a:lnTo>
                <a:lnTo>
                  <a:pt x="7630557" y="176881"/>
                </a:lnTo>
                <a:cubicBezTo>
                  <a:pt x="8439446" y="985769"/>
                  <a:pt x="8939754" y="2103238"/>
                  <a:pt x="8939754" y="3337560"/>
                </a:cubicBezTo>
                <a:cubicBezTo>
                  <a:pt x="8939754" y="4649027"/>
                  <a:pt x="8374953" y="5828578"/>
                  <a:pt x="7475321" y="6646243"/>
                </a:cubicBezTo>
                <a:lnTo>
                  <a:pt x="7336423" y="6766560"/>
                </a:lnTo>
                <a:lnTo>
                  <a:pt x="1603331" y="6766560"/>
                </a:lnTo>
                <a:lnTo>
                  <a:pt x="1464433" y="6646243"/>
                </a:lnTo>
                <a:cubicBezTo>
                  <a:pt x="564801" y="5828578"/>
                  <a:pt x="0" y="4649027"/>
                  <a:pt x="0" y="3337560"/>
                </a:cubicBezTo>
                <a:cubicBezTo>
                  <a:pt x="0" y="2103238"/>
                  <a:pt x="500308" y="985769"/>
                  <a:pt x="1309197" y="176881"/>
                </a:cubicBez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US" kern="10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F1543B27-30F5-49F3-A344-80EEF4BE7A1D}"/>
              </a:ext>
            </a:extLst>
          </p:cNvPr>
          <p:cNvSpPr>
            <a:spLocks noGrp="1"/>
          </p:cNvSpPr>
          <p:nvPr>
            <p:ph idx="1"/>
          </p:nvPr>
        </p:nvSpPr>
        <p:spPr bwMode="black">
          <a:xfrm>
            <a:off x="457199" y="457200"/>
            <a:ext cx="11273866" cy="5788152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lang="en-US" sz="4000" b="1" kern="100" spc="-100" baseline="0" dirty="0">
                <a:solidFill>
                  <a:schemeClr val="bg1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0" indent="0" algn="ctr">
              <a:lnSpc>
                <a:spcPct val="85000"/>
              </a:lnSpc>
              <a:spcBef>
                <a:spcPts val="1200"/>
              </a:spcBef>
              <a:buFont typeface="Arial" panose="020B0604020202020204" pitchFamily="34" charset="0"/>
              <a:buNone/>
              <a:defRPr lang="en-US" sz="1800" b="1" kern="100" cap="none" spc="-20" baseline="0" dirty="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000" b="0" cap="none" baseline="0">
                <a:solidFill>
                  <a:schemeClr val="bg1"/>
                </a:solidFill>
                <a:latin typeface="+mj-lt"/>
              </a:defRPr>
            </a:lvl3pPr>
            <a:lvl4pPr marL="342900" indent="-34290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000" b="0" cap="none" baseline="0">
                <a:solidFill>
                  <a:schemeClr val="bg1"/>
                </a:solidFill>
                <a:latin typeface="+mj-lt"/>
              </a:defRPr>
            </a:lvl4pPr>
            <a:lvl5pPr marL="342900" indent="-34290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000" b="0" cap="none" baseline="0">
                <a:solidFill>
                  <a:schemeClr val="bg1"/>
                </a:solidFill>
                <a:latin typeface="+mj-lt"/>
              </a:defRPr>
            </a:lvl5pPr>
            <a:lvl6pPr marL="285750" indent="-28575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200" b="0" cap="none" baseline="0">
                <a:solidFill>
                  <a:schemeClr val="bg1"/>
                </a:solidFill>
                <a:latin typeface="+mj-lt"/>
              </a:defRPr>
            </a:lvl6pPr>
            <a:lvl7pPr marL="285750" indent="-28575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200" b="0" cap="none" baseline="0">
                <a:solidFill>
                  <a:schemeClr val="bg1"/>
                </a:solidFill>
                <a:latin typeface="+mj-lt"/>
              </a:defRPr>
            </a:lvl7pPr>
            <a:lvl8pPr marL="285750" indent="-28575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200" b="0" cap="none" baseline="0">
                <a:solidFill>
                  <a:schemeClr val="bg1"/>
                </a:solidFill>
                <a:latin typeface="+mj-lt"/>
              </a:defRPr>
            </a:lvl8pPr>
            <a:lvl9pPr marL="285750" indent="-28575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200" b="0" cap="none" baseline="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4" name="Group 22">
            <a:extLst>
              <a:ext uri="{FF2B5EF4-FFF2-40B4-BE49-F238E27FC236}">
                <a16:creationId xmlns:a16="http://schemas.microsoft.com/office/drawing/2014/main" id="{3B4CCB71-68AD-0718-8A33-03A11E377DED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11489503" y="6431001"/>
            <a:ext cx="245297" cy="245297"/>
            <a:chOff x="5266" y="0"/>
            <a:chExt cx="733" cy="733"/>
          </a:xfrm>
          <a:solidFill>
            <a:schemeClr val="bg1"/>
          </a:solidFill>
        </p:grpSpPr>
        <p:sp>
          <p:nvSpPr>
            <p:cNvPr id="5" name="Freeform 24">
              <a:extLst>
                <a:ext uri="{FF2B5EF4-FFF2-40B4-BE49-F238E27FC236}">
                  <a16:creationId xmlns:a16="http://schemas.microsoft.com/office/drawing/2014/main" id="{E840A1B5-5401-1215-BC5C-7C2671F7091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360" y="611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73737"/>
                </a:solidFill>
                <a:effectLst/>
                <a:uLnTx/>
                <a:uFillTx/>
                <a:latin typeface="Arial Narrow"/>
                <a:ea typeface="+mn-ea"/>
                <a:cs typeface="+mn-cs"/>
              </a:endParaRPr>
            </a:p>
          </p:txBody>
        </p:sp>
        <p:sp>
          <p:nvSpPr>
            <p:cNvPr id="6" name="Freeform 25">
              <a:extLst>
                <a:ext uri="{FF2B5EF4-FFF2-40B4-BE49-F238E27FC236}">
                  <a16:creationId xmlns:a16="http://schemas.microsoft.com/office/drawing/2014/main" id="{0C70F11B-7B2B-112B-7C06-EF7BB69848B5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5911" y="645"/>
              <a:ext cx="55" cy="55"/>
            </a:xfrm>
            <a:custGeom>
              <a:avLst/>
              <a:gdLst>
                <a:gd name="T0" fmla="*/ 277 w 345"/>
                <a:gd name="T1" fmla="*/ 68 h 345"/>
                <a:gd name="T2" fmla="*/ 320 w 345"/>
                <a:gd name="T3" fmla="*/ 172 h 345"/>
                <a:gd name="T4" fmla="*/ 277 w 345"/>
                <a:gd name="T5" fmla="*/ 278 h 345"/>
                <a:gd name="T6" fmla="*/ 172 w 345"/>
                <a:gd name="T7" fmla="*/ 322 h 345"/>
                <a:gd name="T8" fmla="*/ 67 w 345"/>
                <a:gd name="T9" fmla="*/ 278 h 345"/>
                <a:gd name="T10" fmla="*/ 24 w 345"/>
                <a:gd name="T11" fmla="*/ 172 h 345"/>
                <a:gd name="T12" fmla="*/ 67 w 345"/>
                <a:gd name="T13" fmla="*/ 68 h 345"/>
                <a:gd name="T14" fmla="*/ 172 w 345"/>
                <a:gd name="T15" fmla="*/ 23 h 345"/>
                <a:gd name="T16" fmla="*/ 277 w 345"/>
                <a:gd name="T17" fmla="*/ 68 h 345"/>
                <a:gd name="T18" fmla="*/ 295 w 345"/>
                <a:gd name="T19" fmla="*/ 50 h 345"/>
                <a:gd name="T20" fmla="*/ 172 w 345"/>
                <a:gd name="T21" fmla="*/ 0 h 345"/>
                <a:gd name="T22" fmla="*/ 51 w 345"/>
                <a:gd name="T23" fmla="*/ 50 h 345"/>
                <a:gd name="T24" fmla="*/ 0 w 345"/>
                <a:gd name="T25" fmla="*/ 172 h 345"/>
                <a:gd name="T26" fmla="*/ 50 w 345"/>
                <a:gd name="T27" fmla="*/ 295 h 345"/>
                <a:gd name="T28" fmla="*/ 172 w 345"/>
                <a:gd name="T29" fmla="*/ 345 h 345"/>
                <a:gd name="T30" fmla="*/ 295 w 345"/>
                <a:gd name="T31" fmla="*/ 295 h 345"/>
                <a:gd name="T32" fmla="*/ 345 w 345"/>
                <a:gd name="T33" fmla="*/ 172 h 345"/>
                <a:gd name="T34" fmla="*/ 295 w 345"/>
                <a:gd name="T35" fmla="*/ 50 h 345"/>
                <a:gd name="T36" fmla="*/ 198 w 345"/>
                <a:gd name="T37" fmla="*/ 164 h 345"/>
                <a:gd name="T38" fmla="*/ 166 w 345"/>
                <a:gd name="T39" fmla="*/ 168 h 345"/>
                <a:gd name="T40" fmla="*/ 136 w 345"/>
                <a:gd name="T41" fmla="*/ 168 h 345"/>
                <a:gd name="T42" fmla="*/ 136 w 345"/>
                <a:gd name="T43" fmla="*/ 100 h 345"/>
                <a:gd name="T44" fmla="*/ 164 w 345"/>
                <a:gd name="T45" fmla="*/ 100 h 345"/>
                <a:gd name="T46" fmla="*/ 205 w 345"/>
                <a:gd name="T47" fmla="*/ 107 h 345"/>
                <a:gd name="T48" fmla="*/ 217 w 345"/>
                <a:gd name="T49" fmla="*/ 134 h 345"/>
                <a:gd name="T50" fmla="*/ 198 w 345"/>
                <a:gd name="T51" fmla="*/ 164 h 345"/>
                <a:gd name="T52" fmla="*/ 103 w 345"/>
                <a:gd name="T53" fmla="*/ 266 h 345"/>
                <a:gd name="T54" fmla="*/ 136 w 345"/>
                <a:gd name="T55" fmla="*/ 266 h 345"/>
                <a:gd name="T56" fmla="*/ 136 w 345"/>
                <a:gd name="T57" fmla="*/ 192 h 345"/>
                <a:gd name="T58" fmla="*/ 162 w 345"/>
                <a:gd name="T59" fmla="*/ 192 h 345"/>
                <a:gd name="T60" fmla="*/ 200 w 345"/>
                <a:gd name="T61" fmla="*/ 198 h 345"/>
                <a:gd name="T62" fmla="*/ 217 w 345"/>
                <a:gd name="T63" fmla="*/ 241 h 345"/>
                <a:gd name="T64" fmla="*/ 217 w 345"/>
                <a:gd name="T65" fmla="*/ 256 h 345"/>
                <a:gd name="T66" fmla="*/ 218 w 345"/>
                <a:gd name="T67" fmla="*/ 262 h 345"/>
                <a:gd name="T68" fmla="*/ 218 w 345"/>
                <a:gd name="T69" fmla="*/ 265 h 345"/>
                <a:gd name="T70" fmla="*/ 219 w 345"/>
                <a:gd name="T71" fmla="*/ 266 h 345"/>
                <a:gd name="T72" fmla="*/ 250 w 345"/>
                <a:gd name="T73" fmla="*/ 266 h 345"/>
                <a:gd name="T74" fmla="*/ 249 w 345"/>
                <a:gd name="T75" fmla="*/ 264 h 345"/>
                <a:gd name="T76" fmla="*/ 247 w 345"/>
                <a:gd name="T77" fmla="*/ 254 h 345"/>
                <a:gd name="T78" fmla="*/ 247 w 345"/>
                <a:gd name="T79" fmla="*/ 240 h 345"/>
                <a:gd name="T80" fmla="*/ 247 w 345"/>
                <a:gd name="T81" fmla="*/ 226 h 345"/>
                <a:gd name="T82" fmla="*/ 237 w 345"/>
                <a:gd name="T83" fmla="*/ 197 h 345"/>
                <a:gd name="T84" fmla="*/ 204 w 345"/>
                <a:gd name="T85" fmla="*/ 178 h 345"/>
                <a:gd name="T86" fmla="*/ 231 w 345"/>
                <a:gd name="T87" fmla="*/ 169 h 345"/>
                <a:gd name="T88" fmla="*/ 250 w 345"/>
                <a:gd name="T89" fmla="*/ 132 h 345"/>
                <a:gd name="T90" fmla="*/ 220 w 345"/>
                <a:gd name="T91" fmla="*/ 84 h 345"/>
                <a:gd name="T92" fmla="*/ 169 w 345"/>
                <a:gd name="T93" fmla="*/ 77 h 345"/>
                <a:gd name="T94" fmla="*/ 103 w 345"/>
                <a:gd name="T95" fmla="*/ 77 h 345"/>
                <a:gd name="T96" fmla="*/ 103 w 345"/>
                <a:gd name="T97" fmla="*/ 266 h 3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345" h="345">
                  <a:moveTo>
                    <a:pt x="277" y="68"/>
                  </a:moveTo>
                  <a:cubicBezTo>
                    <a:pt x="306" y="96"/>
                    <a:pt x="320" y="131"/>
                    <a:pt x="320" y="172"/>
                  </a:cubicBezTo>
                  <a:cubicBezTo>
                    <a:pt x="320" y="213"/>
                    <a:pt x="306" y="249"/>
                    <a:pt x="277" y="278"/>
                  </a:cubicBezTo>
                  <a:cubicBezTo>
                    <a:pt x="248" y="307"/>
                    <a:pt x="213" y="322"/>
                    <a:pt x="172" y="322"/>
                  </a:cubicBezTo>
                  <a:cubicBezTo>
                    <a:pt x="131" y="322"/>
                    <a:pt x="96" y="307"/>
                    <a:pt x="67" y="278"/>
                  </a:cubicBezTo>
                  <a:cubicBezTo>
                    <a:pt x="38" y="249"/>
                    <a:pt x="24" y="213"/>
                    <a:pt x="24" y="172"/>
                  </a:cubicBezTo>
                  <a:cubicBezTo>
                    <a:pt x="24" y="131"/>
                    <a:pt x="38" y="96"/>
                    <a:pt x="67" y="68"/>
                  </a:cubicBezTo>
                  <a:cubicBezTo>
                    <a:pt x="96" y="38"/>
                    <a:pt x="131" y="23"/>
                    <a:pt x="172" y="23"/>
                  </a:cubicBezTo>
                  <a:cubicBezTo>
                    <a:pt x="213" y="23"/>
                    <a:pt x="248" y="38"/>
                    <a:pt x="277" y="68"/>
                  </a:cubicBezTo>
                  <a:close/>
                  <a:moveTo>
                    <a:pt x="295" y="50"/>
                  </a:moveTo>
                  <a:cubicBezTo>
                    <a:pt x="261" y="17"/>
                    <a:pt x="220" y="0"/>
                    <a:pt x="172" y="0"/>
                  </a:cubicBezTo>
                  <a:cubicBezTo>
                    <a:pt x="125" y="0"/>
                    <a:pt x="84" y="17"/>
                    <a:pt x="51" y="50"/>
                  </a:cubicBezTo>
                  <a:cubicBezTo>
                    <a:pt x="17" y="84"/>
                    <a:pt x="0" y="125"/>
                    <a:pt x="0" y="172"/>
                  </a:cubicBezTo>
                  <a:cubicBezTo>
                    <a:pt x="0" y="220"/>
                    <a:pt x="17" y="261"/>
                    <a:pt x="50" y="295"/>
                  </a:cubicBezTo>
                  <a:cubicBezTo>
                    <a:pt x="83" y="329"/>
                    <a:pt x="124" y="345"/>
                    <a:pt x="172" y="345"/>
                  </a:cubicBezTo>
                  <a:cubicBezTo>
                    <a:pt x="220" y="345"/>
                    <a:pt x="261" y="329"/>
                    <a:pt x="295" y="295"/>
                  </a:cubicBezTo>
                  <a:cubicBezTo>
                    <a:pt x="328" y="261"/>
                    <a:pt x="345" y="220"/>
                    <a:pt x="345" y="172"/>
                  </a:cubicBezTo>
                  <a:cubicBezTo>
                    <a:pt x="345" y="124"/>
                    <a:pt x="328" y="84"/>
                    <a:pt x="295" y="50"/>
                  </a:cubicBezTo>
                  <a:close/>
                  <a:moveTo>
                    <a:pt x="198" y="164"/>
                  </a:moveTo>
                  <a:cubicBezTo>
                    <a:pt x="191" y="167"/>
                    <a:pt x="180" y="168"/>
                    <a:pt x="166" y="168"/>
                  </a:cubicBezTo>
                  <a:cubicBezTo>
                    <a:pt x="136" y="168"/>
                    <a:pt x="136" y="168"/>
                    <a:pt x="136" y="168"/>
                  </a:cubicBezTo>
                  <a:cubicBezTo>
                    <a:pt x="136" y="100"/>
                    <a:pt x="136" y="100"/>
                    <a:pt x="136" y="100"/>
                  </a:cubicBezTo>
                  <a:cubicBezTo>
                    <a:pt x="164" y="100"/>
                    <a:pt x="164" y="100"/>
                    <a:pt x="164" y="100"/>
                  </a:cubicBezTo>
                  <a:cubicBezTo>
                    <a:pt x="183" y="100"/>
                    <a:pt x="196" y="102"/>
                    <a:pt x="205" y="107"/>
                  </a:cubicBezTo>
                  <a:cubicBezTo>
                    <a:pt x="213" y="112"/>
                    <a:pt x="217" y="121"/>
                    <a:pt x="217" y="134"/>
                  </a:cubicBezTo>
                  <a:cubicBezTo>
                    <a:pt x="217" y="149"/>
                    <a:pt x="211" y="159"/>
                    <a:pt x="198" y="164"/>
                  </a:cubicBezTo>
                  <a:close/>
                  <a:moveTo>
                    <a:pt x="103" y="266"/>
                  </a:moveTo>
                  <a:cubicBezTo>
                    <a:pt x="136" y="266"/>
                    <a:pt x="136" y="266"/>
                    <a:pt x="136" y="266"/>
                  </a:cubicBezTo>
                  <a:cubicBezTo>
                    <a:pt x="136" y="192"/>
                    <a:pt x="136" y="192"/>
                    <a:pt x="136" y="192"/>
                  </a:cubicBezTo>
                  <a:cubicBezTo>
                    <a:pt x="162" y="192"/>
                    <a:pt x="162" y="192"/>
                    <a:pt x="162" y="192"/>
                  </a:cubicBezTo>
                  <a:cubicBezTo>
                    <a:pt x="180" y="192"/>
                    <a:pt x="192" y="193"/>
                    <a:pt x="200" y="198"/>
                  </a:cubicBezTo>
                  <a:cubicBezTo>
                    <a:pt x="211" y="205"/>
                    <a:pt x="217" y="219"/>
                    <a:pt x="217" y="241"/>
                  </a:cubicBezTo>
                  <a:cubicBezTo>
                    <a:pt x="217" y="256"/>
                    <a:pt x="217" y="256"/>
                    <a:pt x="217" y="256"/>
                  </a:cubicBezTo>
                  <a:cubicBezTo>
                    <a:pt x="218" y="262"/>
                    <a:pt x="218" y="262"/>
                    <a:pt x="218" y="262"/>
                  </a:cubicBezTo>
                  <a:cubicBezTo>
                    <a:pt x="218" y="263"/>
                    <a:pt x="218" y="264"/>
                    <a:pt x="218" y="265"/>
                  </a:cubicBezTo>
                  <a:cubicBezTo>
                    <a:pt x="219" y="265"/>
                    <a:pt x="219" y="266"/>
                    <a:pt x="219" y="266"/>
                  </a:cubicBezTo>
                  <a:cubicBezTo>
                    <a:pt x="250" y="266"/>
                    <a:pt x="250" y="266"/>
                    <a:pt x="250" y="266"/>
                  </a:cubicBezTo>
                  <a:cubicBezTo>
                    <a:pt x="249" y="264"/>
                    <a:pt x="249" y="264"/>
                    <a:pt x="249" y="264"/>
                  </a:cubicBezTo>
                  <a:cubicBezTo>
                    <a:pt x="248" y="263"/>
                    <a:pt x="248" y="259"/>
                    <a:pt x="247" y="254"/>
                  </a:cubicBezTo>
                  <a:cubicBezTo>
                    <a:pt x="247" y="249"/>
                    <a:pt x="247" y="244"/>
                    <a:pt x="247" y="240"/>
                  </a:cubicBezTo>
                  <a:cubicBezTo>
                    <a:pt x="247" y="226"/>
                    <a:pt x="247" y="226"/>
                    <a:pt x="247" y="226"/>
                  </a:cubicBezTo>
                  <a:cubicBezTo>
                    <a:pt x="247" y="217"/>
                    <a:pt x="244" y="207"/>
                    <a:pt x="237" y="197"/>
                  </a:cubicBezTo>
                  <a:cubicBezTo>
                    <a:pt x="230" y="187"/>
                    <a:pt x="219" y="181"/>
                    <a:pt x="204" y="178"/>
                  </a:cubicBezTo>
                  <a:cubicBezTo>
                    <a:pt x="216" y="176"/>
                    <a:pt x="225" y="173"/>
                    <a:pt x="231" y="169"/>
                  </a:cubicBezTo>
                  <a:cubicBezTo>
                    <a:pt x="244" y="161"/>
                    <a:pt x="250" y="148"/>
                    <a:pt x="250" y="132"/>
                  </a:cubicBezTo>
                  <a:cubicBezTo>
                    <a:pt x="250" y="108"/>
                    <a:pt x="240" y="92"/>
                    <a:pt x="220" y="84"/>
                  </a:cubicBezTo>
                  <a:cubicBezTo>
                    <a:pt x="210" y="79"/>
                    <a:pt x="192" y="77"/>
                    <a:pt x="169" y="77"/>
                  </a:cubicBezTo>
                  <a:cubicBezTo>
                    <a:pt x="103" y="77"/>
                    <a:pt x="103" y="77"/>
                    <a:pt x="103" y="77"/>
                  </a:cubicBezTo>
                  <a:lnTo>
                    <a:pt x="103" y="2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73737"/>
                </a:solidFill>
                <a:effectLst/>
                <a:uLnTx/>
                <a:uFillTx/>
                <a:latin typeface="Arial Narrow"/>
                <a:ea typeface="+mn-ea"/>
                <a:cs typeface="+mn-cs"/>
              </a:endParaRPr>
            </a:p>
          </p:txBody>
        </p:sp>
        <p:sp>
          <p:nvSpPr>
            <p:cNvPr id="7" name="Freeform 26">
              <a:extLst>
                <a:ext uri="{FF2B5EF4-FFF2-40B4-BE49-F238E27FC236}">
                  <a16:creationId xmlns:a16="http://schemas.microsoft.com/office/drawing/2014/main" id="{4E7B86E9-9679-755C-07E3-5DF9FD22DD31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266" y="0"/>
              <a:ext cx="733" cy="733"/>
            </a:xfrm>
            <a:custGeom>
              <a:avLst/>
              <a:gdLst>
                <a:gd name="T0" fmla="*/ 4176 w 4576"/>
                <a:gd name="T1" fmla="*/ 996 h 4576"/>
                <a:gd name="T2" fmla="*/ 4106 w 4576"/>
                <a:gd name="T3" fmla="*/ 1355 h 4576"/>
                <a:gd name="T4" fmla="*/ 2907 w 4576"/>
                <a:gd name="T5" fmla="*/ 1262 h 4576"/>
                <a:gd name="T6" fmla="*/ 2797 w 4576"/>
                <a:gd name="T7" fmla="*/ 1612 h 4576"/>
                <a:gd name="T8" fmla="*/ 4141 w 4576"/>
                <a:gd name="T9" fmla="*/ 2094 h 4576"/>
                <a:gd name="T10" fmla="*/ 4386 w 4576"/>
                <a:gd name="T11" fmla="*/ 2839 h 4576"/>
                <a:gd name="T12" fmla="*/ 3944 w 4576"/>
                <a:gd name="T13" fmla="*/ 3672 h 4576"/>
                <a:gd name="T14" fmla="*/ 3173 w 4576"/>
                <a:gd name="T15" fmla="*/ 3966 h 4576"/>
                <a:gd name="T16" fmla="*/ 2263 w 4576"/>
                <a:gd name="T17" fmla="*/ 3848 h 4576"/>
                <a:gd name="T18" fmla="*/ 2082 w 4576"/>
                <a:gd name="T19" fmla="*/ 3429 h 4576"/>
                <a:gd name="T20" fmla="*/ 2101 w 4576"/>
                <a:gd name="T21" fmla="*/ 3327 h 4576"/>
                <a:gd name="T22" fmla="*/ 2301 w 4576"/>
                <a:gd name="T23" fmla="*/ 3133 h 4576"/>
                <a:gd name="T24" fmla="*/ 2390 w 4576"/>
                <a:gd name="T25" fmla="*/ 3119 h 4576"/>
                <a:gd name="T26" fmla="*/ 2659 w 4576"/>
                <a:gd name="T27" fmla="*/ 3526 h 4576"/>
                <a:gd name="T28" fmla="*/ 3240 w 4576"/>
                <a:gd name="T29" fmla="*/ 3784 h 4576"/>
                <a:gd name="T30" fmla="*/ 3753 w 4576"/>
                <a:gd name="T31" fmla="*/ 3318 h 4576"/>
                <a:gd name="T32" fmla="*/ 2217 w 4576"/>
                <a:gd name="T33" fmla="*/ 2488 h 4576"/>
                <a:gd name="T34" fmla="*/ 2812 w 4576"/>
                <a:gd name="T35" fmla="*/ 701 h 4576"/>
                <a:gd name="T36" fmla="*/ 3564 w 4576"/>
                <a:gd name="T37" fmla="*/ 766 h 4576"/>
                <a:gd name="T38" fmla="*/ 4065 w 4576"/>
                <a:gd name="T39" fmla="*/ 848 h 4576"/>
                <a:gd name="T40" fmla="*/ 2288 w 4576"/>
                <a:gd name="T41" fmla="*/ 0 h 4576"/>
                <a:gd name="T42" fmla="*/ 0 w 4576"/>
                <a:gd name="T43" fmla="*/ 2288 h 4576"/>
                <a:gd name="T44" fmla="*/ 445 w 4576"/>
                <a:gd name="T45" fmla="*/ 3644 h 4576"/>
                <a:gd name="T46" fmla="*/ 616 w 4576"/>
                <a:gd name="T47" fmla="*/ 3581 h 4576"/>
                <a:gd name="T48" fmla="*/ 610 w 4576"/>
                <a:gd name="T49" fmla="*/ 3402 h 4576"/>
                <a:gd name="T50" fmla="*/ 565 w 4576"/>
                <a:gd name="T51" fmla="*/ 1982 h 4576"/>
                <a:gd name="T52" fmla="*/ 245 w 4576"/>
                <a:gd name="T53" fmla="*/ 1998 h 4576"/>
                <a:gd name="T54" fmla="*/ 261 w 4576"/>
                <a:gd name="T55" fmla="*/ 1735 h 4576"/>
                <a:gd name="T56" fmla="*/ 579 w 4576"/>
                <a:gd name="T57" fmla="*/ 1707 h 4576"/>
                <a:gd name="T58" fmla="*/ 596 w 4576"/>
                <a:gd name="T59" fmla="*/ 1479 h 4576"/>
                <a:gd name="T60" fmla="*/ 1542 w 4576"/>
                <a:gd name="T61" fmla="*/ 623 h 4576"/>
                <a:gd name="T62" fmla="*/ 1920 w 4576"/>
                <a:gd name="T63" fmla="*/ 561 h 4576"/>
                <a:gd name="T64" fmla="*/ 2018 w 4576"/>
                <a:gd name="T65" fmla="*/ 558 h 4576"/>
                <a:gd name="T66" fmla="*/ 2242 w 4576"/>
                <a:gd name="T67" fmla="*/ 603 h 4576"/>
                <a:gd name="T68" fmla="*/ 2508 w 4576"/>
                <a:gd name="T69" fmla="*/ 807 h 4576"/>
                <a:gd name="T70" fmla="*/ 2505 w 4576"/>
                <a:gd name="T71" fmla="*/ 873 h 4576"/>
                <a:gd name="T72" fmla="*/ 2379 w 4576"/>
                <a:gd name="T73" fmla="*/ 1020 h 4576"/>
                <a:gd name="T74" fmla="*/ 2278 w 4576"/>
                <a:gd name="T75" fmla="*/ 1033 h 4576"/>
                <a:gd name="T76" fmla="*/ 2065 w 4576"/>
                <a:gd name="T77" fmla="*/ 927 h 4576"/>
                <a:gd name="T78" fmla="*/ 1657 w 4576"/>
                <a:gd name="T79" fmla="*/ 818 h 4576"/>
                <a:gd name="T80" fmla="*/ 1466 w 4576"/>
                <a:gd name="T81" fmla="*/ 1048 h 4576"/>
                <a:gd name="T82" fmla="*/ 1438 w 4576"/>
                <a:gd name="T83" fmla="*/ 1664 h 4576"/>
                <a:gd name="T84" fmla="*/ 2218 w 4576"/>
                <a:gd name="T85" fmla="*/ 1651 h 4576"/>
                <a:gd name="T86" fmla="*/ 2218 w 4576"/>
                <a:gd name="T87" fmla="*/ 1831 h 4576"/>
                <a:gd name="T88" fmla="*/ 1959 w 4576"/>
                <a:gd name="T89" fmla="*/ 1950 h 4576"/>
                <a:gd name="T90" fmla="*/ 1431 w 4576"/>
                <a:gd name="T91" fmla="*/ 1957 h 4576"/>
                <a:gd name="T92" fmla="*/ 1454 w 4576"/>
                <a:gd name="T93" fmla="*/ 3469 h 4576"/>
                <a:gd name="T94" fmla="*/ 1482 w 4576"/>
                <a:gd name="T95" fmla="*/ 3663 h 4576"/>
                <a:gd name="T96" fmla="*/ 1961 w 4576"/>
                <a:gd name="T97" fmla="*/ 3789 h 4576"/>
                <a:gd name="T98" fmla="*/ 1965 w 4576"/>
                <a:gd name="T99" fmla="*/ 3947 h 4576"/>
                <a:gd name="T100" fmla="*/ 583 w 4576"/>
                <a:gd name="T101" fmla="*/ 3814 h 4576"/>
                <a:gd name="T102" fmla="*/ 2288 w 4576"/>
                <a:gd name="T103" fmla="*/ 4576 h 4576"/>
                <a:gd name="T104" fmla="*/ 4576 w 4576"/>
                <a:gd name="T105" fmla="*/ 2288 h 4576"/>
                <a:gd name="T106" fmla="*/ 4176 w 4576"/>
                <a:gd name="T107" fmla="*/ 996 h 457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4576" h="4576">
                  <a:moveTo>
                    <a:pt x="4176" y="996"/>
                  </a:moveTo>
                  <a:cubicBezTo>
                    <a:pt x="4148" y="1112"/>
                    <a:pt x="4134" y="1232"/>
                    <a:pt x="4106" y="1355"/>
                  </a:cubicBezTo>
                  <a:cubicBezTo>
                    <a:pt x="3763" y="1310"/>
                    <a:pt x="3360" y="1278"/>
                    <a:pt x="2907" y="1262"/>
                  </a:cubicBezTo>
                  <a:cubicBezTo>
                    <a:pt x="2871" y="1377"/>
                    <a:pt x="2836" y="1489"/>
                    <a:pt x="2797" y="1612"/>
                  </a:cubicBezTo>
                  <a:cubicBezTo>
                    <a:pt x="3555" y="1659"/>
                    <a:pt x="3923" y="1858"/>
                    <a:pt x="4141" y="2094"/>
                  </a:cubicBezTo>
                  <a:cubicBezTo>
                    <a:pt x="4354" y="2332"/>
                    <a:pt x="4399" y="2594"/>
                    <a:pt x="4386" y="2839"/>
                  </a:cubicBezTo>
                  <a:cubicBezTo>
                    <a:pt x="4359" y="3235"/>
                    <a:pt x="4184" y="3486"/>
                    <a:pt x="3944" y="3672"/>
                  </a:cubicBezTo>
                  <a:cubicBezTo>
                    <a:pt x="3702" y="3855"/>
                    <a:pt x="3408" y="3946"/>
                    <a:pt x="3173" y="3966"/>
                  </a:cubicBezTo>
                  <a:cubicBezTo>
                    <a:pt x="2826" y="3991"/>
                    <a:pt x="2362" y="3909"/>
                    <a:pt x="2263" y="3848"/>
                  </a:cubicBezTo>
                  <a:cubicBezTo>
                    <a:pt x="2204" y="3713"/>
                    <a:pt x="2145" y="3577"/>
                    <a:pt x="2082" y="3429"/>
                  </a:cubicBezTo>
                  <a:cubicBezTo>
                    <a:pt x="2067" y="3397"/>
                    <a:pt x="2057" y="3365"/>
                    <a:pt x="2101" y="3327"/>
                  </a:cubicBezTo>
                  <a:cubicBezTo>
                    <a:pt x="2168" y="3262"/>
                    <a:pt x="2233" y="3200"/>
                    <a:pt x="2301" y="3133"/>
                  </a:cubicBezTo>
                  <a:cubicBezTo>
                    <a:pt x="2332" y="3104"/>
                    <a:pt x="2365" y="3076"/>
                    <a:pt x="2390" y="3119"/>
                  </a:cubicBezTo>
                  <a:cubicBezTo>
                    <a:pt x="2484" y="3262"/>
                    <a:pt x="2571" y="3394"/>
                    <a:pt x="2659" y="3526"/>
                  </a:cubicBezTo>
                  <a:cubicBezTo>
                    <a:pt x="2758" y="3673"/>
                    <a:pt x="2910" y="3806"/>
                    <a:pt x="3240" y="3784"/>
                  </a:cubicBezTo>
                  <a:cubicBezTo>
                    <a:pt x="3519" y="3759"/>
                    <a:pt x="3730" y="3549"/>
                    <a:pt x="3753" y="3318"/>
                  </a:cubicBezTo>
                  <a:cubicBezTo>
                    <a:pt x="3777" y="2889"/>
                    <a:pt x="3344" y="2585"/>
                    <a:pt x="2217" y="2488"/>
                  </a:cubicBezTo>
                  <a:cubicBezTo>
                    <a:pt x="2433" y="1835"/>
                    <a:pt x="2644" y="1203"/>
                    <a:pt x="2812" y="701"/>
                  </a:cubicBezTo>
                  <a:cubicBezTo>
                    <a:pt x="3080" y="713"/>
                    <a:pt x="3328" y="735"/>
                    <a:pt x="3564" y="766"/>
                  </a:cubicBezTo>
                  <a:cubicBezTo>
                    <a:pt x="3740" y="788"/>
                    <a:pt x="3902" y="829"/>
                    <a:pt x="4065" y="848"/>
                  </a:cubicBezTo>
                  <a:cubicBezTo>
                    <a:pt x="3646" y="330"/>
                    <a:pt x="3006" y="0"/>
                    <a:pt x="2288" y="0"/>
                  </a:cubicBezTo>
                  <a:cubicBezTo>
                    <a:pt x="1024" y="0"/>
                    <a:pt x="0" y="1024"/>
                    <a:pt x="0" y="2288"/>
                  </a:cubicBezTo>
                  <a:cubicBezTo>
                    <a:pt x="0" y="2796"/>
                    <a:pt x="165" y="3264"/>
                    <a:pt x="445" y="3644"/>
                  </a:cubicBezTo>
                  <a:cubicBezTo>
                    <a:pt x="542" y="3645"/>
                    <a:pt x="609" y="3623"/>
                    <a:pt x="616" y="3581"/>
                  </a:cubicBezTo>
                  <a:cubicBezTo>
                    <a:pt x="625" y="3538"/>
                    <a:pt x="618" y="3470"/>
                    <a:pt x="610" y="3402"/>
                  </a:cubicBezTo>
                  <a:cubicBezTo>
                    <a:pt x="564" y="2953"/>
                    <a:pt x="548" y="2468"/>
                    <a:pt x="565" y="1982"/>
                  </a:cubicBezTo>
                  <a:cubicBezTo>
                    <a:pt x="449" y="1987"/>
                    <a:pt x="345" y="1992"/>
                    <a:pt x="245" y="1998"/>
                  </a:cubicBezTo>
                  <a:cubicBezTo>
                    <a:pt x="249" y="1908"/>
                    <a:pt x="254" y="1823"/>
                    <a:pt x="261" y="1735"/>
                  </a:cubicBezTo>
                  <a:cubicBezTo>
                    <a:pt x="360" y="1725"/>
                    <a:pt x="465" y="1717"/>
                    <a:pt x="579" y="1707"/>
                  </a:cubicBezTo>
                  <a:cubicBezTo>
                    <a:pt x="584" y="1630"/>
                    <a:pt x="590" y="1555"/>
                    <a:pt x="596" y="1479"/>
                  </a:cubicBezTo>
                  <a:cubicBezTo>
                    <a:pt x="648" y="1016"/>
                    <a:pt x="1136" y="732"/>
                    <a:pt x="1542" y="623"/>
                  </a:cubicBezTo>
                  <a:cubicBezTo>
                    <a:pt x="1723" y="579"/>
                    <a:pt x="1833" y="565"/>
                    <a:pt x="1920" y="561"/>
                  </a:cubicBezTo>
                  <a:cubicBezTo>
                    <a:pt x="1951" y="560"/>
                    <a:pt x="1985" y="558"/>
                    <a:pt x="2018" y="558"/>
                  </a:cubicBezTo>
                  <a:cubicBezTo>
                    <a:pt x="2102" y="558"/>
                    <a:pt x="2188" y="566"/>
                    <a:pt x="2242" y="603"/>
                  </a:cubicBezTo>
                  <a:cubicBezTo>
                    <a:pt x="2330" y="669"/>
                    <a:pt x="2416" y="734"/>
                    <a:pt x="2508" y="807"/>
                  </a:cubicBezTo>
                  <a:cubicBezTo>
                    <a:pt x="2518" y="819"/>
                    <a:pt x="2528" y="839"/>
                    <a:pt x="2505" y="873"/>
                  </a:cubicBezTo>
                  <a:cubicBezTo>
                    <a:pt x="2463" y="922"/>
                    <a:pt x="2422" y="969"/>
                    <a:pt x="2379" y="1020"/>
                  </a:cubicBezTo>
                  <a:cubicBezTo>
                    <a:pt x="2354" y="1050"/>
                    <a:pt x="2313" y="1042"/>
                    <a:pt x="2278" y="1033"/>
                  </a:cubicBezTo>
                  <a:cubicBezTo>
                    <a:pt x="2206" y="996"/>
                    <a:pt x="2136" y="962"/>
                    <a:pt x="2065" y="927"/>
                  </a:cubicBezTo>
                  <a:cubicBezTo>
                    <a:pt x="1937" y="870"/>
                    <a:pt x="1804" y="812"/>
                    <a:pt x="1657" y="818"/>
                  </a:cubicBezTo>
                  <a:cubicBezTo>
                    <a:pt x="1565" y="825"/>
                    <a:pt x="1475" y="919"/>
                    <a:pt x="1466" y="1048"/>
                  </a:cubicBezTo>
                  <a:cubicBezTo>
                    <a:pt x="1453" y="1244"/>
                    <a:pt x="1445" y="1446"/>
                    <a:pt x="1438" y="1664"/>
                  </a:cubicBezTo>
                  <a:cubicBezTo>
                    <a:pt x="1694" y="1656"/>
                    <a:pt x="1949" y="1652"/>
                    <a:pt x="2218" y="1651"/>
                  </a:cubicBezTo>
                  <a:cubicBezTo>
                    <a:pt x="2218" y="1712"/>
                    <a:pt x="2218" y="1768"/>
                    <a:pt x="2218" y="1831"/>
                  </a:cubicBezTo>
                  <a:cubicBezTo>
                    <a:pt x="2130" y="1870"/>
                    <a:pt x="2047" y="1910"/>
                    <a:pt x="1959" y="1950"/>
                  </a:cubicBezTo>
                  <a:cubicBezTo>
                    <a:pt x="1778" y="1952"/>
                    <a:pt x="1605" y="1954"/>
                    <a:pt x="1431" y="1957"/>
                  </a:cubicBezTo>
                  <a:cubicBezTo>
                    <a:pt x="1423" y="2475"/>
                    <a:pt x="1430" y="2992"/>
                    <a:pt x="1454" y="3469"/>
                  </a:cubicBezTo>
                  <a:cubicBezTo>
                    <a:pt x="1458" y="3541"/>
                    <a:pt x="1462" y="3614"/>
                    <a:pt x="1482" y="3663"/>
                  </a:cubicBezTo>
                  <a:cubicBezTo>
                    <a:pt x="1507" y="3725"/>
                    <a:pt x="1650" y="3772"/>
                    <a:pt x="1961" y="3789"/>
                  </a:cubicBezTo>
                  <a:cubicBezTo>
                    <a:pt x="1962" y="3844"/>
                    <a:pt x="1964" y="3895"/>
                    <a:pt x="1965" y="3947"/>
                  </a:cubicBezTo>
                  <a:cubicBezTo>
                    <a:pt x="1459" y="3932"/>
                    <a:pt x="973" y="3884"/>
                    <a:pt x="583" y="3814"/>
                  </a:cubicBezTo>
                  <a:cubicBezTo>
                    <a:pt x="1002" y="4282"/>
                    <a:pt x="1611" y="4576"/>
                    <a:pt x="2288" y="4576"/>
                  </a:cubicBezTo>
                  <a:cubicBezTo>
                    <a:pt x="3552" y="4576"/>
                    <a:pt x="4576" y="3552"/>
                    <a:pt x="4576" y="2288"/>
                  </a:cubicBezTo>
                  <a:cubicBezTo>
                    <a:pt x="4576" y="1809"/>
                    <a:pt x="4428" y="1364"/>
                    <a:pt x="4176" y="99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73737"/>
                </a:solidFill>
                <a:effectLst/>
                <a:uLnTx/>
                <a:uFillTx/>
                <a:latin typeface="Arial Narrow"/>
                <a:ea typeface="+mn-ea"/>
                <a:cs typeface="+mn-cs"/>
              </a:endParaRPr>
            </a:p>
          </p:txBody>
        </p:sp>
        <p:sp>
          <p:nvSpPr>
            <p:cNvPr id="8" name="Freeform 27">
              <a:extLst>
                <a:ext uri="{FF2B5EF4-FFF2-40B4-BE49-F238E27FC236}">
                  <a16:creationId xmlns:a16="http://schemas.microsoft.com/office/drawing/2014/main" id="{2F5FA204-C763-8E9E-E846-A6082DCD86A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360" y="611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73737"/>
                </a:solidFill>
                <a:effectLst/>
                <a:uLnTx/>
                <a:uFillTx/>
                <a:latin typeface="Arial Narrow"/>
                <a:ea typeface="+mn-ea"/>
                <a:cs typeface="+mn-cs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BF065B72-C11B-5021-9FBB-D6CCE4FC36DC}"/>
              </a:ext>
            </a:extLst>
          </p:cNvPr>
          <p:cNvSpPr txBox="1"/>
          <p:nvPr userDrawn="1"/>
        </p:nvSpPr>
        <p:spPr>
          <a:xfrm>
            <a:off x="681343" y="6501327"/>
            <a:ext cx="730016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r>
              <a:rPr lang="en-US" sz="750" kern="100" cap="all" spc="100" baseline="0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©</a:t>
            </a:r>
            <a:r>
              <a:rPr lang="en-US" sz="750" kern="100" cap="all" spc="20" baseline="0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2025 F5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7C1433F-0BB2-48AE-9AEC-317565C60E58}"/>
              </a:ext>
            </a:extLst>
          </p:cNvPr>
          <p:cNvSpPr txBox="1"/>
          <p:nvPr userDrawn="1"/>
        </p:nvSpPr>
        <p:spPr>
          <a:xfrm>
            <a:off x="6805" y="6501327"/>
            <a:ext cx="567398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 algn="r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  <a:buFont typeface="Arial" panose="020B0604020202020204" pitchFamily="34" charset="0"/>
              <a:buChar char="​"/>
            </a:pPr>
            <a:fld id="{CB0320B6-2A61-43CE-9396-B5C4FB4B7D43}" type="slidenum">
              <a:rPr lang="en-US" sz="750" b="0" kern="100" cap="all" spc="50" smtClean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pPr marL="0" lvl="4" algn="r">
                <a:lnSpc>
                  <a:spcPct val="85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5"/>
                </a:buClr>
                <a:buFont typeface="Arial" panose="020B0604020202020204" pitchFamily="34" charset="0"/>
                <a:buChar char="​"/>
              </a:pPr>
              <a:t>‹#›</a:t>
            </a:fld>
            <a:endParaRPr lang="en-US" sz="750" b="0" kern="100" cap="all" spc="50">
              <a:solidFill>
                <a:schemeClr val="bg1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13" name="Footer Placeholder 10">
            <a:extLst>
              <a:ext uri="{FF2B5EF4-FFF2-40B4-BE49-F238E27FC236}">
                <a16:creationId xmlns:a16="http://schemas.microsoft.com/office/drawing/2014/main" id="{06FBB67B-C225-476F-A711-BEFAFEE96C6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>
                <a:solidFill>
                  <a:schemeClr val="bg1"/>
                </a:solidFill>
              </a:defRPr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97E22CE-43CD-FA1C-31B6-3962ABFFC97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9448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914BDB0-D240-F701-70DD-46646F26A8F8}"/>
              </a:ext>
            </a:extLst>
          </p:cNvPr>
          <p:cNvSpPr txBox="1"/>
          <p:nvPr userDrawn="1"/>
        </p:nvSpPr>
        <p:spPr>
          <a:xfrm>
            <a:off x="13920953" y="10706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/>
              <a:t>Primary palette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24A4D898-9689-039E-7AFE-A812D331122E}"/>
              </a:ext>
            </a:extLst>
          </p:cNvPr>
          <p:cNvSpPr/>
          <p:nvPr userDrawn="1"/>
        </p:nvSpPr>
        <p:spPr>
          <a:xfrm>
            <a:off x="13959929" y="377353"/>
            <a:ext cx="618392" cy="618392"/>
          </a:xfrm>
          <a:prstGeom prst="ellipse">
            <a:avLst/>
          </a:prstGeom>
          <a:solidFill>
            <a:srgbClr val="E400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4C5A1E5C-1516-653B-5BE7-49C3B0274292}"/>
              </a:ext>
            </a:extLst>
          </p:cNvPr>
          <p:cNvSpPr/>
          <p:nvPr userDrawn="1"/>
        </p:nvSpPr>
        <p:spPr>
          <a:xfrm>
            <a:off x="15084675" y="517318"/>
            <a:ext cx="338462" cy="338462"/>
          </a:xfrm>
          <a:prstGeom prst="ellipse">
            <a:avLst/>
          </a:prstGeom>
          <a:solidFill>
            <a:srgbClr val="F7B2B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C28301E2-98AA-DFAC-9193-3E7C320E98E6}"/>
              </a:ext>
            </a:extLst>
          </p:cNvPr>
          <p:cNvSpPr/>
          <p:nvPr userDrawn="1"/>
        </p:nvSpPr>
        <p:spPr>
          <a:xfrm>
            <a:off x="15584292" y="517318"/>
            <a:ext cx="338462" cy="338462"/>
          </a:xfrm>
          <a:prstGeom prst="ellipse">
            <a:avLst/>
          </a:prstGeom>
          <a:solidFill>
            <a:srgbClr val="F066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186FCB77-2F45-D3A9-4BD3-593000150B48}"/>
              </a:ext>
            </a:extLst>
          </p:cNvPr>
          <p:cNvSpPr/>
          <p:nvPr userDrawn="1"/>
        </p:nvSpPr>
        <p:spPr>
          <a:xfrm>
            <a:off x="16083909" y="517318"/>
            <a:ext cx="338462" cy="338462"/>
          </a:xfrm>
          <a:prstGeom prst="ellipse">
            <a:avLst/>
          </a:prstGeom>
          <a:solidFill>
            <a:srgbClr val="A7002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A45FD1DF-EE63-06D8-1FD2-0826E80B51DF}"/>
              </a:ext>
            </a:extLst>
          </p:cNvPr>
          <p:cNvSpPr/>
          <p:nvPr userDrawn="1"/>
        </p:nvSpPr>
        <p:spPr>
          <a:xfrm>
            <a:off x="16583525" y="517318"/>
            <a:ext cx="338462" cy="338462"/>
          </a:xfrm>
          <a:prstGeom prst="ellipse">
            <a:avLst/>
          </a:prstGeom>
          <a:solidFill>
            <a:srgbClr val="72001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856EEC0-0D51-C721-1418-4CCB31975EA2}"/>
              </a:ext>
            </a:extLst>
          </p:cNvPr>
          <p:cNvSpPr txBox="1"/>
          <p:nvPr userDrawn="1"/>
        </p:nvSpPr>
        <p:spPr>
          <a:xfrm>
            <a:off x="15053447" y="10706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/>
              <a:t>Secondary palette</a:t>
            </a:r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1603D567-3BF7-446C-225B-24D2FEBA6747}"/>
              </a:ext>
            </a:extLst>
          </p:cNvPr>
          <p:cNvSpPr/>
          <p:nvPr userDrawn="1"/>
        </p:nvSpPr>
        <p:spPr>
          <a:xfrm>
            <a:off x="13959929" y="1097294"/>
            <a:ext cx="618392" cy="618392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5A207A79-E112-39B3-CBBB-990FCD85B906}"/>
              </a:ext>
            </a:extLst>
          </p:cNvPr>
          <p:cNvSpPr/>
          <p:nvPr userDrawn="1"/>
        </p:nvSpPr>
        <p:spPr>
          <a:xfrm>
            <a:off x="15084675" y="1237259"/>
            <a:ext cx="338462" cy="338462"/>
          </a:xfrm>
          <a:prstGeom prst="ellipse">
            <a:avLst/>
          </a:prstGeom>
          <a:solidFill>
            <a:srgbClr val="FBE1C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B6A8F32F-5D29-BC58-5A64-E41314EF5227}"/>
              </a:ext>
            </a:extLst>
          </p:cNvPr>
          <p:cNvSpPr/>
          <p:nvPr userDrawn="1"/>
        </p:nvSpPr>
        <p:spPr>
          <a:xfrm>
            <a:off x="15584292" y="1237259"/>
            <a:ext cx="338462" cy="338462"/>
          </a:xfrm>
          <a:prstGeom prst="ellipse">
            <a:avLst/>
          </a:prstGeom>
          <a:solidFill>
            <a:srgbClr val="F7C2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B58FA35B-DF47-FAF0-1ED8-93FE7901F0F2}"/>
              </a:ext>
            </a:extLst>
          </p:cNvPr>
          <p:cNvSpPr/>
          <p:nvPr userDrawn="1"/>
        </p:nvSpPr>
        <p:spPr>
          <a:xfrm>
            <a:off x="16083909" y="1237259"/>
            <a:ext cx="338462" cy="338462"/>
          </a:xfrm>
          <a:prstGeom prst="ellipse">
            <a:avLst/>
          </a:prstGeom>
          <a:solidFill>
            <a:srgbClr val="B2742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48C7EA3D-2C3E-D9FD-ED2C-D748DBCAA9A9}"/>
              </a:ext>
            </a:extLst>
          </p:cNvPr>
          <p:cNvSpPr/>
          <p:nvPr userDrawn="1"/>
        </p:nvSpPr>
        <p:spPr>
          <a:xfrm>
            <a:off x="16583525" y="1237259"/>
            <a:ext cx="338462" cy="338462"/>
          </a:xfrm>
          <a:prstGeom prst="ellipse">
            <a:avLst/>
          </a:prstGeom>
          <a:solidFill>
            <a:srgbClr val="794D1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7D849448-E850-7FB9-A025-2DC8E31FDD50}"/>
              </a:ext>
            </a:extLst>
          </p:cNvPr>
          <p:cNvSpPr/>
          <p:nvPr userDrawn="1"/>
        </p:nvSpPr>
        <p:spPr>
          <a:xfrm>
            <a:off x="13959929" y="1817235"/>
            <a:ext cx="618392" cy="6183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550D6F5F-EB08-0000-786F-F72881ABBB09}"/>
              </a:ext>
            </a:extLst>
          </p:cNvPr>
          <p:cNvSpPr/>
          <p:nvPr userDrawn="1"/>
        </p:nvSpPr>
        <p:spPr>
          <a:xfrm>
            <a:off x="15084675" y="1957200"/>
            <a:ext cx="338462" cy="338462"/>
          </a:xfrm>
          <a:prstGeom prst="ellipse">
            <a:avLst/>
          </a:prstGeom>
          <a:solidFill>
            <a:srgbClr val="B7C6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45E65B7E-8317-F72A-94CA-BCBE45DC8966}"/>
              </a:ext>
            </a:extLst>
          </p:cNvPr>
          <p:cNvSpPr/>
          <p:nvPr userDrawn="1"/>
        </p:nvSpPr>
        <p:spPr>
          <a:xfrm>
            <a:off x="15584292" y="1957200"/>
            <a:ext cx="338462" cy="338462"/>
          </a:xfrm>
          <a:prstGeom prst="ellipse">
            <a:avLst/>
          </a:prstGeom>
          <a:solidFill>
            <a:srgbClr val="6E8D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6B409922-8A08-83A1-5EF5-B09833D96980}"/>
              </a:ext>
            </a:extLst>
          </p:cNvPr>
          <p:cNvSpPr/>
          <p:nvPr userDrawn="1"/>
        </p:nvSpPr>
        <p:spPr>
          <a:xfrm>
            <a:off x="16083909" y="1957200"/>
            <a:ext cx="338462" cy="338462"/>
          </a:xfrm>
          <a:prstGeom prst="ellipse">
            <a:avLst/>
          </a:prstGeom>
          <a:solidFill>
            <a:srgbClr val="0B31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31CE7AE3-A0C8-1F16-CF00-C28EACBDCDFA}"/>
              </a:ext>
            </a:extLst>
          </p:cNvPr>
          <p:cNvSpPr/>
          <p:nvPr userDrawn="1"/>
        </p:nvSpPr>
        <p:spPr>
          <a:xfrm>
            <a:off x="16583525" y="1957200"/>
            <a:ext cx="338462" cy="338462"/>
          </a:xfrm>
          <a:prstGeom prst="ellipse">
            <a:avLst/>
          </a:prstGeom>
          <a:solidFill>
            <a:srgbClr val="07215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5C6E1D76-2EC5-139E-50CD-AEC19DCF11ED}"/>
              </a:ext>
            </a:extLst>
          </p:cNvPr>
          <p:cNvSpPr/>
          <p:nvPr userDrawn="1"/>
        </p:nvSpPr>
        <p:spPr>
          <a:xfrm>
            <a:off x="13959929" y="2537176"/>
            <a:ext cx="618392" cy="618392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96C44E37-220F-497E-CD8C-9FD2ABCEDA5D}"/>
              </a:ext>
            </a:extLst>
          </p:cNvPr>
          <p:cNvSpPr/>
          <p:nvPr userDrawn="1"/>
        </p:nvSpPr>
        <p:spPr>
          <a:xfrm>
            <a:off x="15084675" y="2677141"/>
            <a:ext cx="338462" cy="338462"/>
          </a:xfrm>
          <a:prstGeom prst="ellipse">
            <a:avLst/>
          </a:prstGeom>
          <a:solidFill>
            <a:srgbClr val="E6BE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6292873B-CCBA-3489-FFBD-9A6E09349575}"/>
              </a:ext>
            </a:extLst>
          </p:cNvPr>
          <p:cNvSpPr/>
          <p:nvPr userDrawn="1"/>
        </p:nvSpPr>
        <p:spPr>
          <a:xfrm>
            <a:off x="15584292" y="2677141"/>
            <a:ext cx="338462" cy="338462"/>
          </a:xfrm>
          <a:prstGeom prst="ellipse">
            <a:avLst/>
          </a:prstGeom>
          <a:solidFill>
            <a:srgbClr val="CD7DB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2E89B407-FB13-B2E6-7708-359E19AADEAD}"/>
              </a:ext>
            </a:extLst>
          </p:cNvPr>
          <p:cNvSpPr/>
          <p:nvPr userDrawn="1"/>
        </p:nvSpPr>
        <p:spPr>
          <a:xfrm>
            <a:off x="16083909" y="2677141"/>
            <a:ext cx="338462" cy="338462"/>
          </a:xfrm>
          <a:prstGeom prst="ellipse">
            <a:avLst/>
          </a:prstGeom>
          <a:solidFill>
            <a:srgbClr val="801D6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12DB3466-E3BA-A4C4-2AE0-DED59AD95466}"/>
              </a:ext>
            </a:extLst>
          </p:cNvPr>
          <p:cNvSpPr/>
          <p:nvPr userDrawn="1"/>
        </p:nvSpPr>
        <p:spPr>
          <a:xfrm>
            <a:off x="16583525" y="2677141"/>
            <a:ext cx="338462" cy="338462"/>
          </a:xfrm>
          <a:prstGeom prst="ellipse">
            <a:avLst/>
          </a:prstGeom>
          <a:solidFill>
            <a:srgbClr val="5614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12D6C8F4-1CDB-CE5C-6EBF-5F30618F6B2F}"/>
              </a:ext>
            </a:extLst>
          </p:cNvPr>
          <p:cNvSpPr/>
          <p:nvPr userDrawn="1"/>
        </p:nvSpPr>
        <p:spPr>
          <a:xfrm>
            <a:off x="13959929" y="3257117"/>
            <a:ext cx="618392" cy="61839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5" name="Oval 84">
            <a:extLst>
              <a:ext uri="{FF2B5EF4-FFF2-40B4-BE49-F238E27FC236}">
                <a16:creationId xmlns:a16="http://schemas.microsoft.com/office/drawing/2014/main" id="{ACF4BD81-128F-1875-5689-DAB1D5FA53B4}"/>
              </a:ext>
            </a:extLst>
          </p:cNvPr>
          <p:cNvSpPr/>
          <p:nvPr userDrawn="1"/>
        </p:nvSpPr>
        <p:spPr>
          <a:xfrm>
            <a:off x="15084675" y="3397082"/>
            <a:ext cx="338462" cy="338462"/>
          </a:xfrm>
          <a:prstGeom prst="ellipse">
            <a:avLst/>
          </a:prstGeom>
          <a:solidFill>
            <a:srgbClr val="B2DFC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EDEAA2DD-4B40-782D-8EB5-B5E229AE42B5}"/>
              </a:ext>
            </a:extLst>
          </p:cNvPr>
          <p:cNvSpPr/>
          <p:nvPr userDrawn="1"/>
        </p:nvSpPr>
        <p:spPr>
          <a:xfrm>
            <a:off x="15584292" y="3397082"/>
            <a:ext cx="338462" cy="338462"/>
          </a:xfrm>
          <a:prstGeom prst="ellipse">
            <a:avLst/>
          </a:prstGeom>
          <a:solidFill>
            <a:srgbClr val="66C0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08DB4D9D-9DE4-2582-1C96-791031A68666}"/>
              </a:ext>
            </a:extLst>
          </p:cNvPr>
          <p:cNvSpPr/>
          <p:nvPr userDrawn="1"/>
        </p:nvSpPr>
        <p:spPr>
          <a:xfrm>
            <a:off x="16083909" y="3397082"/>
            <a:ext cx="338462" cy="338462"/>
          </a:xfrm>
          <a:prstGeom prst="ellipse">
            <a:avLst/>
          </a:prstGeom>
          <a:solidFill>
            <a:srgbClr val="0071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B4C7236A-0757-BA6E-2831-9AF844ED4746}"/>
              </a:ext>
            </a:extLst>
          </p:cNvPr>
          <p:cNvSpPr/>
          <p:nvPr userDrawn="1"/>
        </p:nvSpPr>
        <p:spPr>
          <a:xfrm>
            <a:off x="16583525" y="3397082"/>
            <a:ext cx="338462" cy="338462"/>
          </a:xfrm>
          <a:prstGeom prst="ellipse">
            <a:avLst/>
          </a:prstGeom>
          <a:solidFill>
            <a:srgbClr val="004B1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19A9ADF0-10E0-2DBC-B14A-57BB8B9A0B53}"/>
              </a:ext>
            </a:extLst>
          </p:cNvPr>
          <p:cNvSpPr/>
          <p:nvPr userDrawn="1"/>
        </p:nvSpPr>
        <p:spPr>
          <a:xfrm>
            <a:off x="13959929" y="3977058"/>
            <a:ext cx="618392" cy="6183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17BD0677-BF0B-DB9A-5FF8-D71EFB4FBE28}"/>
              </a:ext>
            </a:extLst>
          </p:cNvPr>
          <p:cNvSpPr/>
          <p:nvPr userDrawn="1"/>
        </p:nvSpPr>
        <p:spPr>
          <a:xfrm>
            <a:off x="15084675" y="4117023"/>
            <a:ext cx="338462" cy="338462"/>
          </a:xfrm>
          <a:prstGeom prst="ellipse">
            <a:avLst/>
          </a:prstGeom>
          <a:solidFill>
            <a:srgbClr val="D0BC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A2DC30E1-4206-DE1B-04B5-A89E5D18A29C}"/>
              </a:ext>
            </a:extLst>
          </p:cNvPr>
          <p:cNvSpPr/>
          <p:nvPr userDrawn="1"/>
        </p:nvSpPr>
        <p:spPr>
          <a:xfrm>
            <a:off x="15584292" y="4117023"/>
            <a:ext cx="338462" cy="338462"/>
          </a:xfrm>
          <a:prstGeom prst="ellipse">
            <a:avLst/>
          </a:prstGeom>
          <a:solidFill>
            <a:srgbClr val="A17AB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64F32370-3350-CE25-6CCC-4E4D7E6A83A9}"/>
              </a:ext>
            </a:extLst>
          </p:cNvPr>
          <p:cNvSpPr/>
          <p:nvPr userDrawn="1"/>
        </p:nvSpPr>
        <p:spPr>
          <a:xfrm>
            <a:off x="16083909" y="4117023"/>
            <a:ext cx="338462" cy="338462"/>
          </a:xfrm>
          <a:prstGeom prst="ellipse">
            <a:avLst/>
          </a:prstGeom>
          <a:solidFill>
            <a:srgbClr val="3813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F3BCFE56-471F-CB15-237E-95A72FE1101D}"/>
              </a:ext>
            </a:extLst>
          </p:cNvPr>
          <p:cNvSpPr/>
          <p:nvPr userDrawn="1"/>
        </p:nvSpPr>
        <p:spPr>
          <a:xfrm>
            <a:off x="16583525" y="4117023"/>
            <a:ext cx="338462" cy="338462"/>
          </a:xfrm>
          <a:prstGeom prst="ellipse">
            <a:avLst/>
          </a:prstGeom>
          <a:solidFill>
            <a:srgbClr val="250D3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FE2E28C4-519A-5B7B-4C37-08DE031A8D67}"/>
              </a:ext>
            </a:extLst>
          </p:cNvPr>
          <p:cNvSpPr/>
          <p:nvPr userDrawn="1"/>
        </p:nvSpPr>
        <p:spPr>
          <a:xfrm>
            <a:off x="13959929" y="4652930"/>
            <a:ext cx="618392" cy="618392"/>
          </a:xfrm>
          <a:prstGeom prst="ellipse">
            <a:avLst/>
          </a:prstGeom>
          <a:solidFill>
            <a:srgbClr val="007B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1E7EF62F-7CA9-5EF0-E73F-09CF62920A4F}"/>
              </a:ext>
            </a:extLst>
          </p:cNvPr>
          <p:cNvSpPr/>
          <p:nvPr userDrawn="1"/>
        </p:nvSpPr>
        <p:spPr>
          <a:xfrm>
            <a:off x="15084675" y="4836963"/>
            <a:ext cx="338462" cy="338462"/>
          </a:xfrm>
          <a:prstGeom prst="ellipse">
            <a:avLst/>
          </a:prstGeom>
          <a:solidFill>
            <a:srgbClr val="B2D7E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6" name="Oval 95">
            <a:extLst>
              <a:ext uri="{FF2B5EF4-FFF2-40B4-BE49-F238E27FC236}">
                <a16:creationId xmlns:a16="http://schemas.microsoft.com/office/drawing/2014/main" id="{41F8EC05-F3F8-6A11-7657-D650F8054E10}"/>
              </a:ext>
            </a:extLst>
          </p:cNvPr>
          <p:cNvSpPr/>
          <p:nvPr userDrawn="1"/>
        </p:nvSpPr>
        <p:spPr>
          <a:xfrm>
            <a:off x="15584292" y="4836963"/>
            <a:ext cx="338462" cy="338462"/>
          </a:xfrm>
          <a:prstGeom prst="ellipse">
            <a:avLst/>
          </a:prstGeom>
          <a:solidFill>
            <a:srgbClr val="66AF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84930CD6-798F-D699-D739-7F33B9336CAA}"/>
              </a:ext>
            </a:extLst>
          </p:cNvPr>
          <p:cNvSpPr/>
          <p:nvPr userDrawn="1"/>
        </p:nvSpPr>
        <p:spPr>
          <a:xfrm>
            <a:off x="16083909" y="4836963"/>
            <a:ext cx="338462" cy="338462"/>
          </a:xfrm>
          <a:prstGeom prst="ellipse">
            <a:avLst/>
          </a:prstGeom>
          <a:solidFill>
            <a:srgbClr val="005C8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8" name="Oval 97">
            <a:extLst>
              <a:ext uri="{FF2B5EF4-FFF2-40B4-BE49-F238E27FC236}">
                <a16:creationId xmlns:a16="http://schemas.microsoft.com/office/drawing/2014/main" id="{9FD59C18-03BE-028C-032C-B810749F6CA4}"/>
              </a:ext>
            </a:extLst>
          </p:cNvPr>
          <p:cNvSpPr/>
          <p:nvPr userDrawn="1"/>
        </p:nvSpPr>
        <p:spPr>
          <a:xfrm>
            <a:off x="16583525" y="4836963"/>
            <a:ext cx="338462" cy="338462"/>
          </a:xfrm>
          <a:prstGeom prst="ellipse">
            <a:avLst/>
          </a:prstGeom>
          <a:solidFill>
            <a:srgbClr val="003D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042625C4-8FB7-6627-1837-6D2F51D74CA1}"/>
              </a:ext>
            </a:extLst>
          </p:cNvPr>
          <p:cNvSpPr txBox="1"/>
          <p:nvPr userDrawn="1"/>
        </p:nvSpPr>
        <p:spPr>
          <a:xfrm>
            <a:off x="13920953" y="570792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/>
              <a:t>Product Group Colors</a:t>
            </a:r>
          </a:p>
        </p:txBody>
      </p: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C5841FB5-1DD5-63D7-C8A2-7F99E4F0BDBF}"/>
              </a:ext>
            </a:extLst>
          </p:cNvPr>
          <p:cNvCxnSpPr>
            <a:cxnSpLocks/>
          </p:cNvCxnSpPr>
          <p:nvPr userDrawn="1"/>
        </p:nvCxnSpPr>
        <p:spPr>
          <a:xfrm>
            <a:off x="13920953" y="5583284"/>
            <a:ext cx="3109779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38FFA635-9DD0-4785-CBE4-B744326CAF8F}"/>
              </a:ext>
            </a:extLst>
          </p:cNvPr>
          <p:cNvCxnSpPr>
            <a:cxnSpLocks/>
          </p:cNvCxnSpPr>
          <p:nvPr userDrawn="1"/>
        </p:nvCxnSpPr>
        <p:spPr>
          <a:xfrm>
            <a:off x="13920953" y="0"/>
            <a:ext cx="907751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3FCA62D5-9028-BC3A-2FEF-5A87C027A6E4}"/>
              </a:ext>
            </a:extLst>
          </p:cNvPr>
          <p:cNvCxnSpPr>
            <a:cxnSpLocks/>
          </p:cNvCxnSpPr>
          <p:nvPr userDrawn="1"/>
        </p:nvCxnSpPr>
        <p:spPr>
          <a:xfrm>
            <a:off x="15040681" y="0"/>
            <a:ext cx="1963661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Rectangle 102">
            <a:extLst>
              <a:ext uri="{FF2B5EF4-FFF2-40B4-BE49-F238E27FC236}">
                <a16:creationId xmlns:a16="http://schemas.microsoft.com/office/drawing/2014/main" id="{168E6D48-340E-2E5A-15F8-FDEE84C70577}"/>
              </a:ext>
            </a:extLst>
          </p:cNvPr>
          <p:cNvSpPr/>
          <p:nvPr userDrawn="1"/>
        </p:nvSpPr>
        <p:spPr>
          <a:xfrm>
            <a:off x="14716831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>
                <a:solidFill>
                  <a:schemeClr val="tx1"/>
                </a:solidFill>
                <a:latin typeface="+mn-lt"/>
              </a:rPr>
              <a:t>BIG-IP Next</a:t>
            </a:r>
          </a:p>
        </p:txBody>
      </p:sp>
      <p:sp>
        <p:nvSpPr>
          <p:cNvPr id="104" name="Oval 103">
            <a:extLst>
              <a:ext uri="{FF2B5EF4-FFF2-40B4-BE49-F238E27FC236}">
                <a16:creationId xmlns:a16="http://schemas.microsoft.com/office/drawing/2014/main" id="{37236FFA-56B8-E8D9-F78E-070711EC4F85}"/>
              </a:ext>
            </a:extLst>
          </p:cNvPr>
          <p:cNvSpPr/>
          <p:nvPr userDrawn="1"/>
        </p:nvSpPr>
        <p:spPr>
          <a:xfrm>
            <a:off x="14804987" y="6024739"/>
            <a:ext cx="338462" cy="338462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17E23800-066E-03FF-1D54-1F290C13A1B8}"/>
              </a:ext>
            </a:extLst>
          </p:cNvPr>
          <p:cNvSpPr/>
          <p:nvPr userDrawn="1"/>
        </p:nvSpPr>
        <p:spPr>
          <a:xfrm>
            <a:off x="13843869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>
                <a:solidFill>
                  <a:schemeClr val="tx1"/>
                </a:solidFill>
                <a:latin typeface="+mn-lt"/>
              </a:rPr>
              <a:t>Distributed Cloud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2CDEA379-0FB4-ACA8-5C40-251B5DB7AD8D}"/>
              </a:ext>
            </a:extLst>
          </p:cNvPr>
          <p:cNvSpPr/>
          <p:nvPr userDrawn="1"/>
        </p:nvSpPr>
        <p:spPr>
          <a:xfrm>
            <a:off x="15568415" y="6388493"/>
            <a:ext cx="91440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000" kern="100">
                <a:solidFill>
                  <a:schemeClr val="tx1"/>
                </a:solidFill>
                <a:latin typeface="+mn-lt"/>
              </a:rPr>
              <a:t>BIG-IP</a:t>
            </a:r>
          </a:p>
        </p:txBody>
      </p:sp>
      <p:sp>
        <p:nvSpPr>
          <p:cNvPr id="107" name="Oval 106">
            <a:extLst>
              <a:ext uri="{FF2B5EF4-FFF2-40B4-BE49-F238E27FC236}">
                <a16:creationId xmlns:a16="http://schemas.microsoft.com/office/drawing/2014/main" id="{BD6F3062-2DA1-0FA4-95D1-7002B5BE16BC}"/>
              </a:ext>
            </a:extLst>
          </p:cNvPr>
          <p:cNvSpPr/>
          <p:nvPr userDrawn="1"/>
        </p:nvSpPr>
        <p:spPr>
          <a:xfrm>
            <a:off x="13916887" y="6024739"/>
            <a:ext cx="338462" cy="33846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108" name="Oval 107">
            <a:extLst>
              <a:ext uri="{FF2B5EF4-FFF2-40B4-BE49-F238E27FC236}">
                <a16:creationId xmlns:a16="http://schemas.microsoft.com/office/drawing/2014/main" id="{AF7ABD94-3142-1E5C-59FB-A30B1A24F952}"/>
              </a:ext>
            </a:extLst>
          </p:cNvPr>
          <p:cNvSpPr/>
          <p:nvPr userDrawn="1"/>
        </p:nvSpPr>
        <p:spPr>
          <a:xfrm>
            <a:off x="15702617" y="6024739"/>
            <a:ext cx="338462" cy="33846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73BF0527-FA56-23BB-95DA-4B842BCD98D4}"/>
              </a:ext>
            </a:extLst>
          </p:cNvPr>
          <p:cNvSpPr/>
          <p:nvPr userDrawn="1"/>
        </p:nvSpPr>
        <p:spPr>
          <a:xfrm>
            <a:off x="16491659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>
                <a:solidFill>
                  <a:schemeClr val="tx1"/>
                </a:solidFill>
                <a:latin typeface="+mn-lt"/>
              </a:rPr>
              <a:t>NGINX </a:t>
            </a:r>
          </a:p>
        </p:txBody>
      </p:sp>
      <p:sp>
        <p:nvSpPr>
          <p:cNvPr id="110" name="Oval 109">
            <a:extLst>
              <a:ext uri="{FF2B5EF4-FFF2-40B4-BE49-F238E27FC236}">
                <a16:creationId xmlns:a16="http://schemas.microsoft.com/office/drawing/2014/main" id="{0E2A2E80-DC15-4064-8CA2-F80DAB49450F}"/>
              </a:ext>
            </a:extLst>
          </p:cNvPr>
          <p:cNvSpPr/>
          <p:nvPr userDrawn="1"/>
        </p:nvSpPr>
        <p:spPr>
          <a:xfrm>
            <a:off x="16590717" y="6024739"/>
            <a:ext cx="338462" cy="33846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2507096658"/>
      </p:ext>
    </p:extLst>
  </p:cSld>
  <p:clrMapOvr>
    <a:masterClrMapping/>
  </p:clrMapOvr>
</p:sldLayout>
</file>

<file path=ppt/slideLayouts/slideLayout1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: Shape 5">
            <a:extLst>
              <a:ext uri="{FF2B5EF4-FFF2-40B4-BE49-F238E27FC236}">
                <a16:creationId xmlns:a16="http://schemas.microsoft.com/office/drawing/2014/main" id="{CED9A867-C5AA-2B74-C729-7D33289C939C}"/>
              </a:ext>
            </a:extLst>
          </p:cNvPr>
          <p:cNvSpPr/>
          <p:nvPr userDrawn="1"/>
        </p:nvSpPr>
        <p:spPr>
          <a:xfrm>
            <a:off x="1626123" y="96982"/>
            <a:ext cx="8939754" cy="6761018"/>
          </a:xfrm>
          <a:custGeom>
            <a:avLst/>
            <a:gdLst>
              <a:gd name="connsiteX0" fmla="*/ 1503815 w 8939754"/>
              <a:gd name="connsiteY0" fmla="*/ 0 h 6766560"/>
              <a:gd name="connsiteX1" fmla="*/ 7435940 w 8939754"/>
              <a:gd name="connsiteY1" fmla="*/ 0 h 6766560"/>
              <a:gd name="connsiteX2" fmla="*/ 7630557 w 8939754"/>
              <a:gd name="connsiteY2" fmla="*/ 176881 h 6766560"/>
              <a:gd name="connsiteX3" fmla="*/ 8939754 w 8939754"/>
              <a:gd name="connsiteY3" fmla="*/ 3337560 h 6766560"/>
              <a:gd name="connsiteX4" fmla="*/ 7475321 w 8939754"/>
              <a:gd name="connsiteY4" fmla="*/ 6646243 h 6766560"/>
              <a:gd name="connsiteX5" fmla="*/ 7336423 w 8939754"/>
              <a:gd name="connsiteY5" fmla="*/ 6766560 h 6766560"/>
              <a:gd name="connsiteX6" fmla="*/ 1603331 w 8939754"/>
              <a:gd name="connsiteY6" fmla="*/ 6766560 h 6766560"/>
              <a:gd name="connsiteX7" fmla="*/ 1464433 w 8939754"/>
              <a:gd name="connsiteY7" fmla="*/ 6646243 h 6766560"/>
              <a:gd name="connsiteX8" fmla="*/ 0 w 8939754"/>
              <a:gd name="connsiteY8" fmla="*/ 3337560 h 6766560"/>
              <a:gd name="connsiteX9" fmla="*/ 1309197 w 8939754"/>
              <a:gd name="connsiteY9" fmla="*/ 176881 h 67665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939754" h="6766560">
                <a:moveTo>
                  <a:pt x="1503815" y="0"/>
                </a:moveTo>
                <a:lnTo>
                  <a:pt x="7435940" y="0"/>
                </a:lnTo>
                <a:lnTo>
                  <a:pt x="7630557" y="176881"/>
                </a:lnTo>
                <a:cubicBezTo>
                  <a:pt x="8439446" y="985769"/>
                  <a:pt x="8939754" y="2103238"/>
                  <a:pt x="8939754" y="3337560"/>
                </a:cubicBezTo>
                <a:cubicBezTo>
                  <a:pt x="8939754" y="4649027"/>
                  <a:pt x="8374953" y="5828578"/>
                  <a:pt x="7475321" y="6646243"/>
                </a:cubicBezTo>
                <a:lnTo>
                  <a:pt x="7336423" y="6766560"/>
                </a:lnTo>
                <a:lnTo>
                  <a:pt x="1603331" y="6766560"/>
                </a:lnTo>
                <a:lnTo>
                  <a:pt x="1464433" y="6646243"/>
                </a:lnTo>
                <a:cubicBezTo>
                  <a:pt x="564801" y="5828578"/>
                  <a:pt x="0" y="4649027"/>
                  <a:pt x="0" y="3337560"/>
                </a:cubicBezTo>
                <a:cubicBezTo>
                  <a:pt x="0" y="2103238"/>
                  <a:pt x="500308" y="985769"/>
                  <a:pt x="1309197" y="176881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US" kern="10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F1543B27-30F5-49F3-A344-80EEF4BE7A1D}"/>
              </a:ext>
            </a:extLst>
          </p:cNvPr>
          <p:cNvSpPr>
            <a:spLocks noGrp="1"/>
          </p:cNvSpPr>
          <p:nvPr>
            <p:ph idx="1"/>
          </p:nvPr>
        </p:nvSpPr>
        <p:spPr bwMode="black">
          <a:xfrm>
            <a:off x="457199" y="457200"/>
            <a:ext cx="11273866" cy="5788152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lang="en-US" sz="4000" b="1" kern="100" spc="-100" baseline="0" dirty="0">
                <a:solidFill>
                  <a:schemeClr val="tx1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0" indent="0" algn="ctr">
              <a:lnSpc>
                <a:spcPct val="85000"/>
              </a:lnSpc>
              <a:spcBef>
                <a:spcPts val="1200"/>
              </a:spcBef>
              <a:buFont typeface="Arial" panose="020B0604020202020204" pitchFamily="34" charset="0"/>
              <a:buNone/>
              <a:defRPr lang="en-US" sz="1800" b="1" kern="100" cap="none" spc="-20" baseline="0" dirty="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000" b="0" cap="none" baseline="0">
                <a:solidFill>
                  <a:schemeClr val="bg1"/>
                </a:solidFill>
                <a:latin typeface="+mj-lt"/>
              </a:defRPr>
            </a:lvl3pPr>
            <a:lvl4pPr marL="342900" indent="-34290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000" b="0" cap="none" baseline="0">
                <a:solidFill>
                  <a:schemeClr val="bg1"/>
                </a:solidFill>
                <a:latin typeface="+mj-lt"/>
              </a:defRPr>
            </a:lvl4pPr>
            <a:lvl5pPr marL="342900" indent="-34290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000" b="0" cap="none" baseline="0">
                <a:solidFill>
                  <a:schemeClr val="bg1"/>
                </a:solidFill>
                <a:latin typeface="+mj-lt"/>
              </a:defRPr>
            </a:lvl5pPr>
            <a:lvl6pPr marL="285750" indent="-28575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200" b="0" cap="none" baseline="0">
                <a:solidFill>
                  <a:schemeClr val="bg1"/>
                </a:solidFill>
                <a:latin typeface="+mj-lt"/>
              </a:defRPr>
            </a:lvl6pPr>
            <a:lvl7pPr marL="285750" indent="-28575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200" b="0" cap="none" baseline="0">
                <a:solidFill>
                  <a:schemeClr val="bg1"/>
                </a:solidFill>
                <a:latin typeface="+mj-lt"/>
              </a:defRPr>
            </a:lvl7pPr>
            <a:lvl8pPr marL="285750" indent="-28575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200" b="0" cap="none" baseline="0">
                <a:solidFill>
                  <a:schemeClr val="bg1"/>
                </a:solidFill>
                <a:latin typeface="+mj-lt"/>
              </a:defRPr>
            </a:lvl8pPr>
            <a:lvl9pPr marL="285750" indent="-28575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200" b="0" cap="none" baseline="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02916560"/>
      </p:ext>
    </p:extLst>
  </p:cSld>
  <p:clrMapOvr>
    <a:masterClrMapping/>
  </p:clrMapOvr>
</p:sldLayout>
</file>

<file path=ppt/slideLayouts/slideLayout1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Statement Colo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F1543B27-30F5-49F3-A344-80EEF4BE7A1D}"/>
              </a:ext>
            </a:extLst>
          </p:cNvPr>
          <p:cNvSpPr>
            <a:spLocks noGrp="1"/>
          </p:cNvSpPr>
          <p:nvPr>
            <p:ph idx="1"/>
          </p:nvPr>
        </p:nvSpPr>
        <p:spPr bwMode="black">
          <a:xfrm>
            <a:off x="456241" y="457200"/>
            <a:ext cx="11273866" cy="5787813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2400"/>
              </a:spcBef>
              <a:spcAft>
                <a:spcPts val="600"/>
              </a:spcAft>
              <a:buFont typeface="Arial" panose="020B0604020202020204" pitchFamily="34" charset="0"/>
              <a:buChar char="​"/>
              <a:defRPr lang="en-US" sz="4000" b="1" kern="100" spc="-100" baseline="0" dirty="0">
                <a:solidFill>
                  <a:schemeClr val="bg1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0" indent="0" algn="ctr">
              <a:lnSpc>
                <a:spcPct val="85000"/>
              </a:lnSpc>
              <a:spcBef>
                <a:spcPts val="1200"/>
              </a:spcBef>
              <a:buFont typeface="Arial" panose="020B0604020202020204" pitchFamily="34" charset="0"/>
              <a:buNone/>
              <a:defRPr lang="en-US" sz="1800" b="1" kern="100" cap="none" spc="-20" baseline="0" dirty="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000" b="0" cap="none" baseline="0">
                <a:solidFill>
                  <a:schemeClr val="bg1"/>
                </a:solidFill>
                <a:latin typeface="+mj-lt"/>
              </a:defRPr>
            </a:lvl3pPr>
            <a:lvl4pPr marL="342900" indent="-34290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000" b="0" cap="none" baseline="0">
                <a:solidFill>
                  <a:schemeClr val="bg1"/>
                </a:solidFill>
                <a:latin typeface="+mj-lt"/>
              </a:defRPr>
            </a:lvl4pPr>
            <a:lvl5pPr marL="342900" indent="-34290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000" b="0" cap="none" baseline="0">
                <a:solidFill>
                  <a:schemeClr val="bg1"/>
                </a:solidFill>
                <a:latin typeface="+mj-lt"/>
              </a:defRPr>
            </a:lvl5pPr>
            <a:lvl6pPr marL="285750" indent="-28575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200" b="0" cap="none" baseline="0">
                <a:solidFill>
                  <a:schemeClr val="bg1"/>
                </a:solidFill>
                <a:latin typeface="+mj-lt"/>
              </a:defRPr>
            </a:lvl6pPr>
            <a:lvl7pPr marL="285750" indent="-28575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200" b="0" cap="none" baseline="0">
                <a:solidFill>
                  <a:schemeClr val="bg1"/>
                </a:solidFill>
                <a:latin typeface="+mj-lt"/>
              </a:defRPr>
            </a:lvl7pPr>
            <a:lvl8pPr marL="285750" indent="-28575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200" b="0" cap="none" baseline="0">
                <a:solidFill>
                  <a:schemeClr val="bg1"/>
                </a:solidFill>
                <a:latin typeface="+mj-lt"/>
              </a:defRPr>
            </a:lvl8pPr>
            <a:lvl9pPr marL="285750" indent="-28575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200" b="0" cap="none" baseline="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11" name="Group 22">
            <a:extLst>
              <a:ext uri="{FF2B5EF4-FFF2-40B4-BE49-F238E27FC236}">
                <a16:creationId xmlns:a16="http://schemas.microsoft.com/office/drawing/2014/main" id="{1878E37C-3C29-44E8-B49D-D2652F4B7D3E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11489503" y="6431001"/>
            <a:ext cx="245297" cy="245297"/>
            <a:chOff x="5266" y="0"/>
            <a:chExt cx="733" cy="733"/>
          </a:xfrm>
          <a:solidFill>
            <a:schemeClr val="bg1"/>
          </a:solidFill>
        </p:grpSpPr>
        <p:sp>
          <p:nvSpPr>
            <p:cNvPr id="12" name="Freeform 24">
              <a:extLst>
                <a:ext uri="{FF2B5EF4-FFF2-40B4-BE49-F238E27FC236}">
                  <a16:creationId xmlns:a16="http://schemas.microsoft.com/office/drawing/2014/main" id="{618EA69F-F932-45A1-AAC9-A354486380BE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360" y="611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73737"/>
                </a:solidFill>
                <a:effectLst/>
                <a:uLnTx/>
                <a:uFillTx/>
                <a:latin typeface="Arial Narrow"/>
                <a:ea typeface="+mn-ea"/>
                <a:cs typeface="+mn-cs"/>
              </a:endParaRPr>
            </a:p>
          </p:txBody>
        </p:sp>
        <p:sp>
          <p:nvSpPr>
            <p:cNvPr id="13" name="Freeform 25">
              <a:extLst>
                <a:ext uri="{FF2B5EF4-FFF2-40B4-BE49-F238E27FC236}">
                  <a16:creationId xmlns:a16="http://schemas.microsoft.com/office/drawing/2014/main" id="{B172FB41-6BDA-443B-9F1F-EBAC0E0C6744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5911" y="645"/>
              <a:ext cx="55" cy="55"/>
            </a:xfrm>
            <a:custGeom>
              <a:avLst/>
              <a:gdLst>
                <a:gd name="T0" fmla="*/ 277 w 345"/>
                <a:gd name="T1" fmla="*/ 68 h 345"/>
                <a:gd name="T2" fmla="*/ 320 w 345"/>
                <a:gd name="T3" fmla="*/ 172 h 345"/>
                <a:gd name="T4" fmla="*/ 277 w 345"/>
                <a:gd name="T5" fmla="*/ 278 h 345"/>
                <a:gd name="T6" fmla="*/ 172 w 345"/>
                <a:gd name="T7" fmla="*/ 322 h 345"/>
                <a:gd name="T8" fmla="*/ 67 w 345"/>
                <a:gd name="T9" fmla="*/ 278 h 345"/>
                <a:gd name="T10" fmla="*/ 24 w 345"/>
                <a:gd name="T11" fmla="*/ 172 h 345"/>
                <a:gd name="T12" fmla="*/ 67 w 345"/>
                <a:gd name="T13" fmla="*/ 68 h 345"/>
                <a:gd name="T14" fmla="*/ 172 w 345"/>
                <a:gd name="T15" fmla="*/ 23 h 345"/>
                <a:gd name="T16" fmla="*/ 277 w 345"/>
                <a:gd name="T17" fmla="*/ 68 h 345"/>
                <a:gd name="T18" fmla="*/ 295 w 345"/>
                <a:gd name="T19" fmla="*/ 50 h 345"/>
                <a:gd name="T20" fmla="*/ 172 w 345"/>
                <a:gd name="T21" fmla="*/ 0 h 345"/>
                <a:gd name="T22" fmla="*/ 51 w 345"/>
                <a:gd name="T23" fmla="*/ 50 h 345"/>
                <a:gd name="T24" fmla="*/ 0 w 345"/>
                <a:gd name="T25" fmla="*/ 172 h 345"/>
                <a:gd name="T26" fmla="*/ 50 w 345"/>
                <a:gd name="T27" fmla="*/ 295 h 345"/>
                <a:gd name="T28" fmla="*/ 172 w 345"/>
                <a:gd name="T29" fmla="*/ 345 h 345"/>
                <a:gd name="T30" fmla="*/ 295 w 345"/>
                <a:gd name="T31" fmla="*/ 295 h 345"/>
                <a:gd name="T32" fmla="*/ 345 w 345"/>
                <a:gd name="T33" fmla="*/ 172 h 345"/>
                <a:gd name="T34" fmla="*/ 295 w 345"/>
                <a:gd name="T35" fmla="*/ 50 h 345"/>
                <a:gd name="T36" fmla="*/ 198 w 345"/>
                <a:gd name="T37" fmla="*/ 164 h 345"/>
                <a:gd name="T38" fmla="*/ 166 w 345"/>
                <a:gd name="T39" fmla="*/ 168 h 345"/>
                <a:gd name="T40" fmla="*/ 136 w 345"/>
                <a:gd name="T41" fmla="*/ 168 h 345"/>
                <a:gd name="T42" fmla="*/ 136 w 345"/>
                <a:gd name="T43" fmla="*/ 100 h 345"/>
                <a:gd name="T44" fmla="*/ 164 w 345"/>
                <a:gd name="T45" fmla="*/ 100 h 345"/>
                <a:gd name="T46" fmla="*/ 205 w 345"/>
                <a:gd name="T47" fmla="*/ 107 h 345"/>
                <a:gd name="T48" fmla="*/ 217 w 345"/>
                <a:gd name="T49" fmla="*/ 134 h 345"/>
                <a:gd name="T50" fmla="*/ 198 w 345"/>
                <a:gd name="T51" fmla="*/ 164 h 345"/>
                <a:gd name="T52" fmla="*/ 103 w 345"/>
                <a:gd name="T53" fmla="*/ 266 h 345"/>
                <a:gd name="T54" fmla="*/ 136 w 345"/>
                <a:gd name="T55" fmla="*/ 266 h 345"/>
                <a:gd name="T56" fmla="*/ 136 w 345"/>
                <a:gd name="T57" fmla="*/ 192 h 345"/>
                <a:gd name="T58" fmla="*/ 162 w 345"/>
                <a:gd name="T59" fmla="*/ 192 h 345"/>
                <a:gd name="T60" fmla="*/ 200 w 345"/>
                <a:gd name="T61" fmla="*/ 198 h 345"/>
                <a:gd name="T62" fmla="*/ 217 w 345"/>
                <a:gd name="T63" fmla="*/ 241 h 345"/>
                <a:gd name="T64" fmla="*/ 217 w 345"/>
                <a:gd name="T65" fmla="*/ 256 h 345"/>
                <a:gd name="T66" fmla="*/ 218 w 345"/>
                <a:gd name="T67" fmla="*/ 262 h 345"/>
                <a:gd name="T68" fmla="*/ 218 w 345"/>
                <a:gd name="T69" fmla="*/ 265 h 345"/>
                <a:gd name="T70" fmla="*/ 219 w 345"/>
                <a:gd name="T71" fmla="*/ 266 h 345"/>
                <a:gd name="T72" fmla="*/ 250 w 345"/>
                <a:gd name="T73" fmla="*/ 266 h 345"/>
                <a:gd name="T74" fmla="*/ 249 w 345"/>
                <a:gd name="T75" fmla="*/ 264 h 345"/>
                <a:gd name="T76" fmla="*/ 247 w 345"/>
                <a:gd name="T77" fmla="*/ 254 h 345"/>
                <a:gd name="T78" fmla="*/ 247 w 345"/>
                <a:gd name="T79" fmla="*/ 240 h 345"/>
                <a:gd name="T80" fmla="*/ 247 w 345"/>
                <a:gd name="T81" fmla="*/ 226 h 345"/>
                <a:gd name="T82" fmla="*/ 237 w 345"/>
                <a:gd name="T83" fmla="*/ 197 h 345"/>
                <a:gd name="T84" fmla="*/ 204 w 345"/>
                <a:gd name="T85" fmla="*/ 178 h 345"/>
                <a:gd name="T86" fmla="*/ 231 w 345"/>
                <a:gd name="T87" fmla="*/ 169 h 345"/>
                <a:gd name="T88" fmla="*/ 250 w 345"/>
                <a:gd name="T89" fmla="*/ 132 h 345"/>
                <a:gd name="T90" fmla="*/ 220 w 345"/>
                <a:gd name="T91" fmla="*/ 84 h 345"/>
                <a:gd name="T92" fmla="*/ 169 w 345"/>
                <a:gd name="T93" fmla="*/ 77 h 345"/>
                <a:gd name="T94" fmla="*/ 103 w 345"/>
                <a:gd name="T95" fmla="*/ 77 h 345"/>
                <a:gd name="T96" fmla="*/ 103 w 345"/>
                <a:gd name="T97" fmla="*/ 266 h 3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345" h="345">
                  <a:moveTo>
                    <a:pt x="277" y="68"/>
                  </a:moveTo>
                  <a:cubicBezTo>
                    <a:pt x="306" y="96"/>
                    <a:pt x="320" y="131"/>
                    <a:pt x="320" y="172"/>
                  </a:cubicBezTo>
                  <a:cubicBezTo>
                    <a:pt x="320" y="213"/>
                    <a:pt x="306" y="249"/>
                    <a:pt x="277" y="278"/>
                  </a:cubicBezTo>
                  <a:cubicBezTo>
                    <a:pt x="248" y="307"/>
                    <a:pt x="213" y="322"/>
                    <a:pt x="172" y="322"/>
                  </a:cubicBezTo>
                  <a:cubicBezTo>
                    <a:pt x="131" y="322"/>
                    <a:pt x="96" y="307"/>
                    <a:pt x="67" y="278"/>
                  </a:cubicBezTo>
                  <a:cubicBezTo>
                    <a:pt x="38" y="249"/>
                    <a:pt x="24" y="213"/>
                    <a:pt x="24" y="172"/>
                  </a:cubicBezTo>
                  <a:cubicBezTo>
                    <a:pt x="24" y="131"/>
                    <a:pt x="38" y="96"/>
                    <a:pt x="67" y="68"/>
                  </a:cubicBezTo>
                  <a:cubicBezTo>
                    <a:pt x="96" y="38"/>
                    <a:pt x="131" y="23"/>
                    <a:pt x="172" y="23"/>
                  </a:cubicBezTo>
                  <a:cubicBezTo>
                    <a:pt x="213" y="23"/>
                    <a:pt x="248" y="38"/>
                    <a:pt x="277" y="68"/>
                  </a:cubicBezTo>
                  <a:close/>
                  <a:moveTo>
                    <a:pt x="295" y="50"/>
                  </a:moveTo>
                  <a:cubicBezTo>
                    <a:pt x="261" y="17"/>
                    <a:pt x="220" y="0"/>
                    <a:pt x="172" y="0"/>
                  </a:cubicBezTo>
                  <a:cubicBezTo>
                    <a:pt x="125" y="0"/>
                    <a:pt x="84" y="17"/>
                    <a:pt x="51" y="50"/>
                  </a:cubicBezTo>
                  <a:cubicBezTo>
                    <a:pt x="17" y="84"/>
                    <a:pt x="0" y="125"/>
                    <a:pt x="0" y="172"/>
                  </a:cubicBezTo>
                  <a:cubicBezTo>
                    <a:pt x="0" y="220"/>
                    <a:pt x="17" y="261"/>
                    <a:pt x="50" y="295"/>
                  </a:cubicBezTo>
                  <a:cubicBezTo>
                    <a:pt x="83" y="329"/>
                    <a:pt x="124" y="345"/>
                    <a:pt x="172" y="345"/>
                  </a:cubicBezTo>
                  <a:cubicBezTo>
                    <a:pt x="220" y="345"/>
                    <a:pt x="261" y="329"/>
                    <a:pt x="295" y="295"/>
                  </a:cubicBezTo>
                  <a:cubicBezTo>
                    <a:pt x="328" y="261"/>
                    <a:pt x="345" y="220"/>
                    <a:pt x="345" y="172"/>
                  </a:cubicBezTo>
                  <a:cubicBezTo>
                    <a:pt x="345" y="124"/>
                    <a:pt x="328" y="84"/>
                    <a:pt x="295" y="50"/>
                  </a:cubicBezTo>
                  <a:close/>
                  <a:moveTo>
                    <a:pt x="198" y="164"/>
                  </a:moveTo>
                  <a:cubicBezTo>
                    <a:pt x="191" y="167"/>
                    <a:pt x="180" y="168"/>
                    <a:pt x="166" y="168"/>
                  </a:cubicBezTo>
                  <a:cubicBezTo>
                    <a:pt x="136" y="168"/>
                    <a:pt x="136" y="168"/>
                    <a:pt x="136" y="168"/>
                  </a:cubicBezTo>
                  <a:cubicBezTo>
                    <a:pt x="136" y="100"/>
                    <a:pt x="136" y="100"/>
                    <a:pt x="136" y="100"/>
                  </a:cubicBezTo>
                  <a:cubicBezTo>
                    <a:pt x="164" y="100"/>
                    <a:pt x="164" y="100"/>
                    <a:pt x="164" y="100"/>
                  </a:cubicBezTo>
                  <a:cubicBezTo>
                    <a:pt x="183" y="100"/>
                    <a:pt x="196" y="102"/>
                    <a:pt x="205" y="107"/>
                  </a:cubicBezTo>
                  <a:cubicBezTo>
                    <a:pt x="213" y="112"/>
                    <a:pt x="217" y="121"/>
                    <a:pt x="217" y="134"/>
                  </a:cubicBezTo>
                  <a:cubicBezTo>
                    <a:pt x="217" y="149"/>
                    <a:pt x="211" y="159"/>
                    <a:pt x="198" y="164"/>
                  </a:cubicBezTo>
                  <a:close/>
                  <a:moveTo>
                    <a:pt x="103" y="266"/>
                  </a:moveTo>
                  <a:cubicBezTo>
                    <a:pt x="136" y="266"/>
                    <a:pt x="136" y="266"/>
                    <a:pt x="136" y="266"/>
                  </a:cubicBezTo>
                  <a:cubicBezTo>
                    <a:pt x="136" y="192"/>
                    <a:pt x="136" y="192"/>
                    <a:pt x="136" y="192"/>
                  </a:cubicBezTo>
                  <a:cubicBezTo>
                    <a:pt x="162" y="192"/>
                    <a:pt x="162" y="192"/>
                    <a:pt x="162" y="192"/>
                  </a:cubicBezTo>
                  <a:cubicBezTo>
                    <a:pt x="180" y="192"/>
                    <a:pt x="192" y="193"/>
                    <a:pt x="200" y="198"/>
                  </a:cubicBezTo>
                  <a:cubicBezTo>
                    <a:pt x="211" y="205"/>
                    <a:pt x="217" y="219"/>
                    <a:pt x="217" y="241"/>
                  </a:cubicBezTo>
                  <a:cubicBezTo>
                    <a:pt x="217" y="256"/>
                    <a:pt x="217" y="256"/>
                    <a:pt x="217" y="256"/>
                  </a:cubicBezTo>
                  <a:cubicBezTo>
                    <a:pt x="218" y="262"/>
                    <a:pt x="218" y="262"/>
                    <a:pt x="218" y="262"/>
                  </a:cubicBezTo>
                  <a:cubicBezTo>
                    <a:pt x="218" y="263"/>
                    <a:pt x="218" y="264"/>
                    <a:pt x="218" y="265"/>
                  </a:cubicBezTo>
                  <a:cubicBezTo>
                    <a:pt x="219" y="265"/>
                    <a:pt x="219" y="266"/>
                    <a:pt x="219" y="266"/>
                  </a:cubicBezTo>
                  <a:cubicBezTo>
                    <a:pt x="250" y="266"/>
                    <a:pt x="250" y="266"/>
                    <a:pt x="250" y="266"/>
                  </a:cubicBezTo>
                  <a:cubicBezTo>
                    <a:pt x="249" y="264"/>
                    <a:pt x="249" y="264"/>
                    <a:pt x="249" y="264"/>
                  </a:cubicBezTo>
                  <a:cubicBezTo>
                    <a:pt x="248" y="263"/>
                    <a:pt x="248" y="259"/>
                    <a:pt x="247" y="254"/>
                  </a:cubicBezTo>
                  <a:cubicBezTo>
                    <a:pt x="247" y="249"/>
                    <a:pt x="247" y="244"/>
                    <a:pt x="247" y="240"/>
                  </a:cubicBezTo>
                  <a:cubicBezTo>
                    <a:pt x="247" y="226"/>
                    <a:pt x="247" y="226"/>
                    <a:pt x="247" y="226"/>
                  </a:cubicBezTo>
                  <a:cubicBezTo>
                    <a:pt x="247" y="217"/>
                    <a:pt x="244" y="207"/>
                    <a:pt x="237" y="197"/>
                  </a:cubicBezTo>
                  <a:cubicBezTo>
                    <a:pt x="230" y="187"/>
                    <a:pt x="219" y="181"/>
                    <a:pt x="204" y="178"/>
                  </a:cubicBezTo>
                  <a:cubicBezTo>
                    <a:pt x="216" y="176"/>
                    <a:pt x="225" y="173"/>
                    <a:pt x="231" y="169"/>
                  </a:cubicBezTo>
                  <a:cubicBezTo>
                    <a:pt x="244" y="161"/>
                    <a:pt x="250" y="148"/>
                    <a:pt x="250" y="132"/>
                  </a:cubicBezTo>
                  <a:cubicBezTo>
                    <a:pt x="250" y="108"/>
                    <a:pt x="240" y="92"/>
                    <a:pt x="220" y="84"/>
                  </a:cubicBezTo>
                  <a:cubicBezTo>
                    <a:pt x="210" y="79"/>
                    <a:pt x="192" y="77"/>
                    <a:pt x="169" y="77"/>
                  </a:cubicBezTo>
                  <a:cubicBezTo>
                    <a:pt x="103" y="77"/>
                    <a:pt x="103" y="77"/>
                    <a:pt x="103" y="77"/>
                  </a:cubicBezTo>
                  <a:lnTo>
                    <a:pt x="103" y="2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73737"/>
                </a:solidFill>
                <a:effectLst/>
                <a:uLnTx/>
                <a:uFillTx/>
                <a:latin typeface="Arial Narrow"/>
                <a:ea typeface="+mn-ea"/>
                <a:cs typeface="+mn-cs"/>
              </a:endParaRPr>
            </a:p>
          </p:txBody>
        </p:sp>
        <p:sp>
          <p:nvSpPr>
            <p:cNvPr id="15" name="Freeform 26">
              <a:extLst>
                <a:ext uri="{FF2B5EF4-FFF2-40B4-BE49-F238E27FC236}">
                  <a16:creationId xmlns:a16="http://schemas.microsoft.com/office/drawing/2014/main" id="{695CFDED-0DF1-47F8-8C6E-7EA22783195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266" y="0"/>
              <a:ext cx="733" cy="733"/>
            </a:xfrm>
            <a:custGeom>
              <a:avLst/>
              <a:gdLst>
                <a:gd name="T0" fmla="*/ 4176 w 4576"/>
                <a:gd name="T1" fmla="*/ 996 h 4576"/>
                <a:gd name="T2" fmla="*/ 4106 w 4576"/>
                <a:gd name="T3" fmla="*/ 1355 h 4576"/>
                <a:gd name="T4" fmla="*/ 2907 w 4576"/>
                <a:gd name="T5" fmla="*/ 1262 h 4576"/>
                <a:gd name="T6" fmla="*/ 2797 w 4576"/>
                <a:gd name="T7" fmla="*/ 1612 h 4576"/>
                <a:gd name="T8" fmla="*/ 4141 w 4576"/>
                <a:gd name="T9" fmla="*/ 2094 h 4576"/>
                <a:gd name="T10" fmla="*/ 4386 w 4576"/>
                <a:gd name="T11" fmla="*/ 2839 h 4576"/>
                <a:gd name="T12" fmla="*/ 3944 w 4576"/>
                <a:gd name="T13" fmla="*/ 3672 h 4576"/>
                <a:gd name="T14" fmla="*/ 3173 w 4576"/>
                <a:gd name="T15" fmla="*/ 3966 h 4576"/>
                <a:gd name="T16" fmla="*/ 2263 w 4576"/>
                <a:gd name="T17" fmla="*/ 3848 h 4576"/>
                <a:gd name="T18" fmla="*/ 2082 w 4576"/>
                <a:gd name="T19" fmla="*/ 3429 h 4576"/>
                <a:gd name="T20" fmla="*/ 2101 w 4576"/>
                <a:gd name="T21" fmla="*/ 3327 h 4576"/>
                <a:gd name="T22" fmla="*/ 2301 w 4576"/>
                <a:gd name="T23" fmla="*/ 3133 h 4576"/>
                <a:gd name="T24" fmla="*/ 2390 w 4576"/>
                <a:gd name="T25" fmla="*/ 3119 h 4576"/>
                <a:gd name="T26" fmla="*/ 2659 w 4576"/>
                <a:gd name="T27" fmla="*/ 3526 h 4576"/>
                <a:gd name="T28" fmla="*/ 3240 w 4576"/>
                <a:gd name="T29" fmla="*/ 3784 h 4576"/>
                <a:gd name="T30" fmla="*/ 3753 w 4576"/>
                <a:gd name="T31" fmla="*/ 3318 h 4576"/>
                <a:gd name="T32" fmla="*/ 2217 w 4576"/>
                <a:gd name="T33" fmla="*/ 2488 h 4576"/>
                <a:gd name="T34" fmla="*/ 2812 w 4576"/>
                <a:gd name="T35" fmla="*/ 701 h 4576"/>
                <a:gd name="T36" fmla="*/ 3564 w 4576"/>
                <a:gd name="T37" fmla="*/ 766 h 4576"/>
                <a:gd name="T38" fmla="*/ 4065 w 4576"/>
                <a:gd name="T39" fmla="*/ 848 h 4576"/>
                <a:gd name="T40" fmla="*/ 2288 w 4576"/>
                <a:gd name="T41" fmla="*/ 0 h 4576"/>
                <a:gd name="T42" fmla="*/ 0 w 4576"/>
                <a:gd name="T43" fmla="*/ 2288 h 4576"/>
                <a:gd name="T44" fmla="*/ 445 w 4576"/>
                <a:gd name="T45" fmla="*/ 3644 h 4576"/>
                <a:gd name="T46" fmla="*/ 616 w 4576"/>
                <a:gd name="T47" fmla="*/ 3581 h 4576"/>
                <a:gd name="T48" fmla="*/ 610 w 4576"/>
                <a:gd name="T49" fmla="*/ 3402 h 4576"/>
                <a:gd name="T50" fmla="*/ 565 w 4576"/>
                <a:gd name="T51" fmla="*/ 1982 h 4576"/>
                <a:gd name="T52" fmla="*/ 245 w 4576"/>
                <a:gd name="T53" fmla="*/ 1998 h 4576"/>
                <a:gd name="T54" fmla="*/ 261 w 4576"/>
                <a:gd name="T55" fmla="*/ 1735 h 4576"/>
                <a:gd name="T56" fmla="*/ 579 w 4576"/>
                <a:gd name="T57" fmla="*/ 1707 h 4576"/>
                <a:gd name="T58" fmla="*/ 596 w 4576"/>
                <a:gd name="T59" fmla="*/ 1479 h 4576"/>
                <a:gd name="T60" fmla="*/ 1542 w 4576"/>
                <a:gd name="T61" fmla="*/ 623 h 4576"/>
                <a:gd name="T62" fmla="*/ 1920 w 4576"/>
                <a:gd name="T63" fmla="*/ 561 h 4576"/>
                <a:gd name="T64" fmla="*/ 2018 w 4576"/>
                <a:gd name="T65" fmla="*/ 558 h 4576"/>
                <a:gd name="T66" fmla="*/ 2242 w 4576"/>
                <a:gd name="T67" fmla="*/ 603 h 4576"/>
                <a:gd name="T68" fmla="*/ 2508 w 4576"/>
                <a:gd name="T69" fmla="*/ 807 h 4576"/>
                <a:gd name="T70" fmla="*/ 2505 w 4576"/>
                <a:gd name="T71" fmla="*/ 873 h 4576"/>
                <a:gd name="T72" fmla="*/ 2379 w 4576"/>
                <a:gd name="T73" fmla="*/ 1020 h 4576"/>
                <a:gd name="T74" fmla="*/ 2278 w 4576"/>
                <a:gd name="T75" fmla="*/ 1033 h 4576"/>
                <a:gd name="T76" fmla="*/ 2065 w 4576"/>
                <a:gd name="T77" fmla="*/ 927 h 4576"/>
                <a:gd name="T78" fmla="*/ 1657 w 4576"/>
                <a:gd name="T79" fmla="*/ 818 h 4576"/>
                <a:gd name="T80" fmla="*/ 1466 w 4576"/>
                <a:gd name="T81" fmla="*/ 1048 h 4576"/>
                <a:gd name="T82" fmla="*/ 1438 w 4576"/>
                <a:gd name="T83" fmla="*/ 1664 h 4576"/>
                <a:gd name="T84" fmla="*/ 2218 w 4576"/>
                <a:gd name="T85" fmla="*/ 1651 h 4576"/>
                <a:gd name="T86" fmla="*/ 2218 w 4576"/>
                <a:gd name="T87" fmla="*/ 1831 h 4576"/>
                <a:gd name="T88" fmla="*/ 1959 w 4576"/>
                <a:gd name="T89" fmla="*/ 1950 h 4576"/>
                <a:gd name="T90" fmla="*/ 1431 w 4576"/>
                <a:gd name="T91" fmla="*/ 1957 h 4576"/>
                <a:gd name="T92" fmla="*/ 1454 w 4576"/>
                <a:gd name="T93" fmla="*/ 3469 h 4576"/>
                <a:gd name="T94" fmla="*/ 1482 w 4576"/>
                <a:gd name="T95" fmla="*/ 3663 h 4576"/>
                <a:gd name="T96" fmla="*/ 1961 w 4576"/>
                <a:gd name="T97" fmla="*/ 3789 h 4576"/>
                <a:gd name="T98" fmla="*/ 1965 w 4576"/>
                <a:gd name="T99" fmla="*/ 3947 h 4576"/>
                <a:gd name="T100" fmla="*/ 583 w 4576"/>
                <a:gd name="T101" fmla="*/ 3814 h 4576"/>
                <a:gd name="T102" fmla="*/ 2288 w 4576"/>
                <a:gd name="T103" fmla="*/ 4576 h 4576"/>
                <a:gd name="T104" fmla="*/ 4576 w 4576"/>
                <a:gd name="T105" fmla="*/ 2288 h 4576"/>
                <a:gd name="T106" fmla="*/ 4176 w 4576"/>
                <a:gd name="T107" fmla="*/ 996 h 457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4576" h="4576">
                  <a:moveTo>
                    <a:pt x="4176" y="996"/>
                  </a:moveTo>
                  <a:cubicBezTo>
                    <a:pt x="4148" y="1112"/>
                    <a:pt x="4134" y="1232"/>
                    <a:pt x="4106" y="1355"/>
                  </a:cubicBezTo>
                  <a:cubicBezTo>
                    <a:pt x="3763" y="1310"/>
                    <a:pt x="3360" y="1278"/>
                    <a:pt x="2907" y="1262"/>
                  </a:cubicBezTo>
                  <a:cubicBezTo>
                    <a:pt x="2871" y="1377"/>
                    <a:pt x="2836" y="1489"/>
                    <a:pt x="2797" y="1612"/>
                  </a:cubicBezTo>
                  <a:cubicBezTo>
                    <a:pt x="3555" y="1659"/>
                    <a:pt x="3923" y="1858"/>
                    <a:pt x="4141" y="2094"/>
                  </a:cubicBezTo>
                  <a:cubicBezTo>
                    <a:pt x="4354" y="2332"/>
                    <a:pt x="4399" y="2594"/>
                    <a:pt x="4386" y="2839"/>
                  </a:cubicBezTo>
                  <a:cubicBezTo>
                    <a:pt x="4359" y="3235"/>
                    <a:pt x="4184" y="3486"/>
                    <a:pt x="3944" y="3672"/>
                  </a:cubicBezTo>
                  <a:cubicBezTo>
                    <a:pt x="3702" y="3855"/>
                    <a:pt x="3408" y="3946"/>
                    <a:pt x="3173" y="3966"/>
                  </a:cubicBezTo>
                  <a:cubicBezTo>
                    <a:pt x="2826" y="3991"/>
                    <a:pt x="2362" y="3909"/>
                    <a:pt x="2263" y="3848"/>
                  </a:cubicBezTo>
                  <a:cubicBezTo>
                    <a:pt x="2204" y="3713"/>
                    <a:pt x="2145" y="3577"/>
                    <a:pt x="2082" y="3429"/>
                  </a:cubicBezTo>
                  <a:cubicBezTo>
                    <a:pt x="2067" y="3397"/>
                    <a:pt x="2057" y="3365"/>
                    <a:pt x="2101" y="3327"/>
                  </a:cubicBezTo>
                  <a:cubicBezTo>
                    <a:pt x="2168" y="3262"/>
                    <a:pt x="2233" y="3200"/>
                    <a:pt x="2301" y="3133"/>
                  </a:cubicBezTo>
                  <a:cubicBezTo>
                    <a:pt x="2332" y="3104"/>
                    <a:pt x="2365" y="3076"/>
                    <a:pt x="2390" y="3119"/>
                  </a:cubicBezTo>
                  <a:cubicBezTo>
                    <a:pt x="2484" y="3262"/>
                    <a:pt x="2571" y="3394"/>
                    <a:pt x="2659" y="3526"/>
                  </a:cubicBezTo>
                  <a:cubicBezTo>
                    <a:pt x="2758" y="3673"/>
                    <a:pt x="2910" y="3806"/>
                    <a:pt x="3240" y="3784"/>
                  </a:cubicBezTo>
                  <a:cubicBezTo>
                    <a:pt x="3519" y="3759"/>
                    <a:pt x="3730" y="3549"/>
                    <a:pt x="3753" y="3318"/>
                  </a:cubicBezTo>
                  <a:cubicBezTo>
                    <a:pt x="3777" y="2889"/>
                    <a:pt x="3344" y="2585"/>
                    <a:pt x="2217" y="2488"/>
                  </a:cubicBezTo>
                  <a:cubicBezTo>
                    <a:pt x="2433" y="1835"/>
                    <a:pt x="2644" y="1203"/>
                    <a:pt x="2812" y="701"/>
                  </a:cubicBezTo>
                  <a:cubicBezTo>
                    <a:pt x="3080" y="713"/>
                    <a:pt x="3328" y="735"/>
                    <a:pt x="3564" y="766"/>
                  </a:cubicBezTo>
                  <a:cubicBezTo>
                    <a:pt x="3740" y="788"/>
                    <a:pt x="3902" y="829"/>
                    <a:pt x="4065" y="848"/>
                  </a:cubicBezTo>
                  <a:cubicBezTo>
                    <a:pt x="3646" y="330"/>
                    <a:pt x="3006" y="0"/>
                    <a:pt x="2288" y="0"/>
                  </a:cubicBezTo>
                  <a:cubicBezTo>
                    <a:pt x="1024" y="0"/>
                    <a:pt x="0" y="1024"/>
                    <a:pt x="0" y="2288"/>
                  </a:cubicBezTo>
                  <a:cubicBezTo>
                    <a:pt x="0" y="2796"/>
                    <a:pt x="165" y="3264"/>
                    <a:pt x="445" y="3644"/>
                  </a:cubicBezTo>
                  <a:cubicBezTo>
                    <a:pt x="542" y="3645"/>
                    <a:pt x="609" y="3623"/>
                    <a:pt x="616" y="3581"/>
                  </a:cubicBezTo>
                  <a:cubicBezTo>
                    <a:pt x="625" y="3538"/>
                    <a:pt x="618" y="3470"/>
                    <a:pt x="610" y="3402"/>
                  </a:cubicBezTo>
                  <a:cubicBezTo>
                    <a:pt x="564" y="2953"/>
                    <a:pt x="548" y="2468"/>
                    <a:pt x="565" y="1982"/>
                  </a:cubicBezTo>
                  <a:cubicBezTo>
                    <a:pt x="449" y="1987"/>
                    <a:pt x="345" y="1992"/>
                    <a:pt x="245" y="1998"/>
                  </a:cubicBezTo>
                  <a:cubicBezTo>
                    <a:pt x="249" y="1908"/>
                    <a:pt x="254" y="1823"/>
                    <a:pt x="261" y="1735"/>
                  </a:cubicBezTo>
                  <a:cubicBezTo>
                    <a:pt x="360" y="1725"/>
                    <a:pt x="465" y="1717"/>
                    <a:pt x="579" y="1707"/>
                  </a:cubicBezTo>
                  <a:cubicBezTo>
                    <a:pt x="584" y="1630"/>
                    <a:pt x="590" y="1555"/>
                    <a:pt x="596" y="1479"/>
                  </a:cubicBezTo>
                  <a:cubicBezTo>
                    <a:pt x="648" y="1016"/>
                    <a:pt x="1136" y="732"/>
                    <a:pt x="1542" y="623"/>
                  </a:cubicBezTo>
                  <a:cubicBezTo>
                    <a:pt x="1723" y="579"/>
                    <a:pt x="1833" y="565"/>
                    <a:pt x="1920" y="561"/>
                  </a:cubicBezTo>
                  <a:cubicBezTo>
                    <a:pt x="1951" y="560"/>
                    <a:pt x="1985" y="558"/>
                    <a:pt x="2018" y="558"/>
                  </a:cubicBezTo>
                  <a:cubicBezTo>
                    <a:pt x="2102" y="558"/>
                    <a:pt x="2188" y="566"/>
                    <a:pt x="2242" y="603"/>
                  </a:cubicBezTo>
                  <a:cubicBezTo>
                    <a:pt x="2330" y="669"/>
                    <a:pt x="2416" y="734"/>
                    <a:pt x="2508" y="807"/>
                  </a:cubicBezTo>
                  <a:cubicBezTo>
                    <a:pt x="2518" y="819"/>
                    <a:pt x="2528" y="839"/>
                    <a:pt x="2505" y="873"/>
                  </a:cubicBezTo>
                  <a:cubicBezTo>
                    <a:pt x="2463" y="922"/>
                    <a:pt x="2422" y="969"/>
                    <a:pt x="2379" y="1020"/>
                  </a:cubicBezTo>
                  <a:cubicBezTo>
                    <a:pt x="2354" y="1050"/>
                    <a:pt x="2313" y="1042"/>
                    <a:pt x="2278" y="1033"/>
                  </a:cubicBezTo>
                  <a:cubicBezTo>
                    <a:pt x="2206" y="996"/>
                    <a:pt x="2136" y="962"/>
                    <a:pt x="2065" y="927"/>
                  </a:cubicBezTo>
                  <a:cubicBezTo>
                    <a:pt x="1937" y="870"/>
                    <a:pt x="1804" y="812"/>
                    <a:pt x="1657" y="818"/>
                  </a:cubicBezTo>
                  <a:cubicBezTo>
                    <a:pt x="1565" y="825"/>
                    <a:pt x="1475" y="919"/>
                    <a:pt x="1466" y="1048"/>
                  </a:cubicBezTo>
                  <a:cubicBezTo>
                    <a:pt x="1453" y="1244"/>
                    <a:pt x="1445" y="1446"/>
                    <a:pt x="1438" y="1664"/>
                  </a:cubicBezTo>
                  <a:cubicBezTo>
                    <a:pt x="1694" y="1656"/>
                    <a:pt x="1949" y="1652"/>
                    <a:pt x="2218" y="1651"/>
                  </a:cubicBezTo>
                  <a:cubicBezTo>
                    <a:pt x="2218" y="1712"/>
                    <a:pt x="2218" y="1768"/>
                    <a:pt x="2218" y="1831"/>
                  </a:cubicBezTo>
                  <a:cubicBezTo>
                    <a:pt x="2130" y="1870"/>
                    <a:pt x="2047" y="1910"/>
                    <a:pt x="1959" y="1950"/>
                  </a:cubicBezTo>
                  <a:cubicBezTo>
                    <a:pt x="1778" y="1952"/>
                    <a:pt x="1605" y="1954"/>
                    <a:pt x="1431" y="1957"/>
                  </a:cubicBezTo>
                  <a:cubicBezTo>
                    <a:pt x="1423" y="2475"/>
                    <a:pt x="1430" y="2992"/>
                    <a:pt x="1454" y="3469"/>
                  </a:cubicBezTo>
                  <a:cubicBezTo>
                    <a:pt x="1458" y="3541"/>
                    <a:pt x="1462" y="3614"/>
                    <a:pt x="1482" y="3663"/>
                  </a:cubicBezTo>
                  <a:cubicBezTo>
                    <a:pt x="1507" y="3725"/>
                    <a:pt x="1650" y="3772"/>
                    <a:pt x="1961" y="3789"/>
                  </a:cubicBezTo>
                  <a:cubicBezTo>
                    <a:pt x="1962" y="3844"/>
                    <a:pt x="1964" y="3895"/>
                    <a:pt x="1965" y="3947"/>
                  </a:cubicBezTo>
                  <a:cubicBezTo>
                    <a:pt x="1459" y="3932"/>
                    <a:pt x="973" y="3884"/>
                    <a:pt x="583" y="3814"/>
                  </a:cubicBezTo>
                  <a:cubicBezTo>
                    <a:pt x="1002" y="4282"/>
                    <a:pt x="1611" y="4576"/>
                    <a:pt x="2288" y="4576"/>
                  </a:cubicBezTo>
                  <a:cubicBezTo>
                    <a:pt x="3552" y="4576"/>
                    <a:pt x="4576" y="3552"/>
                    <a:pt x="4576" y="2288"/>
                  </a:cubicBezTo>
                  <a:cubicBezTo>
                    <a:pt x="4576" y="1809"/>
                    <a:pt x="4428" y="1364"/>
                    <a:pt x="4176" y="99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73737"/>
                </a:solidFill>
                <a:effectLst/>
                <a:uLnTx/>
                <a:uFillTx/>
                <a:latin typeface="Arial Narrow"/>
                <a:ea typeface="+mn-ea"/>
                <a:cs typeface="+mn-cs"/>
              </a:endParaRPr>
            </a:p>
          </p:txBody>
        </p:sp>
        <p:sp>
          <p:nvSpPr>
            <p:cNvPr id="16" name="Freeform 27">
              <a:extLst>
                <a:ext uri="{FF2B5EF4-FFF2-40B4-BE49-F238E27FC236}">
                  <a16:creationId xmlns:a16="http://schemas.microsoft.com/office/drawing/2014/main" id="{12B3B080-DD61-4C84-B31B-15398FE21F4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360" y="611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73737"/>
                </a:solidFill>
                <a:effectLst/>
                <a:uLnTx/>
                <a:uFillTx/>
                <a:latin typeface="Arial Narrow"/>
                <a:ea typeface="+mn-ea"/>
                <a:cs typeface="+mn-cs"/>
              </a:endParaRPr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9B5040EC-0EE6-4E5D-A5D9-618910B33D16}"/>
              </a:ext>
            </a:extLst>
          </p:cNvPr>
          <p:cNvSpPr txBox="1"/>
          <p:nvPr userDrawn="1"/>
        </p:nvSpPr>
        <p:spPr>
          <a:xfrm>
            <a:off x="681343" y="6501327"/>
            <a:ext cx="730016" cy="9810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r>
              <a:rPr lang="en-US" sz="750" kern="100" cap="all" spc="10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</a:t>
            </a:r>
            <a:r>
              <a:rPr lang="en-US" sz="750" kern="100" cap="all" spc="2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2025 F5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E219815-3AF8-40BA-A825-ECB2B3C0CB15}"/>
              </a:ext>
            </a:extLst>
          </p:cNvPr>
          <p:cNvSpPr txBox="1"/>
          <p:nvPr userDrawn="1"/>
        </p:nvSpPr>
        <p:spPr>
          <a:xfrm>
            <a:off x="6805" y="6501327"/>
            <a:ext cx="567398" cy="9810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 algn="r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  <a:buFont typeface="Arial" panose="020B0604020202020204" pitchFamily="34" charset="0"/>
              <a:buChar char="​"/>
            </a:pPr>
            <a:fld id="{CB0320B6-2A61-43CE-9396-B5C4FB4B7D43}" type="slidenum">
              <a:rPr lang="en-US" sz="750" b="1" kern="100" cap="all" spc="5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marL="0" lvl="4" algn="r">
                <a:lnSpc>
                  <a:spcPct val="85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5"/>
                </a:buClr>
                <a:buFont typeface="Arial" panose="020B0604020202020204" pitchFamily="34" charset="0"/>
                <a:buChar char="​"/>
              </a:pPr>
              <a:t>‹#›</a:t>
            </a:fld>
            <a:endParaRPr lang="en-US" sz="750" b="1" kern="100" cap="all" spc="5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Footer Placeholder 10">
            <a:extLst>
              <a:ext uri="{FF2B5EF4-FFF2-40B4-BE49-F238E27FC236}">
                <a16:creationId xmlns:a16="http://schemas.microsoft.com/office/drawing/2014/main" id="{C1156D6D-110F-4A8F-9FA1-B39441F886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>
                <a:solidFill>
                  <a:schemeClr val="bg1"/>
                </a:solidFill>
              </a:defRPr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C222A1C-2FBE-F3B7-99D0-A9A694CA656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9448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BCDDB9C-3A3C-A121-28DF-0E80BEBDF250}"/>
              </a:ext>
            </a:extLst>
          </p:cNvPr>
          <p:cNvSpPr txBox="1"/>
          <p:nvPr userDrawn="1"/>
        </p:nvSpPr>
        <p:spPr>
          <a:xfrm>
            <a:off x="13920953" y="10706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/>
              <a:t>Primary palette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E9AABCC9-717F-5D61-DA49-7423136CD63C}"/>
              </a:ext>
            </a:extLst>
          </p:cNvPr>
          <p:cNvSpPr/>
          <p:nvPr userDrawn="1"/>
        </p:nvSpPr>
        <p:spPr>
          <a:xfrm>
            <a:off x="13959929" y="377353"/>
            <a:ext cx="618392" cy="618392"/>
          </a:xfrm>
          <a:prstGeom prst="ellipse">
            <a:avLst/>
          </a:prstGeom>
          <a:solidFill>
            <a:srgbClr val="E400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E12AC614-EAB7-097E-CB8F-C33E1D8A001D}"/>
              </a:ext>
            </a:extLst>
          </p:cNvPr>
          <p:cNvSpPr/>
          <p:nvPr userDrawn="1"/>
        </p:nvSpPr>
        <p:spPr>
          <a:xfrm>
            <a:off x="15084675" y="517318"/>
            <a:ext cx="338462" cy="338462"/>
          </a:xfrm>
          <a:prstGeom prst="ellipse">
            <a:avLst/>
          </a:prstGeom>
          <a:solidFill>
            <a:srgbClr val="F7B2B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B81497A-2140-566E-5E7C-CC3865157250}"/>
              </a:ext>
            </a:extLst>
          </p:cNvPr>
          <p:cNvSpPr/>
          <p:nvPr userDrawn="1"/>
        </p:nvSpPr>
        <p:spPr>
          <a:xfrm>
            <a:off x="15584292" y="517318"/>
            <a:ext cx="338462" cy="338462"/>
          </a:xfrm>
          <a:prstGeom prst="ellipse">
            <a:avLst/>
          </a:prstGeom>
          <a:solidFill>
            <a:srgbClr val="F066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EE6460C9-93C2-7987-8CA2-705EB7F0EE83}"/>
              </a:ext>
            </a:extLst>
          </p:cNvPr>
          <p:cNvSpPr/>
          <p:nvPr userDrawn="1"/>
        </p:nvSpPr>
        <p:spPr>
          <a:xfrm>
            <a:off x="16083909" y="517318"/>
            <a:ext cx="338462" cy="338462"/>
          </a:xfrm>
          <a:prstGeom prst="ellipse">
            <a:avLst/>
          </a:prstGeom>
          <a:solidFill>
            <a:srgbClr val="A7002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886BAA7A-8699-0409-C314-E0B976D11738}"/>
              </a:ext>
            </a:extLst>
          </p:cNvPr>
          <p:cNvSpPr/>
          <p:nvPr userDrawn="1"/>
        </p:nvSpPr>
        <p:spPr>
          <a:xfrm>
            <a:off x="16583525" y="517318"/>
            <a:ext cx="338462" cy="338462"/>
          </a:xfrm>
          <a:prstGeom prst="ellipse">
            <a:avLst/>
          </a:prstGeom>
          <a:solidFill>
            <a:srgbClr val="72001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E5C9AFD-A05B-94F6-75B2-34EDC91B8103}"/>
              </a:ext>
            </a:extLst>
          </p:cNvPr>
          <p:cNvSpPr txBox="1"/>
          <p:nvPr userDrawn="1"/>
        </p:nvSpPr>
        <p:spPr>
          <a:xfrm>
            <a:off x="15053447" y="10706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/>
              <a:t>Secondary palette</a:t>
            </a:r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7F6E3E00-7090-2278-5187-4BD7F5342686}"/>
              </a:ext>
            </a:extLst>
          </p:cNvPr>
          <p:cNvSpPr/>
          <p:nvPr userDrawn="1"/>
        </p:nvSpPr>
        <p:spPr>
          <a:xfrm>
            <a:off x="13959929" y="1097294"/>
            <a:ext cx="618392" cy="618392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756511E1-24AE-EEEF-B304-74D34537EC5F}"/>
              </a:ext>
            </a:extLst>
          </p:cNvPr>
          <p:cNvSpPr/>
          <p:nvPr userDrawn="1"/>
        </p:nvSpPr>
        <p:spPr>
          <a:xfrm>
            <a:off x="15084675" y="1237259"/>
            <a:ext cx="338462" cy="338462"/>
          </a:xfrm>
          <a:prstGeom prst="ellipse">
            <a:avLst/>
          </a:prstGeom>
          <a:solidFill>
            <a:srgbClr val="FBE1C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AC7506DE-8C4E-8498-FCF8-055285D80DBF}"/>
              </a:ext>
            </a:extLst>
          </p:cNvPr>
          <p:cNvSpPr/>
          <p:nvPr userDrawn="1"/>
        </p:nvSpPr>
        <p:spPr>
          <a:xfrm>
            <a:off x="15584292" y="1237259"/>
            <a:ext cx="338462" cy="338462"/>
          </a:xfrm>
          <a:prstGeom prst="ellipse">
            <a:avLst/>
          </a:prstGeom>
          <a:solidFill>
            <a:srgbClr val="F7C2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C1A80759-F1E7-D400-8603-54571F5373C3}"/>
              </a:ext>
            </a:extLst>
          </p:cNvPr>
          <p:cNvSpPr/>
          <p:nvPr userDrawn="1"/>
        </p:nvSpPr>
        <p:spPr>
          <a:xfrm>
            <a:off x="16083909" y="1237259"/>
            <a:ext cx="338462" cy="338462"/>
          </a:xfrm>
          <a:prstGeom prst="ellipse">
            <a:avLst/>
          </a:prstGeom>
          <a:solidFill>
            <a:srgbClr val="B2742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17D18C9E-961C-46D5-8C81-5CE96386C1EF}"/>
              </a:ext>
            </a:extLst>
          </p:cNvPr>
          <p:cNvSpPr/>
          <p:nvPr userDrawn="1"/>
        </p:nvSpPr>
        <p:spPr>
          <a:xfrm>
            <a:off x="16583525" y="1237259"/>
            <a:ext cx="338462" cy="338462"/>
          </a:xfrm>
          <a:prstGeom prst="ellipse">
            <a:avLst/>
          </a:prstGeom>
          <a:solidFill>
            <a:srgbClr val="794D1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80F8224B-A44C-8170-1611-7284B3A3DD39}"/>
              </a:ext>
            </a:extLst>
          </p:cNvPr>
          <p:cNvSpPr/>
          <p:nvPr userDrawn="1"/>
        </p:nvSpPr>
        <p:spPr>
          <a:xfrm>
            <a:off x="13959929" y="1817235"/>
            <a:ext cx="618392" cy="6183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50051549-9457-69D0-545A-82C972DCBFFA}"/>
              </a:ext>
            </a:extLst>
          </p:cNvPr>
          <p:cNvSpPr/>
          <p:nvPr userDrawn="1"/>
        </p:nvSpPr>
        <p:spPr>
          <a:xfrm>
            <a:off x="15084675" y="1957200"/>
            <a:ext cx="338462" cy="338462"/>
          </a:xfrm>
          <a:prstGeom prst="ellipse">
            <a:avLst/>
          </a:prstGeom>
          <a:solidFill>
            <a:srgbClr val="B7C6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508297D3-1807-48FC-B2A3-847E1A188616}"/>
              </a:ext>
            </a:extLst>
          </p:cNvPr>
          <p:cNvSpPr/>
          <p:nvPr userDrawn="1"/>
        </p:nvSpPr>
        <p:spPr>
          <a:xfrm>
            <a:off x="15584292" y="1957200"/>
            <a:ext cx="338462" cy="338462"/>
          </a:xfrm>
          <a:prstGeom prst="ellipse">
            <a:avLst/>
          </a:prstGeom>
          <a:solidFill>
            <a:srgbClr val="6E8D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9D27B2D5-CAD9-C34D-1327-A7C2803771A0}"/>
              </a:ext>
            </a:extLst>
          </p:cNvPr>
          <p:cNvSpPr/>
          <p:nvPr userDrawn="1"/>
        </p:nvSpPr>
        <p:spPr>
          <a:xfrm>
            <a:off x="16083909" y="1957200"/>
            <a:ext cx="338462" cy="338462"/>
          </a:xfrm>
          <a:prstGeom prst="ellipse">
            <a:avLst/>
          </a:prstGeom>
          <a:solidFill>
            <a:srgbClr val="0B31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0C1F0CCC-2AEB-48E1-CEE6-742C7FBD25E2}"/>
              </a:ext>
            </a:extLst>
          </p:cNvPr>
          <p:cNvSpPr/>
          <p:nvPr userDrawn="1"/>
        </p:nvSpPr>
        <p:spPr>
          <a:xfrm>
            <a:off x="16583525" y="1957200"/>
            <a:ext cx="338462" cy="338462"/>
          </a:xfrm>
          <a:prstGeom prst="ellipse">
            <a:avLst/>
          </a:prstGeom>
          <a:solidFill>
            <a:srgbClr val="07215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A07C57D3-89CD-97B5-3FED-F77D5259F23C}"/>
              </a:ext>
            </a:extLst>
          </p:cNvPr>
          <p:cNvSpPr/>
          <p:nvPr userDrawn="1"/>
        </p:nvSpPr>
        <p:spPr>
          <a:xfrm>
            <a:off x="13959929" y="2537176"/>
            <a:ext cx="618392" cy="618392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3CC11B68-DE0D-DDDE-F43F-95B4F0EE9559}"/>
              </a:ext>
            </a:extLst>
          </p:cNvPr>
          <p:cNvSpPr/>
          <p:nvPr userDrawn="1"/>
        </p:nvSpPr>
        <p:spPr>
          <a:xfrm>
            <a:off x="15084675" y="2677141"/>
            <a:ext cx="338462" cy="338462"/>
          </a:xfrm>
          <a:prstGeom prst="ellipse">
            <a:avLst/>
          </a:prstGeom>
          <a:solidFill>
            <a:srgbClr val="E6BE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3E7B454B-8293-147A-A3DF-D03F2C6554CD}"/>
              </a:ext>
            </a:extLst>
          </p:cNvPr>
          <p:cNvSpPr/>
          <p:nvPr userDrawn="1"/>
        </p:nvSpPr>
        <p:spPr>
          <a:xfrm>
            <a:off x="15584292" y="2677141"/>
            <a:ext cx="338462" cy="338462"/>
          </a:xfrm>
          <a:prstGeom prst="ellipse">
            <a:avLst/>
          </a:prstGeom>
          <a:solidFill>
            <a:srgbClr val="CD7DB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EA57FEEA-5858-4850-2877-02CC31B3A992}"/>
              </a:ext>
            </a:extLst>
          </p:cNvPr>
          <p:cNvSpPr/>
          <p:nvPr userDrawn="1"/>
        </p:nvSpPr>
        <p:spPr>
          <a:xfrm>
            <a:off x="16083909" y="2677141"/>
            <a:ext cx="338462" cy="338462"/>
          </a:xfrm>
          <a:prstGeom prst="ellipse">
            <a:avLst/>
          </a:prstGeom>
          <a:solidFill>
            <a:srgbClr val="801D6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391353E4-72E3-E577-B43F-E10ADD56190A}"/>
              </a:ext>
            </a:extLst>
          </p:cNvPr>
          <p:cNvSpPr/>
          <p:nvPr userDrawn="1"/>
        </p:nvSpPr>
        <p:spPr>
          <a:xfrm>
            <a:off x="16583525" y="2677141"/>
            <a:ext cx="338462" cy="338462"/>
          </a:xfrm>
          <a:prstGeom prst="ellipse">
            <a:avLst/>
          </a:prstGeom>
          <a:solidFill>
            <a:srgbClr val="5614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D22AEF9D-B151-A673-89FB-82EEB43CEFEA}"/>
              </a:ext>
            </a:extLst>
          </p:cNvPr>
          <p:cNvSpPr/>
          <p:nvPr userDrawn="1"/>
        </p:nvSpPr>
        <p:spPr>
          <a:xfrm>
            <a:off x="13959929" y="3257117"/>
            <a:ext cx="618392" cy="61839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A3E94FDA-CF44-CDC4-90F8-F9D0FC453C94}"/>
              </a:ext>
            </a:extLst>
          </p:cNvPr>
          <p:cNvSpPr/>
          <p:nvPr userDrawn="1"/>
        </p:nvSpPr>
        <p:spPr>
          <a:xfrm>
            <a:off x="15084675" y="3397082"/>
            <a:ext cx="338462" cy="338462"/>
          </a:xfrm>
          <a:prstGeom prst="ellipse">
            <a:avLst/>
          </a:prstGeom>
          <a:solidFill>
            <a:srgbClr val="B2DFC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5" name="Oval 84">
            <a:extLst>
              <a:ext uri="{FF2B5EF4-FFF2-40B4-BE49-F238E27FC236}">
                <a16:creationId xmlns:a16="http://schemas.microsoft.com/office/drawing/2014/main" id="{CDA6B1CF-DB74-0612-393F-D78E13329D23}"/>
              </a:ext>
            </a:extLst>
          </p:cNvPr>
          <p:cNvSpPr/>
          <p:nvPr userDrawn="1"/>
        </p:nvSpPr>
        <p:spPr>
          <a:xfrm>
            <a:off x="15584292" y="3397082"/>
            <a:ext cx="338462" cy="338462"/>
          </a:xfrm>
          <a:prstGeom prst="ellipse">
            <a:avLst/>
          </a:prstGeom>
          <a:solidFill>
            <a:srgbClr val="66C0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C4A058D1-B4EF-691A-40F4-AE409AC7C53B}"/>
              </a:ext>
            </a:extLst>
          </p:cNvPr>
          <p:cNvSpPr/>
          <p:nvPr userDrawn="1"/>
        </p:nvSpPr>
        <p:spPr>
          <a:xfrm>
            <a:off x="16083909" y="3397082"/>
            <a:ext cx="338462" cy="338462"/>
          </a:xfrm>
          <a:prstGeom prst="ellipse">
            <a:avLst/>
          </a:prstGeom>
          <a:solidFill>
            <a:srgbClr val="0071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07BEB0ED-173E-C137-4798-BC9AEC737C09}"/>
              </a:ext>
            </a:extLst>
          </p:cNvPr>
          <p:cNvSpPr/>
          <p:nvPr userDrawn="1"/>
        </p:nvSpPr>
        <p:spPr>
          <a:xfrm>
            <a:off x="16583525" y="3397082"/>
            <a:ext cx="338462" cy="338462"/>
          </a:xfrm>
          <a:prstGeom prst="ellipse">
            <a:avLst/>
          </a:prstGeom>
          <a:solidFill>
            <a:srgbClr val="004B1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B3962D44-9292-9EBE-7A8B-8BE28E3AEDAC}"/>
              </a:ext>
            </a:extLst>
          </p:cNvPr>
          <p:cNvSpPr/>
          <p:nvPr userDrawn="1"/>
        </p:nvSpPr>
        <p:spPr>
          <a:xfrm>
            <a:off x="13959929" y="3977058"/>
            <a:ext cx="618392" cy="6183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EFD95232-FF19-92C0-85BA-411A82979E00}"/>
              </a:ext>
            </a:extLst>
          </p:cNvPr>
          <p:cNvSpPr/>
          <p:nvPr userDrawn="1"/>
        </p:nvSpPr>
        <p:spPr>
          <a:xfrm>
            <a:off x="15084675" y="4117023"/>
            <a:ext cx="338462" cy="338462"/>
          </a:xfrm>
          <a:prstGeom prst="ellipse">
            <a:avLst/>
          </a:prstGeom>
          <a:solidFill>
            <a:srgbClr val="D0BC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6B76F407-3593-C7FF-5A03-15BA2CB3DD6C}"/>
              </a:ext>
            </a:extLst>
          </p:cNvPr>
          <p:cNvSpPr/>
          <p:nvPr userDrawn="1"/>
        </p:nvSpPr>
        <p:spPr>
          <a:xfrm>
            <a:off x="15584292" y="4117023"/>
            <a:ext cx="338462" cy="338462"/>
          </a:xfrm>
          <a:prstGeom prst="ellipse">
            <a:avLst/>
          </a:prstGeom>
          <a:solidFill>
            <a:srgbClr val="A17AB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6EE46275-93D0-BF0D-BC5B-4DDD8693F207}"/>
              </a:ext>
            </a:extLst>
          </p:cNvPr>
          <p:cNvSpPr/>
          <p:nvPr userDrawn="1"/>
        </p:nvSpPr>
        <p:spPr>
          <a:xfrm>
            <a:off x="16083909" y="4117023"/>
            <a:ext cx="338462" cy="338462"/>
          </a:xfrm>
          <a:prstGeom prst="ellipse">
            <a:avLst/>
          </a:prstGeom>
          <a:solidFill>
            <a:srgbClr val="3813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7A343328-79EA-3BC7-82E9-F166AC9083EB}"/>
              </a:ext>
            </a:extLst>
          </p:cNvPr>
          <p:cNvSpPr/>
          <p:nvPr userDrawn="1"/>
        </p:nvSpPr>
        <p:spPr>
          <a:xfrm>
            <a:off x="16583525" y="4117023"/>
            <a:ext cx="338462" cy="338462"/>
          </a:xfrm>
          <a:prstGeom prst="ellipse">
            <a:avLst/>
          </a:prstGeom>
          <a:solidFill>
            <a:srgbClr val="250D3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47FF2DA2-AF48-8E56-2383-157AA4B6723E}"/>
              </a:ext>
            </a:extLst>
          </p:cNvPr>
          <p:cNvSpPr/>
          <p:nvPr userDrawn="1"/>
        </p:nvSpPr>
        <p:spPr>
          <a:xfrm>
            <a:off x="13959929" y="4652930"/>
            <a:ext cx="618392" cy="618392"/>
          </a:xfrm>
          <a:prstGeom prst="ellipse">
            <a:avLst/>
          </a:prstGeom>
          <a:solidFill>
            <a:srgbClr val="007B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B632E43C-8BD1-BB60-3E00-B4B62E472D63}"/>
              </a:ext>
            </a:extLst>
          </p:cNvPr>
          <p:cNvSpPr/>
          <p:nvPr userDrawn="1"/>
        </p:nvSpPr>
        <p:spPr>
          <a:xfrm>
            <a:off x="15084675" y="4836963"/>
            <a:ext cx="338462" cy="338462"/>
          </a:xfrm>
          <a:prstGeom prst="ellipse">
            <a:avLst/>
          </a:prstGeom>
          <a:solidFill>
            <a:srgbClr val="B2D7E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C67F0214-55D8-2B12-3D02-80F03559E099}"/>
              </a:ext>
            </a:extLst>
          </p:cNvPr>
          <p:cNvSpPr/>
          <p:nvPr userDrawn="1"/>
        </p:nvSpPr>
        <p:spPr>
          <a:xfrm>
            <a:off x="15584292" y="4836963"/>
            <a:ext cx="338462" cy="338462"/>
          </a:xfrm>
          <a:prstGeom prst="ellipse">
            <a:avLst/>
          </a:prstGeom>
          <a:solidFill>
            <a:srgbClr val="66AF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6" name="Oval 95">
            <a:extLst>
              <a:ext uri="{FF2B5EF4-FFF2-40B4-BE49-F238E27FC236}">
                <a16:creationId xmlns:a16="http://schemas.microsoft.com/office/drawing/2014/main" id="{573D4F3C-0C8A-B0DA-C7B7-BB04F9718C0F}"/>
              </a:ext>
            </a:extLst>
          </p:cNvPr>
          <p:cNvSpPr/>
          <p:nvPr userDrawn="1"/>
        </p:nvSpPr>
        <p:spPr>
          <a:xfrm>
            <a:off x="16083909" y="4836963"/>
            <a:ext cx="338462" cy="338462"/>
          </a:xfrm>
          <a:prstGeom prst="ellipse">
            <a:avLst/>
          </a:prstGeom>
          <a:solidFill>
            <a:srgbClr val="005C8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5BF99355-0677-0AF8-13B3-8C4CC836CEE7}"/>
              </a:ext>
            </a:extLst>
          </p:cNvPr>
          <p:cNvSpPr/>
          <p:nvPr userDrawn="1"/>
        </p:nvSpPr>
        <p:spPr>
          <a:xfrm>
            <a:off x="16583525" y="4836963"/>
            <a:ext cx="338462" cy="338462"/>
          </a:xfrm>
          <a:prstGeom prst="ellipse">
            <a:avLst/>
          </a:prstGeom>
          <a:solidFill>
            <a:srgbClr val="003D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EE2FB320-6965-B674-1B91-4024C2D077E4}"/>
              </a:ext>
            </a:extLst>
          </p:cNvPr>
          <p:cNvSpPr txBox="1"/>
          <p:nvPr userDrawn="1"/>
        </p:nvSpPr>
        <p:spPr>
          <a:xfrm>
            <a:off x="13920953" y="570792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/>
              <a:t>Product Group Colors</a:t>
            </a:r>
          </a:p>
        </p:txBody>
      </p: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EE5EFBB2-9142-B060-9377-DD0817065E30}"/>
              </a:ext>
            </a:extLst>
          </p:cNvPr>
          <p:cNvCxnSpPr>
            <a:cxnSpLocks/>
          </p:cNvCxnSpPr>
          <p:nvPr userDrawn="1"/>
        </p:nvCxnSpPr>
        <p:spPr>
          <a:xfrm>
            <a:off x="13920953" y="5583284"/>
            <a:ext cx="3109779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CB7489D7-C773-87BE-8F7B-ABD63FA766E9}"/>
              </a:ext>
            </a:extLst>
          </p:cNvPr>
          <p:cNvCxnSpPr>
            <a:cxnSpLocks/>
          </p:cNvCxnSpPr>
          <p:nvPr userDrawn="1"/>
        </p:nvCxnSpPr>
        <p:spPr>
          <a:xfrm>
            <a:off x="13920953" y="0"/>
            <a:ext cx="907751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CB9883B7-BBC6-8D9C-F000-F7CF64285962}"/>
              </a:ext>
            </a:extLst>
          </p:cNvPr>
          <p:cNvCxnSpPr>
            <a:cxnSpLocks/>
          </p:cNvCxnSpPr>
          <p:nvPr userDrawn="1"/>
        </p:nvCxnSpPr>
        <p:spPr>
          <a:xfrm>
            <a:off x="15040681" y="0"/>
            <a:ext cx="1963661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Rectangle 101">
            <a:extLst>
              <a:ext uri="{FF2B5EF4-FFF2-40B4-BE49-F238E27FC236}">
                <a16:creationId xmlns:a16="http://schemas.microsoft.com/office/drawing/2014/main" id="{EB435B66-5CB0-E3E9-844C-4FA6BB8A469B}"/>
              </a:ext>
            </a:extLst>
          </p:cNvPr>
          <p:cNvSpPr/>
          <p:nvPr userDrawn="1"/>
        </p:nvSpPr>
        <p:spPr>
          <a:xfrm>
            <a:off x="14716831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>
                <a:solidFill>
                  <a:schemeClr val="tx1"/>
                </a:solidFill>
                <a:latin typeface="+mn-lt"/>
              </a:rPr>
              <a:t>BIG-IP Next</a:t>
            </a:r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CD2D6C6F-5BB0-02BE-7E60-7A4C93344354}"/>
              </a:ext>
            </a:extLst>
          </p:cNvPr>
          <p:cNvSpPr/>
          <p:nvPr userDrawn="1"/>
        </p:nvSpPr>
        <p:spPr>
          <a:xfrm>
            <a:off x="14804987" y="6024739"/>
            <a:ext cx="338462" cy="338462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995CA7C8-43C8-9177-771A-2B331007DBDB}"/>
              </a:ext>
            </a:extLst>
          </p:cNvPr>
          <p:cNvSpPr/>
          <p:nvPr userDrawn="1"/>
        </p:nvSpPr>
        <p:spPr>
          <a:xfrm>
            <a:off x="13843869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>
                <a:solidFill>
                  <a:schemeClr val="tx1"/>
                </a:solidFill>
                <a:latin typeface="+mn-lt"/>
              </a:rPr>
              <a:t>Distributed Cloud</a:t>
            </a: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F54435AC-B557-E619-7AF9-1EF67D22890F}"/>
              </a:ext>
            </a:extLst>
          </p:cNvPr>
          <p:cNvSpPr/>
          <p:nvPr userDrawn="1"/>
        </p:nvSpPr>
        <p:spPr>
          <a:xfrm>
            <a:off x="15568415" y="6388493"/>
            <a:ext cx="91440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000" kern="100">
                <a:solidFill>
                  <a:schemeClr val="tx1"/>
                </a:solidFill>
                <a:latin typeface="+mn-lt"/>
              </a:rPr>
              <a:t>BIG-IP</a:t>
            </a:r>
          </a:p>
        </p:txBody>
      </p:sp>
      <p:sp>
        <p:nvSpPr>
          <p:cNvPr id="106" name="Oval 105">
            <a:extLst>
              <a:ext uri="{FF2B5EF4-FFF2-40B4-BE49-F238E27FC236}">
                <a16:creationId xmlns:a16="http://schemas.microsoft.com/office/drawing/2014/main" id="{70F0F76B-E369-1F78-FB03-015C7C2A6AC2}"/>
              </a:ext>
            </a:extLst>
          </p:cNvPr>
          <p:cNvSpPr/>
          <p:nvPr userDrawn="1"/>
        </p:nvSpPr>
        <p:spPr>
          <a:xfrm>
            <a:off x="13916887" y="6024739"/>
            <a:ext cx="338462" cy="33846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107" name="Oval 106">
            <a:extLst>
              <a:ext uri="{FF2B5EF4-FFF2-40B4-BE49-F238E27FC236}">
                <a16:creationId xmlns:a16="http://schemas.microsoft.com/office/drawing/2014/main" id="{41CC7003-7C39-27B9-770B-AFCC39E2925A}"/>
              </a:ext>
            </a:extLst>
          </p:cNvPr>
          <p:cNvSpPr/>
          <p:nvPr userDrawn="1"/>
        </p:nvSpPr>
        <p:spPr>
          <a:xfrm>
            <a:off x="15702617" y="6024739"/>
            <a:ext cx="338462" cy="33846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70D15D4C-B31E-A2B4-E818-FD7B4681FBBA}"/>
              </a:ext>
            </a:extLst>
          </p:cNvPr>
          <p:cNvSpPr/>
          <p:nvPr userDrawn="1"/>
        </p:nvSpPr>
        <p:spPr>
          <a:xfrm>
            <a:off x="16491659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>
                <a:solidFill>
                  <a:schemeClr val="tx1"/>
                </a:solidFill>
                <a:latin typeface="+mn-lt"/>
              </a:rPr>
              <a:t>NGINX </a:t>
            </a:r>
          </a:p>
        </p:txBody>
      </p:sp>
      <p:sp>
        <p:nvSpPr>
          <p:cNvPr id="109" name="Oval 108">
            <a:extLst>
              <a:ext uri="{FF2B5EF4-FFF2-40B4-BE49-F238E27FC236}">
                <a16:creationId xmlns:a16="http://schemas.microsoft.com/office/drawing/2014/main" id="{084EAA1E-423E-B855-8E6C-B6E5E2160E5D}"/>
              </a:ext>
            </a:extLst>
          </p:cNvPr>
          <p:cNvSpPr/>
          <p:nvPr userDrawn="1"/>
        </p:nvSpPr>
        <p:spPr>
          <a:xfrm>
            <a:off x="16590717" y="6024739"/>
            <a:ext cx="338462" cy="33846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221348712"/>
      </p:ext>
    </p:extLst>
  </p:cSld>
  <p:clrMapOvr>
    <a:masterClrMapping/>
  </p:clrMapOvr>
</p:sldLayout>
</file>

<file path=ppt/slideLayouts/slideLayout1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A836E480-E42E-4AF7-9F2C-0D6D6C9E201E}"/>
              </a:ext>
            </a:extLst>
          </p:cNvPr>
          <p:cNvSpPr/>
          <p:nvPr userDrawn="1"/>
        </p:nvSpPr>
        <p:spPr>
          <a:xfrm>
            <a:off x="6093265" y="0"/>
            <a:ext cx="6098736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US" kern="10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20" name="Picture Placeholder 3">
            <a:extLst>
              <a:ext uri="{FF2B5EF4-FFF2-40B4-BE49-F238E27FC236}">
                <a16:creationId xmlns:a16="http://schemas.microsoft.com/office/drawing/2014/main" id="{8AD9881D-B00A-4247-8DF7-BEE9578ADBC5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6093265" y="94488"/>
            <a:ext cx="6098736" cy="6763511"/>
          </a:xfrm>
          <a:prstGeom prst="rect">
            <a:avLst/>
          </a:prstGeom>
          <a:noFill/>
        </p:spPr>
        <p:txBody>
          <a:bodyPr lIns="274320" tIns="274320" rIns="274320" bIns="274320"/>
          <a:lstStyle>
            <a:lvl1pPr algn="ctr">
              <a:buNone/>
              <a:defRPr sz="1800"/>
            </a:lvl1pPr>
          </a:lstStyle>
          <a:p>
            <a:r>
              <a:rPr lang="en-US"/>
              <a:t>Click icon below to insert a photo</a:t>
            </a:r>
          </a:p>
        </p:txBody>
      </p:sp>
      <p:sp>
        <p:nvSpPr>
          <p:cNvPr id="37" name="Content Placeholder 2">
            <a:extLst>
              <a:ext uri="{FF2B5EF4-FFF2-40B4-BE49-F238E27FC236}">
                <a16:creationId xmlns:a16="http://schemas.microsoft.com/office/drawing/2014/main" id="{CB74AC72-DDAB-49D1-8286-ABBA64795E3E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69223" y="1967113"/>
            <a:ext cx="5164134" cy="4319387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870FF31-9141-4408-B4D2-D6D124989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5176157" cy="75399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56F043C-92B1-4F33-A948-6B9D078B26E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489503" y="6431001"/>
            <a:ext cx="245678" cy="245297"/>
          </a:xfrm>
          <a:blipFill>
            <a:blip r:embed="rId2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7" name="Footer Placeholder 10">
            <a:extLst>
              <a:ext uri="{FF2B5EF4-FFF2-40B4-BE49-F238E27FC236}">
                <a16:creationId xmlns:a16="http://schemas.microsoft.com/office/drawing/2014/main" id="{88866E84-0A57-4668-B531-68C5A5DCE6A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83296D1-7B2C-9B6B-7019-97F1AE988EC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0" y="0"/>
            <a:ext cx="12192000" cy="944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06570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 and photo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42193922-250C-D740-A91E-0F1BF41B61A8}"/>
              </a:ext>
            </a:extLst>
          </p:cNvPr>
          <p:cNvSpPr/>
          <p:nvPr userDrawn="1"/>
        </p:nvSpPr>
        <p:spPr>
          <a:xfrm>
            <a:off x="0" y="0"/>
            <a:ext cx="6098736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US" kern="10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19" name="Picture Placeholder 3">
            <a:extLst>
              <a:ext uri="{FF2B5EF4-FFF2-40B4-BE49-F238E27FC236}">
                <a16:creationId xmlns:a16="http://schemas.microsoft.com/office/drawing/2014/main" id="{A2524182-F3AA-A449-A811-1F42DD3BE45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0" y="91440"/>
            <a:ext cx="6098736" cy="6766559"/>
          </a:xfrm>
          <a:prstGeom prst="rect">
            <a:avLst/>
          </a:prstGeom>
          <a:noFill/>
        </p:spPr>
        <p:txBody>
          <a:bodyPr lIns="274320" tIns="274320" rIns="274320" bIns="274320"/>
          <a:lstStyle>
            <a:lvl1pPr algn="ctr">
              <a:buNone/>
              <a:defRPr sz="1800"/>
            </a:lvl1pPr>
          </a:lstStyle>
          <a:p>
            <a:r>
              <a:rPr lang="en-US"/>
              <a:t>Click icon below to insert a photo</a:t>
            </a:r>
          </a:p>
        </p:txBody>
      </p:sp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3477760C-3274-4510-B4C1-514FA1F1FE3E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570667" y="1967113"/>
            <a:ext cx="5164134" cy="43193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F10EF53-26EC-4206-AAE1-524C87D742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67616" y="457200"/>
            <a:ext cx="5176215" cy="75399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32" name="Graphic 31">
            <a:extLst>
              <a:ext uri="{FF2B5EF4-FFF2-40B4-BE49-F238E27FC236}">
                <a16:creationId xmlns:a16="http://schemas.microsoft.com/office/drawing/2014/main" id="{97316C92-AC84-494D-9E23-16873326D9D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89503" y="6431000"/>
            <a:ext cx="250273" cy="25027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B3F92E6-42AB-1878-38FB-A29C954AADDE}"/>
              </a:ext>
            </a:extLst>
          </p:cNvPr>
          <p:cNvSpPr txBox="1"/>
          <p:nvPr userDrawn="1"/>
        </p:nvSpPr>
        <p:spPr>
          <a:xfrm>
            <a:off x="681343" y="6501327"/>
            <a:ext cx="730016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r>
              <a:rPr lang="en-US" sz="750" kern="100" cap="all" spc="10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©</a:t>
            </a:r>
            <a:r>
              <a:rPr lang="en-US" sz="750" kern="100" cap="all" spc="2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2025 F5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452F96B-6FC9-D964-892E-6247084A78BD}"/>
              </a:ext>
            </a:extLst>
          </p:cNvPr>
          <p:cNvSpPr txBox="1"/>
          <p:nvPr userDrawn="1"/>
        </p:nvSpPr>
        <p:spPr>
          <a:xfrm>
            <a:off x="6805" y="6501327"/>
            <a:ext cx="567398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 algn="r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  <a:buFont typeface="Arial" panose="020B0604020202020204" pitchFamily="34" charset="0"/>
              <a:buChar char="​"/>
            </a:pPr>
            <a:fld id="{CB0320B6-2A61-43CE-9396-B5C4FB4B7D43}" type="slidenum">
              <a:rPr lang="en-US" sz="750" b="0" kern="100" cap="all" spc="50" smtClean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pPr marL="0" lvl="4" algn="r">
                <a:lnSpc>
                  <a:spcPct val="85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5"/>
                </a:buClr>
                <a:buFont typeface="Arial" panose="020B0604020202020204" pitchFamily="34" charset="0"/>
                <a:buChar char="​"/>
              </a:pPr>
              <a:t>‹#›</a:t>
            </a:fld>
            <a:endParaRPr lang="en-US" sz="750" b="0" kern="100" cap="all" spc="50">
              <a:solidFill>
                <a:schemeClr val="tx1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5" name="Footer Placeholder 10">
            <a:extLst>
              <a:ext uri="{FF2B5EF4-FFF2-40B4-BE49-F238E27FC236}">
                <a16:creationId xmlns:a16="http://schemas.microsoft.com/office/drawing/2014/main" id="{B986DCA8-99AD-45A9-C6DE-4FCE903F4E4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254AF8A-6035-75DE-7938-BAB50A0CE7EC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0" y="0"/>
            <a:ext cx="12192000" cy="9448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2DD4E07-F000-9153-6168-82D2AF6D093E}"/>
              </a:ext>
            </a:extLst>
          </p:cNvPr>
          <p:cNvSpPr txBox="1"/>
          <p:nvPr userDrawn="1"/>
        </p:nvSpPr>
        <p:spPr>
          <a:xfrm>
            <a:off x="13920953" y="10706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/>
              <a:t>Primary palette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12D84445-4FD1-1512-74C9-9F6AE3288F97}"/>
              </a:ext>
            </a:extLst>
          </p:cNvPr>
          <p:cNvSpPr/>
          <p:nvPr userDrawn="1"/>
        </p:nvSpPr>
        <p:spPr>
          <a:xfrm>
            <a:off x="13959929" y="377353"/>
            <a:ext cx="618392" cy="618392"/>
          </a:xfrm>
          <a:prstGeom prst="ellipse">
            <a:avLst/>
          </a:prstGeom>
          <a:solidFill>
            <a:srgbClr val="E400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1F17F4B-BD9E-FF26-DC11-A814A0E7DFAA}"/>
              </a:ext>
            </a:extLst>
          </p:cNvPr>
          <p:cNvSpPr/>
          <p:nvPr userDrawn="1"/>
        </p:nvSpPr>
        <p:spPr>
          <a:xfrm>
            <a:off x="15084675" y="517318"/>
            <a:ext cx="338462" cy="338462"/>
          </a:xfrm>
          <a:prstGeom prst="ellipse">
            <a:avLst/>
          </a:prstGeom>
          <a:solidFill>
            <a:srgbClr val="F7B2B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A9639A10-033B-B6CA-637B-FEF33DF8AE04}"/>
              </a:ext>
            </a:extLst>
          </p:cNvPr>
          <p:cNvSpPr/>
          <p:nvPr userDrawn="1"/>
        </p:nvSpPr>
        <p:spPr>
          <a:xfrm>
            <a:off x="15584292" y="517318"/>
            <a:ext cx="338462" cy="338462"/>
          </a:xfrm>
          <a:prstGeom prst="ellipse">
            <a:avLst/>
          </a:prstGeom>
          <a:solidFill>
            <a:srgbClr val="F066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ADCA426B-F29B-6B77-9DEB-C696A8F9D25B}"/>
              </a:ext>
            </a:extLst>
          </p:cNvPr>
          <p:cNvSpPr/>
          <p:nvPr userDrawn="1"/>
        </p:nvSpPr>
        <p:spPr>
          <a:xfrm>
            <a:off x="16083909" y="517318"/>
            <a:ext cx="338462" cy="338462"/>
          </a:xfrm>
          <a:prstGeom prst="ellipse">
            <a:avLst/>
          </a:prstGeom>
          <a:solidFill>
            <a:srgbClr val="A7002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66316AC7-DD5D-9B4B-7B3B-7D9D0EB9CC9F}"/>
              </a:ext>
            </a:extLst>
          </p:cNvPr>
          <p:cNvSpPr/>
          <p:nvPr userDrawn="1"/>
        </p:nvSpPr>
        <p:spPr>
          <a:xfrm>
            <a:off x="16583525" y="517318"/>
            <a:ext cx="338462" cy="338462"/>
          </a:xfrm>
          <a:prstGeom prst="ellipse">
            <a:avLst/>
          </a:prstGeom>
          <a:solidFill>
            <a:srgbClr val="72001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0C56D6D-99EF-F531-88E1-7672668A7BA1}"/>
              </a:ext>
            </a:extLst>
          </p:cNvPr>
          <p:cNvSpPr txBox="1"/>
          <p:nvPr userDrawn="1"/>
        </p:nvSpPr>
        <p:spPr>
          <a:xfrm>
            <a:off x="15053447" y="10706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/>
              <a:t>Secondary palette</a:t>
            </a:r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D85F598C-83C2-70F9-EA44-831BB630A6BA}"/>
              </a:ext>
            </a:extLst>
          </p:cNvPr>
          <p:cNvSpPr/>
          <p:nvPr userDrawn="1"/>
        </p:nvSpPr>
        <p:spPr>
          <a:xfrm>
            <a:off x="13959929" y="1097294"/>
            <a:ext cx="618392" cy="618392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D089E30F-13B4-AFF1-7BF4-164437FA2D50}"/>
              </a:ext>
            </a:extLst>
          </p:cNvPr>
          <p:cNvSpPr/>
          <p:nvPr userDrawn="1"/>
        </p:nvSpPr>
        <p:spPr>
          <a:xfrm>
            <a:off x="15084675" y="1237259"/>
            <a:ext cx="338462" cy="338462"/>
          </a:xfrm>
          <a:prstGeom prst="ellipse">
            <a:avLst/>
          </a:prstGeom>
          <a:solidFill>
            <a:srgbClr val="FBE1C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18DBB353-0D0A-2BAF-6264-687C6AF7F093}"/>
              </a:ext>
            </a:extLst>
          </p:cNvPr>
          <p:cNvSpPr/>
          <p:nvPr userDrawn="1"/>
        </p:nvSpPr>
        <p:spPr>
          <a:xfrm>
            <a:off x="15584292" y="1237259"/>
            <a:ext cx="338462" cy="338462"/>
          </a:xfrm>
          <a:prstGeom prst="ellipse">
            <a:avLst/>
          </a:prstGeom>
          <a:solidFill>
            <a:srgbClr val="F7C2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AC7EE077-3538-1C28-AA85-61A637105B6B}"/>
              </a:ext>
            </a:extLst>
          </p:cNvPr>
          <p:cNvSpPr/>
          <p:nvPr userDrawn="1"/>
        </p:nvSpPr>
        <p:spPr>
          <a:xfrm>
            <a:off x="16083909" y="1237259"/>
            <a:ext cx="338462" cy="338462"/>
          </a:xfrm>
          <a:prstGeom prst="ellipse">
            <a:avLst/>
          </a:prstGeom>
          <a:solidFill>
            <a:srgbClr val="B2742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CDECCE2E-C90B-B27C-8C65-BDD52B35B845}"/>
              </a:ext>
            </a:extLst>
          </p:cNvPr>
          <p:cNvSpPr/>
          <p:nvPr userDrawn="1"/>
        </p:nvSpPr>
        <p:spPr>
          <a:xfrm>
            <a:off x="16583525" y="1237259"/>
            <a:ext cx="338462" cy="338462"/>
          </a:xfrm>
          <a:prstGeom prst="ellipse">
            <a:avLst/>
          </a:prstGeom>
          <a:solidFill>
            <a:srgbClr val="794D1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C56350B3-8637-9087-A617-F5913AF4FAC0}"/>
              </a:ext>
            </a:extLst>
          </p:cNvPr>
          <p:cNvSpPr/>
          <p:nvPr userDrawn="1"/>
        </p:nvSpPr>
        <p:spPr>
          <a:xfrm>
            <a:off x="13959929" y="1817235"/>
            <a:ext cx="618392" cy="6183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4CFAA941-D796-5C5C-71F8-D24527046967}"/>
              </a:ext>
            </a:extLst>
          </p:cNvPr>
          <p:cNvSpPr/>
          <p:nvPr userDrawn="1"/>
        </p:nvSpPr>
        <p:spPr>
          <a:xfrm>
            <a:off x="15084675" y="1957200"/>
            <a:ext cx="338462" cy="338462"/>
          </a:xfrm>
          <a:prstGeom prst="ellipse">
            <a:avLst/>
          </a:prstGeom>
          <a:solidFill>
            <a:srgbClr val="B7C6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58A509D3-E830-BED4-E1C5-D8BA64E761C2}"/>
              </a:ext>
            </a:extLst>
          </p:cNvPr>
          <p:cNvSpPr/>
          <p:nvPr userDrawn="1"/>
        </p:nvSpPr>
        <p:spPr>
          <a:xfrm>
            <a:off x="15584292" y="1957200"/>
            <a:ext cx="338462" cy="338462"/>
          </a:xfrm>
          <a:prstGeom prst="ellipse">
            <a:avLst/>
          </a:prstGeom>
          <a:solidFill>
            <a:srgbClr val="6E8D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BE5C9BBF-5DAF-AB38-BBE2-E51C55EE2858}"/>
              </a:ext>
            </a:extLst>
          </p:cNvPr>
          <p:cNvSpPr/>
          <p:nvPr userDrawn="1"/>
        </p:nvSpPr>
        <p:spPr>
          <a:xfrm>
            <a:off x="16083909" y="1957200"/>
            <a:ext cx="338462" cy="338462"/>
          </a:xfrm>
          <a:prstGeom prst="ellipse">
            <a:avLst/>
          </a:prstGeom>
          <a:solidFill>
            <a:srgbClr val="0B31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BD8C5B37-9156-498A-DDF5-A2C48FA2FBCD}"/>
              </a:ext>
            </a:extLst>
          </p:cNvPr>
          <p:cNvSpPr/>
          <p:nvPr userDrawn="1"/>
        </p:nvSpPr>
        <p:spPr>
          <a:xfrm>
            <a:off x="16583525" y="1957200"/>
            <a:ext cx="338462" cy="338462"/>
          </a:xfrm>
          <a:prstGeom prst="ellipse">
            <a:avLst/>
          </a:prstGeom>
          <a:solidFill>
            <a:srgbClr val="07215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E8B3B4FB-A60B-CAF1-7FE6-FCCD3CCA56BB}"/>
              </a:ext>
            </a:extLst>
          </p:cNvPr>
          <p:cNvSpPr/>
          <p:nvPr userDrawn="1"/>
        </p:nvSpPr>
        <p:spPr>
          <a:xfrm>
            <a:off x="13959929" y="2537176"/>
            <a:ext cx="618392" cy="618392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AF0A2212-0E20-9ED2-7C1A-DDF3F85C7BF4}"/>
              </a:ext>
            </a:extLst>
          </p:cNvPr>
          <p:cNvSpPr/>
          <p:nvPr userDrawn="1"/>
        </p:nvSpPr>
        <p:spPr>
          <a:xfrm>
            <a:off x="15084675" y="2677141"/>
            <a:ext cx="338462" cy="338462"/>
          </a:xfrm>
          <a:prstGeom prst="ellipse">
            <a:avLst/>
          </a:prstGeom>
          <a:solidFill>
            <a:srgbClr val="E6BE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5FC1A10C-8FD4-B11C-FF96-D67F53CC3F26}"/>
              </a:ext>
            </a:extLst>
          </p:cNvPr>
          <p:cNvSpPr/>
          <p:nvPr userDrawn="1"/>
        </p:nvSpPr>
        <p:spPr>
          <a:xfrm>
            <a:off x="15584292" y="2677141"/>
            <a:ext cx="338462" cy="338462"/>
          </a:xfrm>
          <a:prstGeom prst="ellipse">
            <a:avLst/>
          </a:prstGeom>
          <a:solidFill>
            <a:srgbClr val="CD7DB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15B53C20-DA6F-1B1E-0D22-427245385CE8}"/>
              </a:ext>
            </a:extLst>
          </p:cNvPr>
          <p:cNvSpPr/>
          <p:nvPr userDrawn="1"/>
        </p:nvSpPr>
        <p:spPr>
          <a:xfrm>
            <a:off x="16083909" y="2677141"/>
            <a:ext cx="338462" cy="338462"/>
          </a:xfrm>
          <a:prstGeom prst="ellipse">
            <a:avLst/>
          </a:prstGeom>
          <a:solidFill>
            <a:srgbClr val="801D6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3E8415A1-08FD-17CF-7214-6DBAE36A7DD6}"/>
              </a:ext>
            </a:extLst>
          </p:cNvPr>
          <p:cNvSpPr/>
          <p:nvPr userDrawn="1"/>
        </p:nvSpPr>
        <p:spPr>
          <a:xfrm>
            <a:off x="16583525" y="2677141"/>
            <a:ext cx="338462" cy="338462"/>
          </a:xfrm>
          <a:prstGeom prst="ellipse">
            <a:avLst/>
          </a:prstGeom>
          <a:solidFill>
            <a:srgbClr val="5614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907605E5-9140-A090-B18D-964149DA11CF}"/>
              </a:ext>
            </a:extLst>
          </p:cNvPr>
          <p:cNvSpPr/>
          <p:nvPr userDrawn="1"/>
        </p:nvSpPr>
        <p:spPr>
          <a:xfrm>
            <a:off x="13959929" y="3257117"/>
            <a:ext cx="618392" cy="61839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6B26D680-CFDF-1B8D-C142-4D7E4376D34B}"/>
              </a:ext>
            </a:extLst>
          </p:cNvPr>
          <p:cNvSpPr/>
          <p:nvPr userDrawn="1"/>
        </p:nvSpPr>
        <p:spPr>
          <a:xfrm>
            <a:off x="15084675" y="3397082"/>
            <a:ext cx="338462" cy="338462"/>
          </a:xfrm>
          <a:prstGeom prst="ellipse">
            <a:avLst/>
          </a:prstGeom>
          <a:solidFill>
            <a:srgbClr val="B2DFC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A8AF9799-7221-92FE-CA87-E9BBE299B495}"/>
              </a:ext>
            </a:extLst>
          </p:cNvPr>
          <p:cNvSpPr/>
          <p:nvPr userDrawn="1"/>
        </p:nvSpPr>
        <p:spPr>
          <a:xfrm>
            <a:off x="15584292" y="3397082"/>
            <a:ext cx="338462" cy="338462"/>
          </a:xfrm>
          <a:prstGeom prst="ellipse">
            <a:avLst/>
          </a:prstGeom>
          <a:solidFill>
            <a:srgbClr val="66C0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5" name="Oval 84">
            <a:extLst>
              <a:ext uri="{FF2B5EF4-FFF2-40B4-BE49-F238E27FC236}">
                <a16:creationId xmlns:a16="http://schemas.microsoft.com/office/drawing/2014/main" id="{04980848-DF4F-F871-8623-C1FA3FE4ADC0}"/>
              </a:ext>
            </a:extLst>
          </p:cNvPr>
          <p:cNvSpPr/>
          <p:nvPr userDrawn="1"/>
        </p:nvSpPr>
        <p:spPr>
          <a:xfrm>
            <a:off x="16083909" y="3397082"/>
            <a:ext cx="338462" cy="338462"/>
          </a:xfrm>
          <a:prstGeom prst="ellipse">
            <a:avLst/>
          </a:prstGeom>
          <a:solidFill>
            <a:srgbClr val="0071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16AB1725-4334-DFB6-0E9D-2E96491E3ACA}"/>
              </a:ext>
            </a:extLst>
          </p:cNvPr>
          <p:cNvSpPr/>
          <p:nvPr userDrawn="1"/>
        </p:nvSpPr>
        <p:spPr>
          <a:xfrm>
            <a:off x="16583525" y="3397082"/>
            <a:ext cx="338462" cy="338462"/>
          </a:xfrm>
          <a:prstGeom prst="ellipse">
            <a:avLst/>
          </a:prstGeom>
          <a:solidFill>
            <a:srgbClr val="004B1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C9E0006C-32B7-3A8C-64FD-816ACCC4C3D4}"/>
              </a:ext>
            </a:extLst>
          </p:cNvPr>
          <p:cNvSpPr/>
          <p:nvPr userDrawn="1"/>
        </p:nvSpPr>
        <p:spPr>
          <a:xfrm>
            <a:off x="13959929" y="3977058"/>
            <a:ext cx="618392" cy="6183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C8ECAA91-86FF-899A-AD05-4C0C11CF247C}"/>
              </a:ext>
            </a:extLst>
          </p:cNvPr>
          <p:cNvSpPr/>
          <p:nvPr userDrawn="1"/>
        </p:nvSpPr>
        <p:spPr>
          <a:xfrm>
            <a:off x="15084675" y="4117023"/>
            <a:ext cx="338462" cy="338462"/>
          </a:xfrm>
          <a:prstGeom prst="ellipse">
            <a:avLst/>
          </a:prstGeom>
          <a:solidFill>
            <a:srgbClr val="D0BC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E06916B0-8313-CB67-ED8A-7586D202A4F7}"/>
              </a:ext>
            </a:extLst>
          </p:cNvPr>
          <p:cNvSpPr/>
          <p:nvPr userDrawn="1"/>
        </p:nvSpPr>
        <p:spPr>
          <a:xfrm>
            <a:off x="15584292" y="4117023"/>
            <a:ext cx="338462" cy="338462"/>
          </a:xfrm>
          <a:prstGeom prst="ellipse">
            <a:avLst/>
          </a:prstGeom>
          <a:solidFill>
            <a:srgbClr val="A17AB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69D4F9D6-A32C-A129-4D58-4AC423313F3F}"/>
              </a:ext>
            </a:extLst>
          </p:cNvPr>
          <p:cNvSpPr/>
          <p:nvPr userDrawn="1"/>
        </p:nvSpPr>
        <p:spPr>
          <a:xfrm>
            <a:off x="16083909" y="4117023"/>
            <a:ext cx="338462" cy="338462"/>
          </a:xfrm>
          <a:prstGeom prst="ellipse">
            <a:avLst/>
          </a:prstGeom>
          <a:solidFill>
            <a:srgbClr val="3813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C369822D-99D8-48B0-BBFD-370FDCE251BC}"/>
              </a:ext>
            </a:extLst>
          </p:cNvPr>
          <p:cNvSpPr/>
          <p:nvPr userDrawn="1"/>
        </p:nvSpPr>
        <p:spPr>
          <a:xfrm>
            <a:off x="16583525" y="4117023"/>
            <a:ext cx="338462" cy="338462"/>
          </a:xfrm>
          <a:prstGeom prst="ellipse">
            <a:avLst/>
          </a:prstGeom>
          <a:solidFill>
            <a:srgbClr val="250D3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CFC90B09-9ACB-A54B-1813-6F639C86596B}"/>
              </a:ext>
            </a:extLst>
          </p:cNvPr>
          <p:cNvSpPr/>
          <p:nvPr userDrawn="1"/>
        </p:nvSpPr>
        <p:spPr>
          <a:xfrm>
            <a:off x="13959929" y="4652930"/>
            <a:ext cx="618392" cy="618392"/>
          </a:xfrm>
          <a:prstGeom prst="ellipse">
            <a:avLst/>
          </a:prstGeom>
          <a:solidFill>
            <a:srgbClr val="007B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E12BE93C-8567-3B9A-5A7A-70632EFFC2F4}"/>
              </a:ext>
            </a:extLst>
          </p:cNvPr>
          <p:cNvSpPr/>
          <p:nvPr userDrawn="1"/>
        </p:nvSpPr>
        <p:spPr>
          <a:xfrm>
            <a:off x="15084675" y="4836963"/>
            <a:ext cx="338462" cy="338462"/>
          </a:xfrm>
          <a:prstGeom prst="ellipse">
            <a:avLst/>
          </a:prstGeom>
          <a:solidFill>
            <a:srgbClr val="B2D7E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7CE3D713-1BB6-FC48-773D-77AA53434705}"/>
              </a:ext>
            </a:extLst>
          </p:cNvPr>
          <p:cNvSpPr/>
          <p:nvPr userDrawn="1"/>
        </p:nvSpPr>
        <p:spPr>
          <a:xfrm>
            <a:off x="15584292" y="4836963"/>
            <a:ext cx="338462" cy="338462"/>
          </a:xfrm>
          <a:prstGeom prst="ellipse">
            <a:avLst/>
          </a:prstGeom>
          <a:solidFill>
            <a:srgbClr val="66AF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7FCFAE8E-9525-7436-BC10-FAE8DA64DB1C}"/>
              </a:ext>
            </a:extLst>
          </p:cNvPr>
          <p:cNvSpPr/>
          <p:nvPr userDrawn="1"/>
        </p:nvSpPr>
        <p:spPr>
          <a:xfrm>
            <a:off x="16083909" y="4836963"/>
            <a:ext cx="338462" cy="338462"/>
          </a:xfrm>
          <a:prstGeom prst="ellipse">
            <a:avLst/>
          </a:prstGeom>
          <a:solidFill>
            <a:srgbClr val="005C8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6" name="Oval 95">
            <a:extLst>
              <a:ext uri="{FF2B5EF4-FFF2-40B4-BE49-F238E27FC236}">
                <a16:creationId xmlns:a16="http://schemas.microsoft.com/office/drawing/2014/main" id="{CE89D14E-7157-7E11-6B0E-41FC7C21DC4F}"/>
              </a:ext>
            </a:extLst>
          </p:cNvPr>
          <p:cNvSpPr/>
          <p:nvPr userDrawn="1"/>
        </p:nvSpPr>
        <p:spPr>
          <a:xfrm>
            <a:off x="16583525" y="4836963"/>
            <a:ext cx="338462" cy="338462"/>
          </a:xfrm>
          <a:prstGeom prst="ellipse">
            <a:avLst/>
          </a:prstGeom>
          <a:solidFill>
            <a:srgbClr val="003D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3B66C253-DB1A-4E6A-3F79-7139B76D5D26}"/>
              </a:ext>
            </a:extLst>
          </p:cNvPr>
          <p:cNvSpPr txBox="1"/>
          <p:nvPr userDrawn="1"/>
        </p:nvSpPr>
        <p:spPr>
          <a:xfrm>
            <a:off x="13920953" y="570792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/>
              <a:t>Product Group Colors</a:t>
            </a:r>
          </a:p>
        </p:txBody>
      </p: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8D734C62-C39D-38AB-D164-57081770DE02}"/>
              </a:ext>
            </a:extLst>
          </p:cNvPr>
          <p:cNvCxnSpPr>
            <a:cxnSpLocks/>
          </p:cNvCxnSpPr>
          <p:nvPr userDrawn="1"/>
        </p:nvCxnSpPr>
        <p:spPr>
          <a:xfrm>
            <a:off x="13920953" y="5583284"/>
            <a:ext cx="3109779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324CDB26-8CB9-5DF7-DA65-03DD596524F4}"/>
              </a:ext>
            </a:extLst>
          </p:cNvPr>
          <p:cNvCxnSpPr>
            <a:cxnSpLocks/>
          </p:cNvCxnSpPr>
          <p:nvPr userDrawn="1"/>
        </p:nvCxnSpPr>
        <p:spPr>
          <a:xfrm>
            <a:off x="13920953" y="0"/>
            <a:ext cx="907751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B951FFEB-6F2D-BEE1-96FF-C33DF22C5D5B}"/>
              </a:ext>
            </a:extLst>
          </p:cNvPr>
          <p:cNvCxnSpPr>
            <a:cxnSpLocks/>
          </p:cNvCxnSpPr>
          <p:nvPr userDrawn="1"/>
        </p:nvCxnSpPr>
        <p:spPr>
          <a:xfrm>
            <a:off x="15040681" y="0"/>
            <a:ext cx="1963661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Rectangle 100">
            <a:extLst>
              <a:ext uri="{FF2B5EF4-FFF2-40B4-BE49-F238E27FC236}">
                <a16:creationId xmlns:a16="http://schemas.microsoft.com/office/drawing/2014/main" id="{8E66A9BD-284B-A2A3-1F76-5A32DDFA7A02}"/>
              </a:ext>
            </a:extLst>
          </p:cNvPr>
          <p:cNvSpPr/>
          <p:nvPr userDrawn="1"/>
        </p:nvSpPr>
        <p:spPr>
          <a:xfrm>
            <a:off x="14716831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>
                <a:solidFill>
                  <a:schemeClr val="tx1"/>
                </a:solidFill>
                <a:latin typeface="+mn-lt"/>
              </a:rPr>
              <a:t>BIG-IP Next</a:t>
            </a:r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8239438C-9E17-79C1-8E62-18A02713FE1B}"/>
              </a:ext>
            </a:extLst>
          </p:cNvPr>
          <p:cNvSpPr/>
          <p:nvPr userDrawn="1"/>
        </p:nvSpPr>
        <p:spPr>
          <a:xfrm>
            <a:off x="14804987" y="6024739"/>
            <a:ext cx="338462" cy="338462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7D55A8E0-CD66-6479-CC8B-E6B6D226BBCD}"/>
              </a:ext>
            </a:extLst>
          </p:cNvPr>
          <p:cNvSpPr/>
          <p:nvPr userDrawn="1"/>
        </p:nvSpPr>
        <p:spPr>
          <a:xfrm>
            <a:off x="13843869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>
                <a:solidFill>
                  <a:schemeClr val="tx1"/>
                </a:solidFill>
                <a:latin typeface="+mn-lt"/>
              </a:rPr>
              <a:t>Distributed Cloud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61C3586E-4514-288C-21E1-19001124FF7B}"/>
              </a:ext>
            </a:extLst>
          </p:cNvPr>
          <p:cNvSpPr/>
          <p:nvPr userDrawn="1"/>
        </p:nvSpPr>
        <p:spPr>
          <a:xfrm>
            <a:off x="15568415" y="6388493"/>
            <a:ext cx="91440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000" kern="100">
                <a:solidFill>
                  <a:schemeClr val="tx1"/>
                </a:solidFill>
                <a:latin typeface="+mn-lt"/>
              </a:rPr>
              <a:t>BIG-IP</a:t>
            </a:r>
          </a:p>
        </p:txBody>
      </p:sp>
      <p:sp>
        <p:nvSpPr>
          <p:cNvPr id="105" name="Oval 104">
            <a:extLst>
              <a:ext uri="{FF2B5EF4-FFF2-40B4-BE49-F238E27FC236}">
                <a16:creationId xmlns:a16="http://schemas.microsoft.com/office/drawing/2014/main" id="{100A3F77-04E0-F29C-610C-2122FE8DCE90}"/>
              </a:ext>
            </a:extLst>
          </p:cNvPr>
          <p:cNvSpPr/>
          <p:nvPr userDrawn="1"/>
        </p:nvSpPr>
        <p:spPr>
          <a:xfrm>
            <a:off x="13916887" y="6024739"/>
            <a:ext cx="338462" cy="33846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106" name="Oval 105">
            <a:extLst>
              <a:ext uri="{FF2B5EF4-FFF2-40B4-BE49-F238E27FC236}">
                <a16:creationId xmlns:a16="http://schemas.microsoft.com/office/drawing/2014/main" id="{832AC46D-01CE-E2A3-BD35-94C1B9C2EDC5}"/>
              </a:ext>
            </a:extLst>
          </p:cNvPr>
          <p:cNvSpPr/>
          <p:nvPr userDrawn="1"/>
        </p:nvSpPr>
        <p:spPr>
          <a:xfrm>
            <a:off x="15702617" y="6024739"/>
            <a:ext cx="338462" cy="33846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4BC18EF0-4F5C-9148-8D46-0A075E1EDFE7}"/>
              </a:ext>
            </a:extLst>
          </p:cNvPr>
          <p:cNvSpPr/>
          <p:nvPr userDrawn="1"/>
        </p:nvSpPr>
        <p:spPr>
          <a:xfrm>
            <a:off x="16491659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>
                <a:solidFill>
                  <a:schemeClr val="tx1"/>
                </a:solidFill>
                <a:latin typeface="+mn-lt"/>
              </a:rPr>
              <a:t>NGINX </a:t>
            </a:r>
          </a:p>
        </p:txBody>
      </p:sp>
      <p:sp>
        <p:nvSpPr>
          <p:cNvPr id="108" name="Oval 107">
            <a:extLst>
              <a:ext uri="{FF2B5EF4-FFF2-40B4-BE49-F238E27FC236}">
                <a16:creationId xmlns:a16="http://schemas.microsoft.com/office/drawing/2014/main" id="{78B97B21-219A-7ECC-3765-A1031F672AA7}"/>
              </a:ext>
            </a:extLst>
          </p:cNvPr>
          <p:cNvSpPr/>
          <p:nvPr userDrawn="1"/>
        </p:nvSpPr>
        <p:spPr>
          <a:xfrm>
            <a:off x="16590717" y="6024739"/>
            <a:ext cx="338462" cy="33846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923364764"/>
      </p:ext>
    </p:extLst>
  </p:cSld>
  <p:clrMapOvr>
    <a:masterClrMapping/>
  </p:clrMapOvr>
</p:sldLayout>
</file>

<file path=ppt/slideLayouts/slideLayout1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idebar with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5FDF3E6-324E-4875-8242-D42D701A6E9E}"/>
              </a:ext>
            </a:extLst>
          </p:cNvPr>
          <p:cNvSpPr/>
          <p:nvPr userDrawn="1"/>
        </p:nvSpPr>
        <p:spPr bwMode="ltGray">
          <a:xfrm>
            <a:off x="0" y="0"/>
            <a:ext cx="6096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1A61974F-83C6-4B8C-A611-F52ADE4EAD76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6590906" y="457200"/>
            <a:ext cx="5140845" cy="58293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8E8E56E7-3501-43C0-8E56-CED7C59FB5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9223" y="1967112"/>
            <a:ext cx="4856688" cy="4139385"/>
          </a:xfrm>
          <a:prstGeom prst="rect">
            <a:avLst/>
          </a:prstGeom>
        </p:spPr>
        <p:txBody>
          <a:bodyPr anchor="t"/>
          <a:lstStyle>
            <a:lvl1pPr marL="0" marR="0" indent="0" algn="l" defTabSz="914400" rtl="0" eaLnBrk="1" fontAlgn="auto" latinLnBrk="0" hangingPunct="1">
              <a:lnSpc>
                <a:spcPct val="12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7CAC042-5DC9-4769-B7E8-FF597DC948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5176215" cy="75399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30" name="Graphic 29">
            <a:extLst>
              <a:ext uri="{FF2B5EF4-FFF2-40B4-BE49-F238E27FC236}">
                <a16:creationId xmlns:a16="http://schemas.microsoft.com/office/drawing/2014/main" id="{BF2218F0-D93F-4904-B0F2-AADFD3911AE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89503" y="6431000"/>
            <a:ext cx="250273" cy="25027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5831226-24A0-492B-BBCF-D0A987CDF6AF}"/>
              </a:ext>
            </a:extLst>
          </p:cNvPr>
          <p:cNvSpPr txBox="1"/>
          <p:nvPr userDrawn="1"/>
        </p:nvSpPr>
        <p:spPr>
          <a:xfrm>
            <a:off x="681343" y="6501327"/>
            <a:ext cx="730016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r>
              <a:rPr lang="en-US" sz="750" kern="100" cap="all" spc="10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©</a:t>
            </a:r>
            <a:r>
              <a:rPr lang="en-US" sz="750" kern="100" cap="all" spc="2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2025 F5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23517B5-3697-4990-56C1-223BB352698F}"/>
              </a:ext>
            </a:extLst>
          </p:cNvPr>
          <p:cNvSpPr txBox="1"/>
          <p:nvPr userDrawn="1"/>
        </p:nvSpPr>
        <p:spPr>
          <a:xfrm>
            <a:off x="6805" y="6501327"/>
            <a:ext cx="567398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 algn="r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  <a:buFont typeface="Arial" panose="020B0604020202020204" pitchFamily="34" charset="0"/>
              <a:buChar char="​"/>
            </a:pPr>
            <a:fld id="{CB0320B6-2A61-43CE-9396-B5C4FB4B7D43}" type="slidenum">
              <a:rPr lang="en-US" sz="750" b="0" kern="100" cap="all" spc="50" smtClean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pPr marL="0" lvl="4" algn="r">
                <a:lnSpc>
                  <a:spcPct val="85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5"/>
                </a:buClr>
                <a:buFont typeface="Arial" panose="020B0604020202020204" pitchFamily="34" charset="0"/>
                <a:buChar char="​"/>
              </a:pPr>
              <a:t>‹#›</a:t>
            </a:fld>
            <a:endParaRPr lang="en-US" sz="750" b="0" kern="100" cap="all" spc="50">
              <a:solidFill>
                <a:schemeClr val="tx1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6" name="Footer Placeholder 10">
            <a:extLst>
              <a:ext uri="{FF2B5EF4-FFF2-40B4-BE49-F238E27FC236}">
                <a16:creationId xmlns:a16="http://schemas.microsoft.com/office/drawing/2014/main" id="{0ACC6CC4-758A-A6D7-BB49-FEDFAFF1499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algn="l" defTabSz="914400" rtl="0" eaLnBrk="1" latinLnBrk="0" hangingPunct="1">
              <a:defRPr lang="en-US" sz="75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5pPr>
              <a:defRPr lang="en-US" sz="750" kern="100" cap="all" spc="0" baseline="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642E496-9A29-0967-8ABD-9C43BEC04FC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0" y="0"/>
            <a:ext cx="12192000" cy="9448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762640E-1AD9-5823-DDB4-07A8925E5490}"/>
              </a:ext>
            </a:extLst>
          </p:cNvPr>
          <p:cNvSpPr txBox="1"/>
          <p:nvPr userDrawn="1"/>
        </p:nvSpPr>
        <p:spPr>
          <a:xfrm>
            <a:off x="13920953" y="10706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/>
              <a:t>Primary palette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EC547ED3-0A4A-E562-445B-516C19031E3E}"/>
              </a:ext>
            </a:extLst>
          </p:cNvPr>
          <p:cNvSpPr/>
          <p:nvPr userDrawn="1"/>
        </p:nvSpPr>
        <p:spPr>
          <a:xfrm>
            <a:off x="13959929" y="377353"/>
            <a:ext cx="618392" cy="618392"/>
          </a:xfrm>
          <a:prstGeom prst="ellipse">
            <a:avLst/>
          </a:prstGeom>
          <a:solidFill>
            <a:srgbClr val="E400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5B36FFC7-5CE4-BA1D-A523-984A5A5CF46A}"/>
              </a:ext>
            </a:extLst>
          </p:cNvPr>
          <p:cNvSpPr/>
          <p:nvPr userDrawn="1"/>
        </p:nvSpPr>
        <p:spPr>
          <a:xfrm>
            <a:off x="15084675" y="517318"/>
            <a:ext cx="338462" cy="338462"/>
          </a:xfrm>
          <a:prstGeom prst="ellipse">
            <a:avLst/>
          </a:prstGeom>
          <a:solidFill>
            <a:srgbClr val="F7B2B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56BA68A3-569E-FECB-71F0-3287C1B480A1}"/>
              </a:ext>
            </a:extLst>
          </p:cNvPr>
          <p:cNvSpPr/>
          <p:nvPr userDrawn="1"/>
        </p:nvSpPr>
        <p:spPr>
          <a:xfrm>
            <a:off x="15584292" y="517318"/>
            <a:ext cx="338462" cy="338462"/>
          </a:xfrm>
          <a:prstGeom prst="ellipse">
            <a:avLst/>
          </a:prstGeom>
          <a:solidFill>
            <a:srgbClr val="F066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6A9FC510-70E5-9241-F554-C2A44983DBCF}"/>
              </a:ext>
            </a:extLst>
          </p:cNvPr>
          <p:cNvSpPr/>
          <p:nvPr userDrawn="1"/>
        </p:nvSpPr>
        <p:spPr>
          <a:xfrm>
            <a:off x="16083909" y="517318"/>
            <a:ext cx="338462" cy="338462"/>
          </a:xfrm>
          <a:prstGeom prst="ellipse">
            <a:avLst/>
          </a:prstGeom>
          <a:solidFill>
            <a:srgbClr val="A7002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3E3FCC2D-9721-D0A7-713F-7C4CFE93DDE3}"/>
              </a:ext>
            </a:extLst>
          </p:cNvPr>
          <p:cNvSpPr/>
          <p:nvPr userDrawn="1"/>
        </p:nvSpPr>
        <p:spPr>
          <a:xfrm>
            <a:off x="16583525" y="517318"/>
            <a:ext cx="338462" cy="338462"/>
          </a:xfrm>
          <a:prstGeom prst="ellipse">
            <a:avLst/>
          </a:prstGeom>
          <a:solidFill>
            <a:srgbClr val="72001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2167D9B-F064-F1C0-527B-25442E24AAC9}"/>
              </a:ext>
            </a:extLst>
          </p:cNvPr>
          <p:cNvSpPr txBox="1"/>
          <p:nvPr userDrawn="1"/>
        </p:nvSpPr>
        <p:spPr>
          <a:xfrm>
            <a:off x="15053447" y="10706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/>
              <a:t>Secondary palette</a:t>
            </a:r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F03EE718-C905-8BC6-C46E-760C08F64C1E}"/>
              </a:ext>
            </a:extLst>
          </p:cNvPr>
          <p:cNvSpPr/>
          <p:nvPr userDrawn="1"/>
        </p:nvSpPr>
        <p:spPr>
          <a:xfrm>
            <a:off x="13959929" y="1097294"/>
            <a:ext cx="618392" cy="618392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3DB8D694-F5DF-6E0E-96B8-0DE09784085F}"/>
              </a:ext>
            </a:extLst>
          </p:cNvPr>
          <p:cNvSpPr/>
          <p:nvPr userDrawn="1"/>
        </p:nvSpPr>
        <p:spPr>
          <a:xfrm>
            <a:off x="15084675" y="1237259"/>
            <a:ext cx="338462" cy="338462"/>
          </a:xfrm>
          <a:prstGeom prst="ellipse">
            <a:avLst/>
          </a:prstGeom>
          <a:solidFill>
            <a:srgbClr val="FBE1C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F0D2E744-C567-6AE2-A0B6-3080B71C4E07}"/>
              </a:ext>
            </a:extLst>
          </p:cNvPr>
          <p:cNvSpPr/>
          <p:nvPr userDrawn="1"/>
        </p:nvSpPr>
        <p:spPr>
          <a:xfrm>
            <a:off x="15584292" y="1237259"/>
            <a:ext cx="338462" cy="338462"/>
          </a:xfrm>
          <a:prstGeom prst="ellipse">
            <a:avLst/>
          </a:prstGeom>
          <a:solidFill>
            <a:srgbClr val="F7C2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56CAA72F-C2ED-52C8-1FC5-578B19A87E58}"/>
              </a:ext>
            </a:extLst>
          </p:cNvPr>
          <p:cNvSpPr/>
          <p:nvPr userDrawn="1"/>
        </p:nvSpPr>
        <p:spPr>
          <a:xfrm>
            <a:off x="16083909" y="1237259"/>
            <a:ext cx="338462" cy="338462"/>
          </a:xfrm>
          <a:prstGeom prst="ellipse">
            <a:avLst/>
          </a:prstGeom>
          <a:solidFill>
            <a:srgbClr val="B2742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F3F185C8-5B3C-DA06-4B24-19781A5FA33F}"/>
              </a:ext>
            </a:extLst>
          </p:cNvPr>
          <p:cNvSpPr/>
          <p:nvPr userDrawn="1"/>
        </p:nvSpPr>
        <p:spPr>
          <a:xfrm>
            <a:off x="16583525" y="1237259"/>
            <a:ext cx="338462" cy="338462"/>
          </a:xfrm>
          <a:prstGeom prst="ellipse">
            <a:avLst/>
          </a:prstGeom>
          <a:solidFill>
            <a:srgbClr val="794D1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6E95CC37-E2F2-0EAC-8E41-A5EDF588AA98}"/>
              </a:ext>
            </a:extLst>
          </p:cNvPr>
          <p:cNvSpPr/>
          <p:nvPr userDrawn="1"/>
        </p:nvSpPr>
        <p:spPr>
          <a:xfrm>
            <a:off x="13959929" y="1817235"/>
            <a:ext cx="618392" cy="6183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E21726B8-7EBE-AA77-D752-844F34D58E7A}"/>
              </a:ext>
            </a:extLst>
          </p:cNvPr>
          <p:cNvSpPr/>
          <p:nvPr userDrawn="1"/>
        </p:nvSpPr>
        <p:spPr>
          <a:xfrm>
            <a:off x="15084675" y="1957200"/>
            <a:ext cx="338462" cy="338462"/>
          </a:xfrm>
          <a:prstGeom prst="ellipse">
            <a:avLst/>
          </a:prstGeom>
          <a:solidFill>
            <a:srgbClr val="B7C6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415883C8-FB85-EC82-C039-568A91A1BB51}"/>
              </a:ext>
            </a:extLst>
          </p:cNvPr>
          <p:cNvSpPr/>
          <p:nvPr userDrawn="1"/>
        </p:nvSpPr>
        <p:spPr>
          <a:xfrm>
            <a:off x="15584292" y="1957200"/>
            <a:ext cx="338462" cy="338462"/>
          </a:xfrm>
          <a:prstGeom prst="ellipse">
            <a:avLst/>
          </a:prstGeom>
          <a:solidFill>
            <a:srgbClr val="6E8D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D5E6BB53-3E09-6491-35A0-8409B3F8D94A}"/>
              </a:ext>
            </a:extLst>
          </p:cNvPr>
          <p:cNvSpPr/>
          <p:nvPr userDrawn="1"/>
        </p:nvSpPr>
        <p:spPr>
          <a:xfrm>
            <a:off x="16083909" y="1957200"/>
            <a:ext cx="338462" cy="338462"/>
          </a:xfrm>
          <a:prstGeom prst="ellipse">
            <a:avLst/>
          </a:prstGeom>
          <a:solidFill>
            <a:srgbClr val="0B31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972CA950-9DC5-2DDF-14E6-5CE81155F01C}"/>
              </a:ext>
            </a:extLst>
          </p:cNvPr>
          <p:cNvSpPr/>
          <p:nvPr userDrawn="1"/>
        </p:nvSpPr>
        <p:spPr>
          <a:xfrm>
            <a:off x="16583525" y="1957200"/>
            <a:ext cx="338462" cy="338462"/>
          </a:xfrm>
          <a:prstGeom prst="ellipse">
            <a:avLst/>
          </a:prstGeom>
          <a:solidFill>
            <a:srgbClr val="07215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EB005CFD-77A9-0981-44EF-E600E753274F}"/>
              </a:ext>
            </a:extLst>
          </p:cNvPr>
          <p:cNvSpPr/>
          <p:nvPr userDrawn="1"/>
        </p:nvSpPr>
        <p:spPr>
          <a:xfrm>
            <a:off x="13959929" y="2537176"/>
            <a:ext cx="618392" cy="618392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19B55947-B153-F45D-5F6F-FCB26E1673BF}"/>
              </a:ext>
            </a:extLst>
          </p:cNvPr>
          <p:cNvSpPr/>
          <p:nvPr userDrawn="1"/>
        </p:nvSpPr>
        <p:spPr>
          <a:xfrm>
            <a:off x="15084675" y="2677141"/>
            <a:ext cx="338462" cy="338462"/>
          </a:xfrm>
          <a:prstGeom prst="ellipse">
            <a:avLst/>
          </a:prstGeom>
          <a:solidFill>
            <a:srgbClr val="E6BE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670A5464-C3AA-77B7-025D-0B4837E25810}"/>
              </a:ext>
            </a:extLst>
          </p:cNvPr>
          <p:cNvSpPr/>
          <p:nvPr userDrawn="1"/>
        </p:nvSpPr>
        <p:spPr>
          <a:xfrm>
            <a:off x="15584292" y="2677141"/>
            <a:ext cx="338462" cy="338462"/>
          </a:xfrm>
          <a:prstGeom prst="ellipse">
            <a:avLst/>
          </a:prstGeom>
          <a:solidFill>
            <a:srgbClr val="CD7DB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202DC503-2A13-7D67-E299-82C6D9FA74E3}"/>
              </a:ext>
            </a:extLst>
          </p:cNvPr>
          <p:cNvSpPr/>
          <p:nvPr userDrawn="1"/>
        </p:nvSpPr>
        <p:spPr>
          <a:xfrm>
            <a:off x="16083909" y="2677141"/>
            <a:ext cx="338462" cy="338462"/>
          </a:xfrm>
          <a:prstGeom prst="ellipse">
            <a:avLst/>
          </a:prstGeom>
          <a:solidFill>
            <a:srgbClr val="801D6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23ED241F-E73E-A870-91DF-3B14BCDDFE77}"/>
              </a:ext>
            </a:extLst>
          </p:cNvPr>
          <p:cNvSpPr/>
          <p:nvPr userDrawn="1"/>
        </p:nvSpPr>
        <p:spPr>
          <a:xfrm>
            <a:off x="16583525" y="2677141"/>
            <a:ext cx="338462" cy="338462"/>
          </a:xfrm>
          <a:prstGeom prst="ellipse">
            <a:avLst/>
          </a:prstGeom>
          <a:solidFill>
            <a:srgbClr val="5614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878FE881-44E5-2BF2-561D-31EA4BDA9506}"/>
              </a:ext>
            </a:extLst>
          </p:cNvPr>
          <p:cNvSpPr/>
          <p:nvPr userDrawn="1"/>
        </p:nvSpPr>
        <p:spPr>
          <a:xfrm>
            <a:off x="13959929" y="3257117"/>
            <a:ext cx="618392" cy="61839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B77F73D1-57B1-7DED-3903-4164CF3DBE20}"/>
              </a:ext>
            </a:extLst>
          </p:cNvPr>
          <p:cNvSpPr/>
          <p:nvPr userDrawn="1"/>
        </p:nvSpPr>
        <p:spPr>
          <a:xfrm>
            <a:off x="15084675" y="3397082"/>
            <a:ext cx="338462" cy="338462"/>
          </a:xfrm>
          <a:prstGeom prst="ellipse">
            <a:avLst/>
          </a:prstGeom>
          <a:solidFill>
            <a:srgbClr val="B2DFC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A3D1BEB4-6987-83B3-FB55-F5CB1ED57147}"/>
              </a:ext>
            </a:extLst>
          </p:cNvPr>
          <p:cNvSpPr/>
          <p:nvPr userDrawn="1"/>
        </p:nvSpPr>
        <p:spPr>
          <a:xfrm>
            <a:off x="15584292" y="3397082"/>
            <a:ext cx="338462" cy="338462"/>
          </a:xfrm>
          <a:prstGeom prst="ellipse">
            <a:avLst/>
          </a:prstGeom>
          <a:solidFill>
            <a:srgbClr val="66C0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5" name="Oval 84">
            <a:extLst>
              <a:ext uri="{FF2B5EF4-FFF2-40B4-BE49-F238E27FC236}">
                <a16:creationId xmlns:a16="http://schemas.microsoft.com/office/drawing/2014/main" id="{E3254E6F-4846-3DB6-F443-7C00BFCD4C39}"/>
              </a:ext>
            </a:extLst>
          </p:cNvPr>
          <p:cNvSpPr/>
          <p:nvPr userDrawn="1"/>
        </p:nvSpPr>
        <p:spPr>
          <a:xfrm>
            <a:off x="16083909" y="3397082"/>
            <a:ext cx="338462" cy="338462"/>
          </a:xfrm>
          <a:prstGeom prst="ellipse">
            <a:avLst/>
          </a:prstGeom>
          <a:solidFill>
            <a:srgbClr val="0071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E9E15DBC-7B10-F3D9-A43F-D50350369F06}"/>
              </a:ext>
            </a:extLst>
          </p:cNvPr>
          <p:cNvSpPr/>
          <p:nvPr userDrawn="1"/>
        </p:nvSpPr>
        <p:spPr>
          <a:xfrm>
            <a:off x="16583525" y="3397082"/>
            <a:ext cx="338462" cy="338462"/>
          </a:xfrm>
          <a:prstGeom prst="ellipse">
            <a:avLst/>
          </a:prstGeom>
          <a:solidFill>
            <a:srgbClr val="004B1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BF95DBEE-F020-4978-5E7E-8379915E0CAF}"/>
              </a:ext>
            </a:extLst>
          </p:cNvPr>
          <p:cNvSpPr/>
          <p:nvPr userDrawn="1"/>
        </p:nvSpPr>
        <p:spPr>
          <a:xfrm>
            <a:off x="13959929" y="3977058"/>
            <a:ext cx="618392" cy="6183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D2A68381-F16B-2DEE-CEF1-A8BE0F34B13E}"/>
              </a:ext>
            </a:extLst>
          </p:cNvPr>
          <p:cNvSpPr/>
          <p:nvPr userDrawn="1"/>
        </p:nvSpPr>
        <p:spPr>
          <a:xfrm>
            <a:off x="15084675" y="4117023"/>
            <a:ext cx="338462" cy="338462"/>
          </a:xfrm>
          <a:prstGeom prst="ellipse">
            <a:avLst/>
          </a:prstGeom>
          <a:solidFill>
            <a:srgbClr val="D0BC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449E6D0B-873D-A995-90B4-540D1B0792F0}"/>
              </a:ext>
            </a:extLst>
          </p:cNvPr>
          <p:cNvSpPr/>
          <p:nvPr userDrawn="1"/>
        </p:nvSpPr>
        <p:spPr>
          <a:xfrm>
            <a:off x="15584292" y="4117023"/>
            <a:ext cx="338462" cy="338462"/>
          </a:xfrm>
          <a:prstGeom prst="ellipse">
            <a:avLst/>
          </a:prstGeom>
          <a:solidFill>
            <a:srgbClr val="A17AB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C40CF7FA-7AE1-0C26-0CF8-2EA671537FCB}"/>
              </a:ext>
            </a:extLst>
          </p:cNvPr>
          <p:cNvSpPr/>
          <p:nvPr userDrawn="1"/>
        </p:nvSpPr>
        <p:spPr>
          <a:xfrm>
            <a:off x="16083909" y="4117023"/>
            <a:ext cx="338462" cy="338462"/>
          </a:xfrm>
          <a:prstGeom prst="ellipse">
            <a:avLst/>
          </a:prstGeom>
          <a:solidFill>
            <a:srgbClr val="3813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4EA0B646-3FC8-EE3B-7954-2A870B5A5342}"/>
              </a:ext>
            </a:extLst>
          </p:cNvPr>
          <p:cNvSpPr/>
          <p:nvPr userDrawn="1"/>
        </p:nvSpPr>
        <p:spPr>
          <a:xfrm>
            <a:off x="16583525" y="4117023"/>
            <a:ext cx="338462" cy="338462"/>
          </a:xfrm>
          <a:prstGeom prst="ellipse">
            <a:avLst/>
          </a:prstGeom>
          <a:solidFill>
            <a:srgbClr val="250D3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E9646680-F2B5-8B2D-7C89-11A151AADF26}"/>
              </a:ext>
            </a:extLst>
          </p:cNvPr>
          <p:cNvSpPr/>
          <p:nvPr userDrawn="1"/>
        </p:nvSpPr>
        <p:spPr>
          <a:xfrm>
            <a:off x="13959929" y="4652930"/>
            <a:ext cx="618392" cy="618392"/>
          </a:xfrm>
          <a:prstGeom prst="ellipse">
            <a:avLst/>
          </a:prstGeom>
          <a:solidFill>
            <a:srgbClr val="007B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9D90D5C0-21BC-9451-57FF-090997257FBF}"/>
              </a:ext>
            </a:extLst>
          </p:cNvPr>
          <p:cNvSpPr/>
          <p:nvPr userDrawn="1"/>
        </p:nvSpPr>
        <p:spPr>
          <a:xfrm>
            <a:off x="15084675" y="4836963"/>
            <a:ext cx="338462" cy="338462"/>
          </a:xfrm>
          <a:prstGeom prst="ellipse">
            <a:avLst/>
          </a:prstGeom>
          <a:solidFill>
            <a:srgbClr val="B2D7E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B7E2572B-60E8-5AC3-91A9-FCC12E680DF0}"/>
              </a:ext>
            </a:extLst>
          </p:cNvPr>
          <p:cNvSpPr/>
          <p:nvPr userDrawn="1"/>
        </p:nvSpPr>
        <p:spPr>
          <a:xfrm>
            <a:off x="15584292" y="4836963"/>
            <a:ext cx="338462" cy="338462"/>
          </a:xfrm>
          <a:prstGeom prst="ellipse">
            <a:avLst/>
          </a:prstGeom>
          <a:solidFill>
            <a:srgbClr val="66AF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36BF8935-8C07-DE5A-667A-41A7BE738163}"/>
              </a:ext>
            </a:extLst>
          </p:cNvPr>
          <p:cNvSpPr/>
          <p:nvPr userDrawn="1"/>
        </p:nvSpPr>
        <p:spPr>
          <a:xfrm>
            <a:off x="16083909" y="4836963"/>
            <a:ext cx="338462" cy="338462"/>
          </a:xfrm>
          <a:prstGeom prst="ellipse">
            <a:avLst/>
          </a:prstGeom>
          <a:solidFill>
            <a:srgbClr val="005C8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6" name="Oval 95">
            <a:extLst>
              <a:ext uri="{FF2B5EF4-FFF2-40B4-BE49-F238E27FC236}">
                <a16:creationId xmlns:a16="http://schemas.microsoft.com/office/drawing/2014/main" id="{4E33C904-BEE7-535C-D0C2-6A2829797E2C}"/>
              </a:ext>
            </a:extLst>
          </p:cNvPr>
          <p:cNvSpPr/>
          <p:nvPr userDrawn="1"/>
        </p:nvSpPr>
        <p:spPr>
          <a:xfrm>
            <a:off x="16583525" y="4836963"/>
            <a:ext cx="338462" cy="338462"/>
          </a:xfrm>
          <a:prstGeom prst="ellipse">
            <a:avLst/>
          </a:prstGeom>
          <a:solidFill>
            <a:srgbClr val="003D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A958DD3C-7E53-41B9-0C23-F6AB7020F6A2}"/>
              </a:ext>
            </a:extLst>
          </p:cNvPr>
          <p:cNvSpPr txBox="1"/>
          <p:nvPr userDrawn="1"/>
        </p:nvSpPr>
        <p:spPr>
          <a:xfrm>
            <a:off x="13920953" y="570792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/>
              <a:t>Product Group Colors</a:t>
            </a:r>
          </a:p>
        </p:txBody>
      </p: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E7286E36-CED1-F0C1-825E-E33F83EE9D88}"/>
              </a:ext>
            </a:extLst>
          </p:cNvPr>
          <p:cNvCxnSpPr>
            <a:cxnSpLocks/>
          </p:cNvCxnSpPr>
          <p:nvPr userDrawn="1"/>
        </p:nvCxnSpPr>
        <p:spPr>
          <a:xfrm>
            <a:off x="13920953" y="5583284"/>
            <a:ext cx="3109779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E1A7D4B9-F12E-68AE-CCC0-9A7C21105F6B}"/>
              </a:ext>
            </a:extLst>
          </p:cNvPr>
          <p:cNvCxnSpPr>
            <a:cxnSpLocks/>
          </p:cNvCxnSpPr>
          <p:nvPr userDrawn="1"/>
        </p:nvCxnSpPr>
        <p:spPr>
          <a:xfrm>
            <a:off x="13920953" y="0"/>
            <a:ext cx="907751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AC3B0654-E4DE-E952-DDBC-899C2799BD99}"/>
              </a:ext>
            </a:extLst>
          </p:cNvPr>
          <p:cNvCxnSpPr>
            <a:cxnSpLocks/>
          </p:cNvCxnSpPr>
          <p:nvPr userDrawn="1"/>
        </p:nvCxnSpPr>
        <p:spPr>
          <a:xfrm>
            <a:off x="15040681" y="0"/>
            <a:ext cx="1963661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Rectangle 100">
            <a:extLst>
              <a:ext uri="{FF2B5EF4-FFF2-40B4-BE49-F238E27FC236}">
                <a16:creationId xmlns:a16="http://schemas.microsoft.com/office/drawing/2014/main" id="{C886E2AF-5BD9-8CEF-4D0B-04B3E133E601}"/>
              </a:ext>
            </a:extLst>
          </p:cNvPr>
          <p:cNvSpPr/>
          <p:nvPr userDrawn="1"/>
        </p:nvSpPr>
        <p:spPr>
          <a:xfrm>
            <a:off x="14716831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>
                <a:solidFill>
                  <a:schemeClr val="tx1"/>
                </a:solidFill>
                <a:latin typeface="+mn-lt"/>
              </a:rPr>
              <a:t>BIG-IP Next</a:t>
            </a:r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F67F38FB-B95C-E66A-245B-7A9CAACFCE63}"/>
              </a:ext>
            </a:extLst>
          </p:cNvPr>
          <p:cNvSpPr/>
          <p:nvPr userDrawn="1"/>
        </p:nvSpPr>
        <p:spPr>
          <a:xfrm>
            <a:off x="14804987" y="6024739"/>
            <a:ext cx="338462" cy="338462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D8ED1B21-5B02-CE80-7B5D-A43D4551FC14}"/>
              </a:ext>
            </a:extLst>
          </p:cNvPr>
          <p:cNvSpPr/>
          <p:nvPr userDrawn="1"/>
        </p:nvSpPr>
        <p:spPr>
          <a:xfrm>
            <a:off x="13843869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>
                <a:solidFill>
                  <a:schemeClr val="tx1"/>
                </a:solidFill>
                <a:latin typeface="+mn-lt"/>
              </a:rPr>
              <a:t>Distributed Cloud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5CA4538A-9690-7D8B-C6D9-C6919A123414}"/>
              </a:ext>
            </a:extLst>
          </p:cNvPr>
          <p:cNvSpPr/>
          <p:nvPr userDrawn="1"/>
        </p:nvSpPr>
        <p:spPr>
          <a:xfrm>
            <a:off x="15568415" y="6388493"/>
            <a:ext cx="91440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000" kern="100">
                <a:solidFill>
                  <a:schemeClr val="tx1"/>
                </a:solidFill>
                <a:latin typeface="+mn-lt"/>
              </a:rPr>
              <a:t>BIG-IP</a:t>
            </a:r>
          </a:p>
        </p:txBody>
      </p:sp>
      <p:sp>
        <p:nvSpPr>
          <p:cNvPr id="105" name="Oval 104">
            <a:extLst>
              <a:ext uri="{FF2B5EF4-FFF2-40B4-BE49-F238E27FC236}">
                <a16:creationId xmlns:a16="http://schemas.microsoft.com/office/drawing/2014/main" id="{D4390889-DCBA-2922-B709-105A02916B64}"/>
              </a:ext>
            </a:extLst>
          </p:cNvPr>
          <p:cNvSpPr/>
          <p:nvPr userDrawn="1"/>
        </p:nvSpPr>
        <p:spPr>
          <a:xfrm>
            <a:off x="13916887" y="6024739"/>
            <a:ext cx="338462" cy="33846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106" name="Oval 105">
            <a:extLst>
              <a:ext uri="{FF2B5EF4-FFF2-40B4-BE49-F238E27FC236}">
                <a16:creationId xmlns:a16="http://schemas.microsoft.com/office/drawing/2014/main" id="{001821C4-B89E-FC65-D85C-4BCB14FEC906}"/>
              </a:ext>
            </a:extLst>
          </p:cNvPr>
          <p:cNvSpPr/>
          <p:nvPr userDrawn="1"/>
        </p:nvSpPr>
        <p:spPr>
          <a:xfrm>
            <a:off x="15702617" y="6024739"/>
            <a:ext cx="338462" cy="33846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F1456295-A1B4-255C-B9C7-8CF033F8A79E}"/>
              </a:ext>
            </a:extLst>
          </p:cNvPr>
          <p:cNvSpPr/>
          <p:nvPr userDrawn="1"/>
        </p:nvSpPr>
        <p:spPr>
          <a:xfrm>
            <a:off x="16491659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>
                <a:solidFill>
                  <a:schemeClr val="tx1"/>
                </a:solidFill>
                <a:latin typeface="+mn-lt"/>
              </a:rPr>
              <a:t>NGINX </a:t>
            </a:r>
          </a:p>
        </p:txBody>
      </p:sp>
      <p:sp>
        <p:nvSpPr>
          <p:cNvPr id="108" name="Oval 107">
            <a:extLst>
              <a:ext uri="{FF2B5EF4-FFF2-40B4-BE49-F238E27FC236}">
                <a16:creationId xmlns:a16="http://schemas.microsoft.com/office/drawing/2014/main" id="{260329C7-59C4-9B6E-8BE2-2D7F574A6533}"/>
              </a:ext>
            </a:extLst>
          </p:cNvPr>
          <p:cNvSpPr/>
          <p:nvPr userDrawn="1"/>
        </p:nvSpPr>
        <p:spPr>
          <a:xfrm>
            <a:off x="16590717" y="6024739"/>
            <a:ext cx="338462" cy="33846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009505806"/>
      </p:ext>
    </p:extLst>
  </p:cSld>
  <p:clrMapOvr>
    <a:masterClrMapping/>
  </p:clrMapOvr>
</p:sldLayout>
</file>

<file path=ppt/slideLayouts/slideLayout14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Right One-third Highlight_with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A836E480-E42E-4AF7-9F2C-0D6D6C9E201E}"/>
              </a:ext>
            </a:extLst>
          </p:cNvPr>
          <p:cNvSpPr/>
          <p:nvPr userDrawn="1"/>
        </p:nvSpPr>
        <p:spPr>
          <a:xfrm>
            <a:off x="8111905" y="81480"/>
            <a:ext cx="4080095" cy="677651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US" kern="10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37" name="Content Placeholder 2">
            <a:extLst>
              <a:ext uri="{FF2B5EF4-FFF2-40B4-BE49-F238E27FC236}">
                <a16:creationId xmlns:a16="http://schemas.microsoft.com/office/drawing/2014/main" id="{CB74AC72-DDAB-49D1-8286-ABBA64795E3E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69223" y="1967113"/>
            <a:ext cx="7310618" cy="442706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F84C2779-5F96-4963-ABA1-52B1DEDACA1F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457200" y="1256758"/>
            <a:ext cx="7327720" cy="246221"/>
          </a:xfrm>
          <a:prstGeom prst="rect">
            <a:avLst/>
          </a:prstGeom>
        </p:spPr>
        <p:txBody>
          <a:bodyPr wrap="square" lIns="0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0" cap="none" spc="0" baseline="0">
                <a:solidFill>
                  <a:srgbClr val="7D7D7D"/>
                </a:solidFill>
                <a:latin typeface="+mn-lt"/>
              </a:defRPr>
            </a:lvl1pPr>
            <a:lvl2pPr marL="0" indent="0">
              <a:buNone/>
              <a:defRPr lang="en-US" sz="1800" b="1" kern="100" cap="all" spc="50" baseline="0" dirty="0" smtClean="0">
                <a:solidFill>
                  <a:srgbClr val="7D7D7D"/>
                </a:solidFill>
                <a:latin typeface="Arial Narrow" panose="020B0606020202030204" pitchFamily="34" charset="0"/>
                <a:ea typeface="+mn-ea"/>
                <a:cs typeface="Arial" panose="020B0604020202020204" pitchFamily="34" charset="0"/>
              </a:defRPr>
            </a:lvl2pPr>
            <a:lvl3pPr marL="0" indent="0">
              <a:buNone/>
              <a:defRPr lang="en-US" sz="1800" b="1" kern="100" cap="all" spc="50" baseline="0" dirty="0" smtClean="0">
                <a:solidFill>
                  <a:srgbClr val="7D7D7D"/>
                </a:solidFill>
                <a:latin typeface="Arial Narrow" panose="020B0606020202030204" pitchFamily="34" charset="0"/>
                <a:ea typeface="+mn-ea"/>
                <a:cs typeface="Arial" panose="020B0604020202020204" pitchFamily="34" charset="0"/>
              </a:defRPr>
            </a:lvl3pPr>
            <a:lvl4pPr marL="0" indent="0">
              <a:buNone/>
              <a:defRPr lang="en-US" sz="1800" b="1" kern="100" cap="all" spc="50" baseline="0" dirty="0">
                <a:solidFill>
                  <a:srgbClr val="7D7D7D"/>
                </a:solidFill>
                <a:latin typeface="Arial Narrow" panose="020B0606020202030204" pitchFamily="34" charset="0"/>
                <a:ea typeface="+mn-ea"/>
                <a:cs typeface="Arial" panose="020B0604020202020204" pitchFamily="34" charset="0"/>
              </a:defRPr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870FF31-9141-4408-B4D2-D6D124989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7327638" cy="75399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11E4C98-5954-41FD-8D46-6EC8F6233D4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 vert="horz" lIns="0" tIns="0" rIns="0" bIns="0" rtlCol="0" anchor="ctr"/>
          <a:lstStyle>
            <a:lvl1pPr>
              <a:defRPr lang="en-US" smtClean="0"/>
            </a:lvl1pPr>
          </a:lstStyle>
          <a:p>
            <a:r>
              <a:rPr lang="en-US"/>
              <a:t>CONFIDENTIAL</a:t>
            </a:r>
          </a:p>
        </p:txBody>
      </p:sp>
      <p:pic>
        <p:nvPicPr>
          <p:cNvPr id="2" name="updated logo" descr="Logo&#10;&#10;Description automatically generated">
            <a:extLst>
              <a:ext uri="{FF2B5EF4-FFF2-40B4-BE49-F238E27FC236}">
                <a16:creationId xmlns:a16="http://schemas.microsoft.com/office/drawing/2014/main" id="{960362C2-D791-1C30-88AE-6676A9E8280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89503" y="6431000"/>
            <a:ext cx="246888" cy="24688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7DBF30B-057C-7695-2B9C-542E2FACC6A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94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91689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eft one-third high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A836E480-E42E-4AF7-9F2C-0D6D6C9E201E}"/>
              </a:ext>
            </a:extLst>
          </p:cNvPr>
          <p:cNvSpPr/>
          <p:nvPr userDrawn="1"/>
        </p:nvSpPr>
        <p:spPr>
          <a:xfrm>
            <a:off x="0" y="0"/>
            <a:ext cx="4060953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US" kern="10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37" name="Content Placeholder 2">
            <a:extLst>
              <a:ext uri="{FF2B5EF4-FFF2-40B4-BE49-F238E27FC236}">
                <a16:creationId xmlns:a16="http://schemas.microsoft.com/office/drawing/2014/main" id="{CB74AC72-DDAB-49D1-8286-ABBA64795E3E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419467" y="1967113"/>
            <a:ext cx="7310618" cy="4319387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870FF31-9141-4408-B4D2-D6D124989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07444" y="457200"/>
            <a:ext cx="7327638" cy="75399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36E228C-D588-26FA-EF24-21EA7033FB3F}"/>
              </a:ext>
            </a:extLst>
          </p:cNvPr>
          <p:cNvSpPr txBox="1"/>
          <p:nvPr userDrawn="1"/>
        </p:nvSpPr>
        <p:spPr>
          <a:xfrm>
            <a:off x="681343" y="6501327"/>
            <a:ext cx="730016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r>
              <a:rPr lang="en-US" sz="750" kern="100" cap="all" spc="10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©</a:t>
            </a:r>
            <a:r>
              <a:rPr lang="en-US" sz="750" kern="100" cap="all" spc="2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2025 F5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83D7A17-F066-B1B4-8473-3639FB4197BF}"/>
              </a:ext>
            </a:extLst>
          </p:cNvPr>
          <p:cNvSpPr txBox="1"/>
          <p:nvPr userDrawn="1"/>
        </p:nvSpPr>
        <p:spPr>
          <a:xfrm>
            <a:off x="6805" y="6501327"/>
            <a:ext cx="567398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 algn="r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  <a:buFont typeface="Arial" panose="020B0604020202020204" pitchFamily="34" charset="0"/>
              <a:buChar char="​"/>
            </a:pPr>
            <a:fld id="{CB0320B6-2A61-43CE-9396-B5C4FB4B7D43}" type="slidenum">
              <a:rPr lang="en-US" sz="750" b="0" kern="100" cap="all" spc="50" smtClean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pPr marL="0" lvl="4" algn="r">
                <a:lnSpc>
                  <a:spcPct val="85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5"/>
                </a:buClr>
                <a:buFont typeface="Arial" panose="020B0604020202020204" pitchFamily="34" charset="0"/>
                <a:buChar char="​"/>
              </a:pPr>
              <a:t>‹#›</a:t>
            </a:fld>
            <a:endParaRPr lang="en-US" sz="750" b="0" kern="100" cap="all" spc="50">
              <a:solidFill>
                <a:schemeClr val="tx1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9" name="Footer Placeholder 10">
            <a:extLst>
              <a:ext uri="{FF2B5EF4-FFF2-40B4-BE49-F238E27FC236}">
                <a16:creationId xmlns:a16="http://schemas.microsoft.com/office/drawing/2014/main" id="{C596F216-4AF5-7E0C-9A59-A47A2B34FAF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algn="l" defTabSz="914400" rtl="0" eaLnBrk="1" latinLnBrk="0" hangingPunct="1">
              <a:defRPr lang="en-US" sz="75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5pPr>
              <a:defRPr lang="en-US" sz="750" kern="100" cap="all" spc="0" baseline="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A229947-A913-F69F-A2A2-CFC7F9EBEA3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944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8878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2/3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A836E480-E42E-4AF7-9F2C-0D6D6C9E201E}"/>
              </a:ext>
            </a:extLst>
          </p:cNvPr>
          <p:cNvSpPr/>
          <p:nvPr userDrawn="1"/>
        </p:nvSpPr>
        <p:spPr>
          <a:xfrm>
            <a:off x="4060953" y="0"/>
            <a:ext cx="8131048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US" kern="10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20" name="Picture Placeholder 3">
            <a:extLst>
              <a:ext uri="{FF2B5EF4-FFF2-40B4-BE49-F238E27FC236}">
                <a16:creationId xmlns:a16="http://schemas.microsoft.com/office/drawing/2014/main" id="{8AD9881D-B00A-4247-8DF7-BEE9578ADBC5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4060953" y="94488"/>
            <a:ext cx="8131048" cy="6763511"/>
          </a:xfrm>
          <a:prstGeom prst="rect">
            <a:avLst/>
          </a:prstGeom>
          <a:noFill/>
        </p:spPr>
        <p:txBody>
          <a:bodyPr lIns="274320" tIns="274320" rIns="274320" bIns="274320"/>
          <a:lstStyle>
            <a:lvl1pPr algn="ctr">
              <a:buNone/>
              <a:defRPr sz="1800"/>
            </a:lvl1pPr>
          </a:lstStyle>
          <a:p>
            <a:r>
              <a:rPr lang="en-US"/>
              <a:t>Click icon below to insert a photo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56F043C-92B1-4F33-A948-6B9D078B26E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489503" y="6431001"/>
            <a:ext cx="245678" cy="245297"/>
          </a:xfrm>
          <a:blipFill>
            <a:blip r:embed="rId2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7" name="Footer Placeholder 10">
            <a:extLst>
              <a:ext uri="{FF2B5EF4-FFF2-40B4-BE49-F238E27FC236}">
                <a16:creationId xmlns:a16="http://schemas.microsoft.com/office/drawing/2014/main" id="{88866E84-0A57-4668-B531-68C5A5DCE6A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83296D1-7B2C-9B6B-7019-97F1AE988EC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0" y="0"/>
            <a:ext cx="12192000" cy="944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01225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hoto 2/3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42193922-250C-D740-A91E-0F1BF41B61A8}"/>
              </a:ext>
            </a:extLst>
          </p:cNvPr>
          <p:cNvSpPr/>
          <p:nvPr userDrawn="1"/>
        </p:nvSpPr>
        <p:spPr>
          <a:xfrm>
            <a:off x="-1" y="0"/>
            <a:ext cx="8109959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US" kern="10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19" name="Picture Placeholder 3">
            <a:extLst>
              <a:ext uri="{FF2B5EF4-FFF2-40B4-BE49-F238E27FC236}">
                <a16:creationId xmlns:a16="http://schemas.microsoft.com/office/drawing/2014/main" id="{A2524182-F3AA-A449-A811-1F42DD3BE45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0" y="91440"/>
            <a:ext cx="8109958" cy="6766559"/>
          </a:xfrm>
          <a:prstGeom prst="rect">
            <a:avLst/>
          </a:prstGeom>
          <a:noFill/>
        </p:spPr>
        <p:txBody>
          <a:bodyPr lIns="274320" tIns="274320" rIns="274320" bIns="274320"/>
          <a:lstStyle>
            <a:lvl1pPr algn="ctr">
              <a:buNone/>
              <a:defRPr sz="1800"/>
            </a:lvl1pPr>
          </a:lstStyle>
          <a:p>
            <a:r>
              <a:rPr lang="en-US"/>
              <a:t>Click icon below to insert a photo</a:t>
            </a:r>
          </a:p>
        </p:txBody>
      </p:sp>
      <p:pic>
        <p:nvPicPr>
          <p:cNvPr id="32" name="Graphic 31">
            <a:extLst>
              <a:ext uri="{FF2B5EF4-FFF2-40B4-BE49-F238E27FC236}">
                <a16:creationId xmlns:a16="http://schemas.microsoft.com/office/drawing/2014/main" id="{97316C92-AC84-494D-9E23-16873326D9D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89503" y="6431000"/>
            <a:ext cx="250273" cy="25027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B3F92E6-42AB-1878-38FB-A29C954AADDE}"/>
              </a:ext>
            </a:extLst>
          </p:cNvPr>
          <p:cNvSpPr txBox="1"/>
          <p:nvPr userDrawn="1"/>
        </p:nvSpPr>
        <p:spPr>
          <a:xfrm>
            <a:off x="681343" y="6501327"/>
            <a:ext cx="730016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r>
              <a:rPr lang="en-US" sz="750" kern="100" cap="all" spc="10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©</a:t>
            </a:r>
            <a:r>
              <a:rPr lang="en-US" sz="750" kern="100" cap="all" spc="2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2025 F5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452F96B-6FC9-D964-892E-6247084A78BD}"/>
              </a:ext>
            </a:extLst>
          </p:cNvPr>
          <p:cNvSpPr txBox="1"/>
          <p:nvPr userDrawn="1"/>
        </p:nvSpPr>
        <p:spPr>
          <a:xfrm>
            <a:off x="6805" y="6501327"/>
            <a:ext cx="567398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 algn="r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  <a:buFont typeface="Arial" panose="020B0604020202020204" pitchFamily="34" charset="0"/>
              <a:buChar char="​"/>
            </a:pPr>
            <a:fld id="{CB0320B6-2A61-43CE-9396-B5C4FB4B7D43}" type="slidenum">
              <a:rPr lang="en-US" sz="750" b="0" kern="100" cap="all" spc="50" smtClean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pPr marL="0" lvl="4" algn="r">
                <a:lnSpc>
                  <a:spcPct val="85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5"/>
                </a:buClr>
                <a:buFont typeface="Arial" panose="020B0604020202020204" pitchFamily="34" charset="0"/>
                <a:buChar char="​"/>
              </a:pPr>
              <a:t>‹#›</a:t>
            </a:fld>
            <a:endParaRPr lang="en-US" sz="750" b="0" kern="100" cap="all" spc="50">
              <a:solidFill>
                <a:schemeClr val="tx1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5" name="Footer Placeholder 10">
            <a:extLst>
              <a:ext uri="{FF2B5EF4-FFF2-40B4-BE49-F238E27FC236}">
                <a16:creationId xmlns:a16="http://schemas.microsoft.com/office/drawing/2014/main" id="{B986DCA8-99AD-45A9-C6DE-4FCE903F4E4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254AF8A-6035-75DE-7938-BAB50A0CE7EC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0" y="0"/>
            <a:ext cx="12192000" cy="9448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2D3848B-0DE8-6291-1327-5BF6BB3E7E7F}"/>
              </a:ext>
            </a:extLst>
          </p:cNvPr>
          <p:cNvSpPr txBox="1"/>
          <p:nvPr userDrawn="1"/>
        </p:nvSpPr>
        <p:spPr>
          <a:xfrm>
            <a:off x="13920953" y="10706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/>
              <a:t>Primary palette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D1D45C0-19D4-FB2A-6CAF-51469DF920E1}"/>
              </a:ext>
            </a:extLst>
          </p:cNvPr>
          <p:cNvSpPr/>
          <p:nvPr userDrawn="1"/>
        </p:nvSpPr>
        <p:spPr>
          <a:xfrm>
            <a:off x="13959929" y="377353"/>
            <a:ext cx="618392" cy="618392"/>
          </a:xfrm>
          <a:prstGeom prst="ellipse">
            <a:avLst/>
          </a:prstGeom>
          <a:solidFill>
            <a:srgbClr val="E400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73B8DB8F-34D4-AC5A-80D9-A02E6283C237}"/>
              </a:ext>
            </a:extLst>
          </p:cNvPr>
          <p:cNvSpPr/>
          <p:nvPr userDrawn="1"/>
        </p:nvSpPr>
        <p:spPr>
          <a:xfrm>
            <a:off x="15084675" y="517318"/>
            <a:ext cx="338462" cy="338462"/>
          </a:xfrm>
          <a:prstGeom prst="ellipse">
            <a:avLst/>
          </a:prstGeom>
          <a:solidFill>
            <a:srgbClr val="F7B2B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55CF169-0CBB-D4F6-614C-592F30DE9BFE}"/>
              </a:ext>
            </a:extLst>
          </p:cNvPr>
          <p:cNvSpPr/>
          <p:nvPr userDrawn="1"/>
        </p:nvSpPr>
        <p:spPr>
          <a:xfrm>
            <a:off x="15584292" y="517318"/>
            <a:ext cx="338462" cy="338462"/>
          </a:xfrm>
          <a:prstGeom prst="ellipse">
            <a:avLst/>
          </a:prstGeom>
          <a:solidFill>
            <a:srgbClr val="F066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134192A1-A18C-F04B-30F6-545ACA8F09CE}"/>
              </a:ext>
            </a:extLst>
          </p:cNvPr>
          <p:cNvSpPr/>
          <p:nvPr userDrawn="1"/>
        </p:nvSpPr>
        <p:spPr>
          <a:xfrm>
            <a:off x="16083909" y="517318"/>
            <a:ext cx="338462" cy="338462"/>
          </a:xfrm>
          <a:prstGeom prst="ellipse">
            <a:avLst/>
          </a:prstGeom>
          <a:solidFill>
            <a:srgbClr val="A7002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5203B7DF-88C3-4188-9E49-D9E628BEA57A}"/>
              </a:ext>
            </a:extLst>
          </p:cNvPr>
          <p:cNvSpPr/>
          <p:nvPr userDrawn="1"/>
        </p:nvSpPr>
        <p:spPr>
          <a:xfrm>
            <a:off x="16583525" y="517318"/>
            <a:ext cx="338462" cy="338462"/>
          </a:xfrm>
          <a:prstGeom prst="ellipse">
            <a:avLst/>
          </a:prstGeom>
          <a:solidFill>
            <a:srgbClr val="72001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371BB2A-8BF7-FFF7-B258-0A503C3EC071}"/>
              </a:ext>
            </a:extLst>
          </p:cNvPr>
          <p:cNvSpPr txBox="1"/>
          <p:nvPr userDrawn="1"/>
        </p:nvSpPr>
        <p:spPr>
          <a:xfrm>
            <a:off x="15053447" y="10706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/>
              <a:t>Secondary palette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669621A8-BA5A-1696-BC68-0A27AB375DD9}"/>
              </a:ext>
            </a:extLst>
          </p:cNvPr>
          <p:cNvSpPr/>
          <p:nvPr userDrawn="1"/>
        </p:nvSpPr>
        <p:spPr>
          <a:xfrm>
            <a:off x="13959929" y="1097294"/>
            <a:ext cx="618392" cy="618392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49255CC7-9FB5-EF47-C380-A8DC596EA0D6}"/>
              </a:ext>
            </a:extLst>
          </p:cNvPr>
          <p:cNvSpPr/>
          <p:nvPr userDrawn="1"/>
        </p:nvSpPr>
        <p:spPr>
          <a:xfrm>
            <a:off x="15084675" y="1237259"/>
            <a:ext cx="338462" cy="338462"/>
          </a:xfrm>
          <a:prstGeom prst="ellipse">
            <a:avLst/>
          </a:prstGeom>
          <a:solidFill>
            <a:srgbClr val="FBE1C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F1FF2572-7FE1-F475-C85D-CB74FC078244}"/>
              </a:ext>
            </a:extLst>
          </p:cNvPr>
          <p:cNvSpPr/>
          <p:nvPr userDrawn="1"/>
        </p:nvSpPr>
        <p:spPr>
          <a:xfrm>
            <a:off x="15584292" y="1237259"/>
            <a:ext cx="338462" cy="338462"/>
          </a:xfrm>
          <a:prstGeom prst="ellipse">
            <a:avLst/>
          </a:prstGeom>
          <a:solidFill>
            <a:srgbClr val="F7C2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A57D5A3D-294E-ABF8-5C81-F5CE22014D3E}"/>
              </a:ext>
            </a:extLst>
          </p:cNvPr>
          <p:cNvSpPr/>
          <p:nvPr userDrawn="1"/>
        </p:nvSpPr>
        <p:spPr>
          <a:xfrm>
            <a:off x="16083909" y="1237259"/>
            <a:ext cx="338462" cy="338462"/>
          </a:xfrm>
          <a:prstGeom prst="ellipse">
            <a:avLst/>
          </a:prstGeom>
          <a:solidFill>
            <a:srgbClr val="B2742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77D85743-14FA-9F24-B58A-5D3943FEE2AC}"/>
              </a:ext>
            </a:extLst>
          </p:cNvPr>
          <p:cNvSpPr/>
          <p:nvPr userDrawn="1"/>
        </p:nvSpPr>
        <p:spPr>
          <a:xfrm>
            <a:off x="16583525" y="1237259"/>
            <a:ext cx="338462" cy="338462"/>
          </a:xfrm>
          <a:prstGeom prst="ellipse">
            <a:avLst/>
          </a:prstGeom>
          <a:solidFill>
            <a:srgbClr val="794D1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B858C023-6BF6-41B9-D297-480F6CC9BD36}"/>
              </a:ext>
            </a:extLst>
          </p:cNvPr>
          <p:cNvSpPr/>
          <p:nvPr userDrawn="1"/>
        </p:nvSpPr>
        <p:spPr>
          <a:xfrm>
            <a:off x="13959929" y="1817235"/>
            <a:ext cx="618392" cy="6183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119B443D-0716-F49F-F149-6D4B8C692AE1}"/>
              </a:ext>
            </a:extLst>
          </p:cNvPr>
          <p:cNvSpPr/>
          <p:nvPr userDrawn="1"/>
        </p:nvSpPr>
        <p:spPr>
          <a:xfrm>
            <a:off x="15084675" y="1957200"/>
            <a:ext cx="338462" cy="338462"/>
          </a:xfrm>
          <a:prstGeom prst="ellipse">
            <a:avLst/>
          </a:prstGeom>
          <a:solidFill>
            <a:srgbClr val="B7C6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EA44FF1D-22F5-C578-95FA-7779BFAAFF85}"/>
              </a:ext>
            </a:extLst>
          </p:cNvPr>
          <p:cNvSpPr/>
          <p:nvPr userDrawn="1"/>
        </p:nvSpPr>
        <p:spPr>
          <a:xfrm>
            <a:off x="15584292" y="1957200"/>
            <a:ext cx="338462" cy="338462"/>
          </a:xfrm>
          <a:prstGeom prst="ellipse">
            <a:avLst/>
          </a:prstGeom>
          <a:solidFill>
            <a:srgbClr val="6E8D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CC2ED3DF-F218-C9C7-EA48-B97615F5AA9B}"/>
              </a:ext>
            </a:extLst>
          </p:cNvPr>
          <p:cNvSpPr/>
          <p:nvPr userDrawn="1"/>
        </p:nvSpPr>
        <p:spPr>
          <a:xfrm>
            <a:off x="16083909" y="1957200"/>
            <a:ext cx="338462" cy="338462"/>
          </a:xfrm>
          <a:prstGeom prst="ellipse">
            <a:avLst/>
          </a:prstGeom>
          <a:solidFill>
            <a:srgbClr val="0B31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35FE526E-AC04-08A3-2DE3-4944F4FF601E}"/>
              </a:ext>
            </a:extLst>
          </p:cNvPr>
          <p:cNvSpPr/>
          <p:nvPr userDrawn="1"/>
        </p:nvSpPr>
        <p:spPr>
          <a:xfrm>
            <a:off x="16583525" y="1957200"/>
            <a:ext cx="338462" cy="338462"/>
          </a:xfrm>
          <a:prstGeom prst="ellipse">
            <a:avLst/>
          </a:prstGeom>
          <a:solidFill>
            <a:srgbClr val="07215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CE25FCF8-D0B3-4903-2CE1-05BACB3057B4}"/>
              </a:ext>
            </a:extLst>
          </p:cNvPr>
          <p:cNvSpPr/>
          <p:nvPr userDrawn="1"/>
        </p:nvSpPr>
        <p:spPr>
          <a:xfrm>
            <a:off x="13959929" y="2537176"/>
            <a:ext cx="618392" cy="618392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B06038D0-0755-38E6-A56D-1A9072DDE398}"/>
              </a:ext>
            </a:extLst>
          </p:cNvPr>
          <p:cNvSpPr/>
          <p:nvPr userDrawn="1"/>
        </p:nvSpPr>
        <p:spPr>
          <a:xfrm>
            <a:off x="15084675" y="2677141"/>
            <a:ext cx="338462" cy="338462"/>
          </a:xfrm>
          <a:prstGeom prst="ellipse">
            <a:avLst/>
          </a:prstGeom>
          <a:solidFill>
            <a:srgbClr val="E6BE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526E9D99-6662-BF80-02B7-D6CFAF26350B}"/>
              </a:ext>
            </a:extLst>
          </p:cNvPr>
          <p:cNvSpPr/>
          <p:nvPr userDrawn="1"/>
        </p:nvSpPr>
        <p:spPr>
          <a:xfrm>
            <a:off x="15584292" y="2677141"/>
            <a:ext cx="338462" cy="338462"/>
          </a:xfrm>
          <a:prstGeom prst="ellipse">
            <a:avLst/>
          </a:prstGeom>
          <a:solidFill>
            <a:srgbClr val="CD7DB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27BAB58D-7079-571F-BF37-D1B18FBC6716}"/>
              </a:ext>
            </a:extLst>
          </p:cNvPr>
          <p:cNvSpPr/>
          <p:nvPr userDrawn="1"/>
        </p:nvSpPr>
        <p:spPr>
          <a:xfrm>
            <a:off x="16083909" y="2677141"/>
            <a:ext cx="338462" cy="338462"/>
          </a:xfrm>
          <a:prstGeom prst="ellipse">
            <a:avLst/>
          </a:prstGeom>
          <a:solidFill>
            <a:srgbClr val="801D6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4E425090-B5BE-97C1-E112-B67FC325E3F6}"/>
              </a:ext>
            </a:extLst>
          </p:cNvPr>
          <p:cNvSpPr/>
          <p:nvPr userDrawn="1"/>
        </p:nvSpPr>
        <p:spPr>
          <a:xfrm>
            <a:off x="16583525" y="2677141"/>
            <a:ext cx="338462" cy="338462"/>
          </a:xfrm>
          <a:prstGeom prst="ellipse">
            <a:avLst/>
          </a:prstGeom>
          <a:solidFill>
            <a:srgbClr val="5614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42764FB8-B008-6621-D81B-CA5363AA3CCC}"/>
              </a:ext>
            </a:extLst>
          </p:cNvPr>
          <p:cNvSpPr/>
          <p:nvPr userDrawn="1"/>
        </p:nvSpPr>
        <p:spPr>
          <a:xfrm>
            <a:off x="13959929" y="3257117"/>
            <a:ext cx="618392" cy="61839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3B5E8BE2-7831-B2BF-771E-72E4CA2D0171}"/>
              </a:ext>
            </a:extLst>
          </p:cNvPr>
          <p:cNvSpPr/>
          <p:nvPr userDrawn="1"/>
        </p:nvSpPr>
        <p:spPr>
          <a:xfrm>
            <a:off x="15084675" y="3397082"/>
            <a:ext cx="338462" cy="338462"/>
          </a:xfrm>
          <a:prstGeom prst="ellipse">
            <a:avLst/>
          </a:prstGeom>
          <a:solidFill>
            <a:srgbClr val="B2DFC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5440C701-6CFD-DFBF-3BE4-DD4CA8EBBC18}"/>
              </a:ext>
            </a:extLst>
          </p:cNvPr>
          <p:cNvSpPr/>
          <p:nvPr userDrawn="1"/>
        </p:nvSpPr>
        <p:spPr>
          <a:xfrm>
            <a:off x="15584292" y="3397082"/>
            <a:ext cx="338462" cy="338462"/>
          </a:xfrm>
          <a:prstGeom prst="ellipse">
            <a:avLst/>
          </a:prstGeom>
          <a:solidFill>
            <a:srgbClr val="66C0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A393E0CB-8EC8-E077-FB52-6236A5BE8271}"/>
              </a:ext>
            </a:extLst>
          </p:cNvPr>
          <p:cNvSpPr/>
          <p:nvPr userDrawn="1"/>
        </p:nvSpPr>
        <p:spPr>
          <a:xfrm>
            <a:off x="16083909" y="3397082"/>
            <a:ext cx="338462" cy="338462"/>
          </a:xfrm>
          <a:prstGeom prst="ellipse">
            <a:avLst/>
          </a:prstGeom>
          <a:solidFill>
            <a:srgbClr val="0071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32BF37D3-920D-72DD-5ABE-BE688AFF1AC0}"/>
              </a:ext>
            </a:extLst>
          </p:cNvPr>
          <p:cNvSpPr/>
          <p:nvPr userDrawn="1"/>
        </p:nvSpPr>
        <p:spPr>
          <a:xfrm>
            <a:off x="16583525" y="3397082"/>
            <a:ext cx="338462" cy="338462"/>
          </a:xfrm>
          <a:prstGeom prst="ellipse">
            <a:avLst/>
          </a:prstGeom>
          <a:solidFill>
            <a:srgbClr val="004B1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5" name="Oval 84">
            <a:extLst>
              <a:ext uri="{FF2B5EF4-FFF2-40B4-BE49-F238E27FC236}">
                <a16:creationId xmlns:a16="http://schemas.microsoft.com/office/drawing/2014/main" id="{556C7E61-43EA-6CA8-00E0-CD1811114968}"/>
              </a:ext>
            </a:extLst>
          </p:cNvPr>
          <p:cNvSpPr/>
          <p:nvPr userDrawn="1"/>
        </p:nvSpPr>
        <p:spPr>
          <a:xfrm>
            <a:off x="13959929" y="3977058"/>
            <a:ext cx="618392" cy="6183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B9E92BE6-990E-414E-CED1-4110F749658A}"/>
              </a:ext>
            </a:extLst>
          </p:cNvPr>
          <p:cNvSpPr/>
          <p:nvPr userDrawn="1"/>
        </p:nvSpPr>
        <p:spPr>
          <a:xfrm>
            <a:off x="15084675" y="4117023"/>
            <a:ext cx="338462" cy="338462"/>
          </a:xfrm>
          <a:prstGeom prst="ellipse">
            <a:avLst/>
          </a:prstGeom>
          <a:solidFill>
            <a:srgbClr val="D0BC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BFFBAD9F-DB02-B985-9F38-B049DA5458F1}"/>
              </a:ext>
            </a:extLst>
          </p:cNvPr>
          <p:cNvSpPr/>
          <p:nvPr userDrawn="1"/>
        </p:nvSpPr>
        <p:spPr>
          <a:xfrm>
            <a:off x="15584292" y="4117023"/>
            <a:ext cx="338462" cy="338462"/>
          </a:xfrm>
          <a:prstGeom prst="ellipse">
            <a:avLst/>
          </a:prstGeom>
          <a:solidFill>
            <a:srgbClr val="A17AB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C6D95235-A958-5143-734D-97BA744A12AE}"/>
              </a:ext>
            </a:extLst>
          </p:cNvPr>
          <p:cNvSpPr/>
          <p:nvPr userDrawn="1"/>
        </p:nvSpPr>
        <p:spPr>
          <a:xfrm>
            <a:off x="16083909" y="4117023"/>
            <a:ext cx="338462" cy="338462"/>
          </a:xfrm>
          <a:prstGeom prst="ellipse">
            <a:avLst/>
          </a:prstGeom>
          <a:solidFill>
            <a:srgbClr val="3813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CC9BD5F4-3F92-74A1-FA99-7DEC602F6901}"/>
              </a:ext>
            </a:extLst>
          </p:cNvPr>
          <p:cNvSpPr/>
          <p:nvPr userDrawn="1"/>
        </p:nvSpPr>
        <p:spPr>
          <a:xfrm>
            <a:off x="16583525" y="4117023"/>
            <a:ext cx="338462" cy="338462"/>
          </a:xfrm>
          <a:prstGeom prst="ellipse">
            <a:avLst/>
          </a:prstGeom>
          <a:solidFill>
            <a:srgbClr val="250D3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EFB1BD5E-B418-0CFD-8CDA-8A08FF5BF5C3}"/>
              </a:ext>
            </a:extLst>
          </p:cNvPr>
          <p:cNvSpPr/>
          <p:nvPr userDrawn="1"/>
        </p:nvSpPr>
        <p:spPr>
          <a:xfrm>
            <a:off x="13959929" y="4652930"/>
            <a:ext cx="618392" cy="618392"/>
          </a:xfrm>
          <a:prstGeom prst="ellipse">
            <a:avLst/>
          </a:prstGeom>
          <a:solidFill>
            <a:srgbClr val="007B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FAE4E0B9-7076-CF1A-D233-0385A035DB05}"/>
              </a:ext>
            </a:extLst>
          </p:cNvPr>
          <p:cNvSpPr/>
          <p:nvPr userDrawn="1"/>
        </p:nvSpPr>
        <p:spPr>
          <a:xfrm>
            <a:off x="15084675" y="4836963"/>
            <a:ext cx="338462" cy="338462"/>
          </a:xfrm>
          <a:prstGeom prst="ellipse">
            <a:avLst/>
          </a:prstGeom>
          <a:solidFill>
            <a:srgbClr val="B2D7E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D7B10C0A-C3BB-B0F1-610A-1460F236D854}"/>
              </a:ext>
            </a:extLst>
          </p:cNvPr>
          <p:cNvSpPr/>
          <p:nvPr userDrawn="1"/>
        </p:nvSpPr>
        <p:spPr>
          <a:xfrm>
            <a:off x="15584292" y="4836963"/>
            <a:ext cx="338462" cy="338462"/>
          </a:xfrm>
          <a:prstGeom prst="ellipse">
            <a:avLst/>
          </a:prstGeom>
          <a:solidFill>
            <a:srgbClr val="66AF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3371D9ED-437A-5AB5-FC99-E4FD3679AFE0}"/>
              </a:ext>
            </a:extLst>
          </p:cNvPr>
          <p:cNvSpPr/>
          <p:nvPr userDrawn="1"/>
        </p:nvSpPr>
        <p:spPr>
          <a:xfrm>
            <a:off x="16083909" y="4836963"/>
            <a:ext cx="338462" cy="338462"/>
          </a:xfrm>
          <a:prstGeom prst="ellipse">
            <a:avLst/>
          </a:prstGeom>
          <a:solidFill>
            <a:srgbClr val="005C8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F40C1780-BCD7-9B45-4165-571F49F2F988}"/>
              </a:ext>
            </a:extLst>
          </p:cNvPr>
          <p:cNvSpPr/>
          <p:nvPr userDrawn="1"/>
        </p:nvSpPr>
        <p:spPr>
          <a:xfrm>
            <a:off x="16583525" y="4836963"/>
            <a:ext cx="338462" cy="338462"/>
          </a:xfrm>
          <a:prstGeom prst="ellipse">
            <a:avLst/>
          </a:prstGeom>
          <a:solidFill>
            <a:srgbClr val="003D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66FBF1A5-D25D-F8BE-4074-29675731A1AF}"/>
              </a:ext>
            </a:extLst>
          </p:cNvPr>
          <p:cNvSpPr txBox="1"/>
          <p:nvPr userDrawn="1"/>
        </p:nvSpPr>
        <p:spPr>
          <a:xfrm>
            <a:off x="13920953" y="570792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/>
              <a:t>Product Group Colors</a:t>
            </a:r>
          </a:p>
        </p:txBody>
      </p: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55A46D78-BD7F-32CB-740F-CDEB6A219C36}"/>
              </a:ext>
            </a:extLst>
          </p:cNvPr>
          <p:cNvCxnSpPr>
            <a:cxnSpLocks/>
          </p:cNvCxnSpPr>
          <p:nvPr userDrawn="1"/>
        </p:nvCxnSpPr>
        <p:spPr>
          <a:xfrm>
            <a:off x="13920953" y="5583284"/>
            <a:ext cx="3109779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9E8117C9-D4F3-FD80-EB2F-81F83B1F081F}"/>
              </a:ext>
            </a:extLst>
          </p:cNvPr>
          <p:cNvCxnSpPr>
            <a:cxnSpLocks/>
          </p:cNvCxnSpPr>
          <p:nvPr userDrawn="1"/>
        </p:nvCxnSpPr>
        <p:spPr>
          <a:xfrm>
            <a:off x="13920953" y="0"/>
            <a:ext cx="907751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8281299A-3A6A-9AE8-9EE6-01548EC222FE}"/>
              </a:ext>
            </a:extLst>
          </p:cNvPr>
          <p:cNvCxnSpPr>
            <a:cxnSpLocks/>
          </p:cNvCxnSpPr>
          <p:nvPr userDrawn="1"/>
        </p:nvCxnSpPr>
        <p:spPr>
          <a:xfrm>
            <a:off x="15040681" y="0"/>
            <a:ext cx="1963661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Rectangle 98">
            <a:extLst>
              <a:ext uri="{FF2B5EF4-FFF2-40B4-BE49-F238E27FC236}">
                <a16:creationId xmlns:a16="http://schemas.microsoft.com/office/drawing/2014/main" id="{A323852F-22A9-B6A9-AA3E-A511C4039459}"/>
              </a:ext>
            </a:extLst>
          </p:cNvPr>
          <p:cNvSpPr/>
          <p:nvPr userDrawn="1"/>
        </p:nvSpPr>
        <p:spPr>
          <a:xfrm>
            <a:off x="14716831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>
                <a:solidFill>
                  <a:schemeClr val="tx1"/>
                </a:solidFill>
                <a:latin typeface="+mn-lt"/>
              </a:rPr>
              <a:t>BIG-IP Next</a:t>
            </a:r>
          </a:p>
        </p:txBody>
      </p:sp>
      <p:sp>
        <p:nvSpPr>
          <p:cNvPr id="100" name="Oval 99">
            <a:extLst>
              <a:ext uri="{FF2B5EF4-FFF2-40B4-BE49-F238E27FC236}">
                <a16:creationId xmlns:a16="http://schemas.microsoft.com/office/drawing/2014/main" id="{B7BFD065-C421-0217-D272-B8E1E693AAAC}"/>
              </a:ext>
            </a:extLst>
          </p:cNvPr>
          <p:cNvSpPr/>
          <p:nvPr userDrawn="1"/>
        </p:nvSpPr>
        <p:spPr>
          <a:xfrm>
            <a:off x="14804987" y="6024739"/>
            <a:ext cx="338462" cy="338462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9057954A-8094-D439-5FB1-ED44A303D35E}"/>
              </a:ext>
            </a:extLst>
          </p:cNvPr>
          <p:cNvSpPr/>
          <p:nvPr userDrawn="1"/>
        </p:nvSpPr>
        <p:spPr>
          <a:xfrm>
            <a:off x="13843869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>
                <a:solidFill>
                  <a:schemeClr val="tx1"/>
                </a:solidFill>
                <a:latin typeface="+mn-lt"/>
              </a:rPr>
              <a:t>Distributed Cloud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745B7F6B-8791-04C8-AEC3-8A42E43B6E99}"/>
              </a:ext>
            </a:extLst>
          </p:cNvPr>
          <p:cNvSpPr/>
          <p:nvPr userDrawn="1"/>
        </p:nvSpPr>
        <p:spPr>
          <a:xfrm>
            <a:off x="15568415" y="6388493"/>
            <a:ext cx="91440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000" kern="100">
                <a:solidFill>
                  <a:schemeClr val="tx1"/>
                </a:solidFill>
                <a:latin typeface="+mn-lt"/>
              </a:rPr>
              <a:t>BIG-IP</a:t>
            </a:r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6E512E1C-F58D-B47E-ECD7-FBD645FD4F33}"/>
              </a:ext>
            </a:extLst>
          </p:cNvPr>
          <p:cNvSpPr/>
          <p:nvPr userDrawn="1"/>
        </p:nvSpPr>
        <p:spPr>
          <a:xfrm>
            <a:off x="13916887" y="6024739"/>
            <a:ext cx="338462" cy="33846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104" name="Oval 103">
            <a:extLst>
              <a:ext uri="{FF2B5EF4-FFF2-40B4-BE49-F238E27FC236}">
                <a16:creationId xmlns:a16="http://schemas.microsoft.com/office/drawing/2014/main" id="{CA191D92-B1E3-AC60-A798-1DC360F2C331}"/>
              </a:ext>
            </a:extLst>
          </p:cNvPr>
          <p:cNvSpPr/>
          <p:nvPr userDrawn="1"/>
        </p:nvSpPr>
        <p:spPr>
          <a:xfrm>
            <a:off x="15702617" y="6024739"/>
            <a:ext cx="338462" cy="33846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A78C0FA2-28D4-4430-EF74-2E23E581990A}"/>
              </a:ext>
            </a:extLst>
          </p:cNvPr>
          <p:cNvSpPr/>
          <p:nvPr userDrawn="1"/>
        </p:nvSpPr>
        <p:spPr>
          <a:xfrm>
            <a:off x="16491659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>
                <a:solidFill>
                  <a:schemeClr val="tx1"/>
                </a:solidFill>
                <a:latin typeface="+mn-lt"/>
              </a:rPr>
              <a:t>NGINX </a:t>
            </a:r>
          </a:p>
        </p:txBody>
      </p:sp>
      <p:sp>
        <p:nvSpPr>
          <p:cNvPr id="106" name="Oval 105">
            <a:extLst>
              <a:ext uri="{FF2B5EF4-FFF2-40B4-BE49-F238E27FC236}">
                <a16:creationId xmlns:a16="http://schemas.microsoft.com/office/drawing/2014/main" id="{0FF89B0E-1B81-5BF3-0F2B-B9C75CBE6976}"/>
              </a:ext>
            </a:extLst>
          </p:cNvPr>
          <p:cNvSpPr/>
          <p:nvPr userDrawn="1"/>
        </p:nvSpPr>
        <p:spPr>
          <a:xfrm>
            <a:off x="16590717" y="6024739"/>
            <a:ext cx="338462" cy="33846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892210496"/>
      </p:ext>
    </p:extLst>
  </p:cSld>
  <p:clrMapOvr>
    <a:masterClrMapping/>
  </p:clrMapOvr>
</p:sldLayout>
</file>

<file path=ppt/slideLayouts/slideLayout1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i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00CA2B1-43F3-4E5A-8642-E7EF9DF675DC}"/>
              </a:ext>
            </a:extLst>
          </p:cNvPr>
          <p:cNvSpPr/>
          <p:nvPr userDrawn="1"/>
        </p:nvSpPr>
        <p:spPr>
          <a:xfrm>
            <a:off x="0" y="0"/>
            <a:ext cx="12192000" cy="2339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US" kern="10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989772A-5773-574A-B6F8-FE6EE18F52EE}"/>
              </a:ext>
            </a:extLst>
          </p:cNvPr>
          <p:cNvSpPr/>
          <p:nvPr userDrawn="1"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00B0F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D91C8EB-2EC7-7348-A790-C3B94928DB0F}"/>
              </a:ext>
            </a:extLst>
          </p:cNvPr>
          <p:cNvSpPr/>
          <p:nvPr userDrawn="1"/>
        </p:nvSpPr>
        <p:spPr>
          <a:xfrm>
            <a:off x="0" y="6286500"/>
            <a:ext cx="12192000" cy="571500"/>
          </a:xfrm>
          <a:prstGeom prst="rect">
            <a:avLst/>
          </a:prstGeom>
          <a:solidFill>
            <a:srgbClr val="00B0F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79DCA21-A80E-C740-8D95-E40B577291A6}"/>
              </a:ext>
            </a:extLst>
          </p:cNvPr>
          <p:cNvSpPr/>
          <p:nvPr userDrawn="1"/>
        </p:nvSpPr>
        <p:spPr>
          <a:xfrm rot="5400000">
            <a:off x="-3200400" y="3200400"/>
            <a:ext cx="6858000" cy="457200"/>
          </a:xfrm>
          <a:prstGeom prst="rect">
            <a:avLst/>
          </a:prstGeom>
          <a:solidFill>
            <a:srgbClr val="00B0F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72B2B15-B649-C945-8F45-B73BCE1D96D3}"/>
              </a:ext>
            </a:extLst>
          </p:cNvPr>
          <p:cNvSpPr/>
          <p:nvPr userDrawn="1"/>
        </p:nvSpPr>
        <p:spPr>
          <a:xfrm rot="5400000">
            <a:off x="8534400" y="3200400"/>
            <a:ext cx="6858000" cy="457200"/>
          </a:xfrm>
          <a:prstGeom prst="rect">
            <a:avLst/>
          </a:prstGeom>
          <a:solidFill>
            <a:srgbClr val="00B0F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A2BD637-13E9-E14F-B2BA-CCCBD0753859}"/>
              </a:ext>
            </a:extLst>
          </p:cNvPr>
          <p:cNvSpPr/>
          <p:nvPr userDrawn="1"/>
        </p:nvSpPr>
        <p:spPr>
          <a:xfrm>
            <a:off x="-687" y="1512321"/>
            <a:ext cx="12188952" cy="457200"/>
          </a:xfrm>
          <a:prstGeom prst="rect">
            <a:avLst/>
          </a:prstGeom>
          <a:solidFill>
            <a:srgbClr val="00B0F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98312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7665B237-8D60-BE7B-99E1-E1C5004CFC4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0"/>
            <a:ext cx="12191999" cy="685799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ED3CDFE-F9DD-F5E0-E893-5F31127D466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0" y="6763513"/>
            <a:ext cx="12192000" cy="944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5199157"/>
      </p:ext>
    </p:extLst>
  </p:cSld>
  <p:clrMapOvr>
    <a:masterClrMapping/>
  </p:clrMapOvr>
</p:sldLayout>
</file>

<file path=ppt/slideLayouts/slideLayout15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End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red circle with light rays in the dark&#10;&#10;AI-generated content may be incorrect.">
            <a:extLst>
              <a:ext uri="{FF2B5EF4-FFF2-40B4-BE49-F238E27FC236}">
                <a16:creationId xmlns:a16="http://schemas.microsoft.com/office/drawing/2014/main" id="{8F4C39E3-A687-865D-FD4B-3CD57CB2A6B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377"/>
          <a:stretch>
            <a:fillRect/>
          </a:stretch>
        </p:blipFill>
        <p:spPr>
          <a:xfrm>
            <a:off x="0" y="0"/>
            <a:ext cx="12192000" cy="676351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ED3CDFE-F9DD-F5E0-E893-5F31127D466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0" y="6763513"/>
            <a:ext cx="12192000" cy="944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4130565"/>
      </p:ext>
    </p:extLst>
  </p:cSld>
  <p:clrMapOvr>
    <a:masterClrMapping/>
  </p:clrMapOvr>
</p:sldLayout>
</file>

<file path=ppt/slideLayouts/slideLayout15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End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lack and white logo&#10;&#10;AI-generated content may be incorrect.">
            <a:extLst>
              <a:ext uri="{FF2B5EF4-FFF2-40B4-BE49-F238E27FC236}">
                <a16:creationId xmlns:a16="http://schemas.microsoft.com/office/drawing/2014/main" id="{F6E11813-268A-F624-03D7-9277CE14E0D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ED3CDFE-F9DD-F5E0-E893-5F31127D466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0" y="6763513"/>
            <a:ext cx="12192000" cy="944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3272518"/>
      </p:ext>
    </p:extLst>
  </p:cSld>
  <p:clrMapOvr>
    <a:masterClrMapping/>
  </p:clrMapOvr>
</p:sldLayout>
</file>

<file path=ppt/slideLayouts/slideLayout15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End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urple square with white dots&#10;&#10;AI-generated content may be incorrect.">
            <a:extLst>
              <a:ext uri="{FF2B5EF4-FFF2-40B4-BE49-F238E27FC236}">
                <a16:creationId xmlns:a16="http://schemas.microsoft.com/office/drawing/2014/main" id="{0876FFB2-D3AE-4E32-0242-11796C12BE3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ED3CDFE-F9DD-F5E0-E893-5F31127D466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0" y="6763513"/>
            <a:ext cx="12192000" cy="944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9262766"/>
      </p:ext>
    </p:extLst>
  </p:cSld>
  <p:clrMapOvr>
    <a:masterClrMapping/>
  </p:clrMapOvr>
</p:sldLayout>
</file>

<file path=ppt/slideLayouts/slideLayout15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End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5ED3CDFE-F9DD-F5E0-E893-5F31127D466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6763513"/>
            <a:ext cx="12192000" cy="94487"/>
          </a:xfrm>
          <a:prstGeom prst="rect">
            <a:avLst/>
          </a:prstGeom>
        </p:spPr>
      </p:pic>
      <p:pic>
        <p:nvPicPr>
          <p:cNvPr id="3" name="Picture 2" descr="A blue and white gradient&#10;&#10;AI-generated content may be incorrect.">
            <a:extLst>
              <a:ext uri="{FF2B5EF4-FFF2-40B4-BE49-F238E27FC236}">
                <a16:creationId xmlns:a16="http://schemas.microsoft.com/office/drawing/2014/main" id="{530BA0C8-4B80-8B5E-570C-41DE4C94D6D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0"/>
            <a:ext cx="12191999" cy="6763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04452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image" Target="../media/image1.png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61.xml"/><Relationship Id="rId18" Type="http://schemas.openxmlformats.org/officeDocument/2006/relationships/slideLayout" Target="../slideLayouts/slideLayout66.xml"/><Relationship Id="rId26" Type="http://schemas.openxmlformats.org/officeDocument/2006/relationships/slideLayout" Target="../slideLayouts/slideLayout74.xml"/><Relationship Id="rId39" Type="http://schemas.openxmlformats.org/officeDocument/2006/relationships/slideLayout" Target="../slideLayouts/slideLayout87.xml"/><Relationship Id="rId21" Type="http://schemas.openxmlformats.org/officeDocument/2006/relationships/slideLayout" Target="../slideLayouts/slideLayout69.xml"/><Relationship Id="rId34" Type="http://schemas.openxmlformats.org/officeDocument/2006/relationships/slideLayout" Target="../slideLayouts/slideLayout82.xml"/><Relationship Id="rId42" Type="http://schemas.openxmlformats.org/officeDocument/2006/relationships/slideLayout" Target="../slideLayouts/slideLayout90.xml"/><Relationship Id="rId47" Type="http://schemas.openxmlformats.org/officeDocument/2006/relationships/slideLayout" Target="../slideLayouts/slideLayout95.xml"/><Relationship Id="rId50" Type="http://schemas.openxmlformats.org/officeDocument/2006/relationships/slideLayout" Target="../slideLayouts/slideLayout98.xml"/><Relationship Id="rId55" Type="http://schemas.openxmlformats.org/officeDocument/2006/relationships/image" Target="../media/image1.png"/><Relationship Id="rId7" Type="http://schemas.openxmlformats.org/officeDocument/2006/relationships/slideLayout" Target="../slideLayouts/slideLayout55.xml"/><Relationship Id="rId2" Type="http://schemas.openxmlformats.org/officeDocument/2006/relationships/slideLayout" Target="../slideLayouts/slideLayout50.xml"/><Relationship Id="rId16" Type="http://schemas.openxmlformats.org/officeDocument/2006/relationships/slideLayout" Target="../slideLayouts/slideLayout64.xml"/><Relationship Id="rId29" Type="http://schemas.openxmlformats.org/officeDocument/2006/relationships/slideLayout" Target="../slideLayouts/slideLayout77.xml"/><Relationship Id="rId11" Type="http://schemas.openxmlformats.org/officeDocument/2006/relationships/slideLayout" Target="../slideLayouts/slideLayout59.xml"/><Relationship Id="rId24" Type="http://schemas.openxmlformats.org/officeDocument/2006/relationships/slideLayout" Target="../slideLayouts/slideLayout72.xml"/><Relationship Id="rId32" Type="http://schemas.openxmlformats.org/officeDocument/2006/relationships/slideLayout" Target="../slideLayouts/slideLayout80.xml"/><Relationship Id="rId37" Type="http://schemas.openxmlformats.org/officeDocument/2006/relationships/slideLayout" Target="../slideLayouts/slideLayout85.xml"/><Relationship Id="rId40" Type="http://schemas.openxmlformats.org/officeDocument/2006/relationships/slideLayout" Target="../slideLayouts/slideLayout88.xml"/><Relationship Id="rId45" Type="http://schemas.openxmlformats.org/officeDocument/2006/relationships/slideLayout" Target="../slideLayouts/slideLayout93.xml"/><Relationship Id="rId53" Type="http://schemas.openxmlformats.org/officeDocument/2006/relationships/oleObject" Target="../embeddings/oleObject1.bin"/><Relationship Id="rId5" Type="http://schemas.openxmlformats.org/officeDocument/2006/relationships/slideLayout" Target="../slideLayouts/slideLayout53.xml"/><Relationship Id="rId10" Type="http://schemas.openxmlformats.org/officeDocument/2006/relationships/slideLayout" Target="../slideLayouts/slideLayout58.xml"/><Relationship Id="rId19" Type="http://schemas.openxmlformats.org/officeDocument/2006/relationships/slideLayout" Target="../slideLayouts/slideLayout67.xml"/><Relationship Id="rId31" Type="http://schemas.openxmlformats.org/officeDocument/2006/relationships/slideLayout" Target="../slideLayouts/slideLayout79.xml"/><Relationship Id="rId44" Type="http://schemas.openxmlformats.org/officeDocument/2006/relationships/slideLayout" Target="../slideLayouts/slideLayout92.xml"/><Relationship Id="rId52" Type="http://schemas.openxmlformats.org/officeDocument/2006/relationships/tags" Target="../tags/tag1.xml"/><Relationship Id="rId4" Type="http://schemas.openxmlformats.org/officeDocument/2006/relationships/slideLayout" Target="../slideLayouts/slideLayout52.xml"/><Relationship Id="rId9" Type="http://schemas.openxmlformats.org/officeDocument/2006/relationships/slideLayout" Target="../slideLayouts/slideLayout57.xml"/><Relationship Id="rId14" Type="http://schemas.openxmlformats.org/officeDocument/2006/relationships/slideLayout" Target="../slideLayouts/slideLayout62.xml"/><Relationship Id="rId22" Type="http://schemas.openxmlformats.org/officeDocument/2006/relationships/slideLayout" Target="../slideLayouts/slideLayout70.xml"/><Relationship Id="rId27" Type="http://schemas.openxmlformats.org/officeDocument/2006/relationships/slideLayout" Target="../slideLayouts/slideLayout75.xml"/><Relationship Id="rId30" Type="http://schemas.openxmlformats.org/officeDocument/2006/relationships/slideLayout" Target="../slideLayouts/slideLayout78.xml"/><Relationship Id="rId35" Type="http://schemas.openxmlformats.org/officeDocument/2006/relationships/slideLayout" Target="../slideLayouts/slideLayout83.xml"/><Relationship Id="rId43" Type="http://schemas.openxmlformats.org/officeDocument/2006/relationships/slideLayout" Target="../slideLayouts/slideLayout91.xml"/><Relationship Id="rId48" Type="http://schemas.openxmlformats.org/officeDocument/2006/relationships/slideLayout" Target="../slideLayouts/slideLayout96.xml"/><Relationship Id="rId56" Type="http://schemas.openxmlformats.org/officeDocument/2006/relationships/image" Target="../media/image2.png"/><Relationship Id="rId8" Type="http://schemas.openxmlformats.org/officeDocument/2006/relationships/slideLayout" Target="../slideLayouts/slideLayout56.xml"/><Relationship Id="rId51" Type="http://schemas.openxmlformats.org/officeDocument/2006/relationships/theme" Target="../theme/theme2.xml"/><Relationship Id="rId3" Type="http://schemas.openxmlformats.org/officeDocument/2006/relationships/slideLayout" Target="../slideLayouts/slideLayout51.xml"/><Relationship Id="rId12" Type="http://schemas.openxmlformats.org/officeDocument/2006/relationships/slideLayout" Target="../slideLayouts/slideLayout60.xml"/><Relationship Id="rId17" Type="http://schemas.openxmlformats.org/officeDocument/2006/relationships/slideLayout" Target="../slideLayouts/slideLayout65.xml"/><Relationship Id="rId25" Type="http://schemas.openxmlformats.org/officeDocument/2006/relationships/slideLayout" Target="../slideLayouts/slideLayout73.xml"/><Relationship Id="rId33" Type="http://schemas.openxmlformats.org/officeDocument/2006/relationships/slideLayout" Target="../slideLayouts/slideLayout81.xml"/><Relationship Id="rId38" Type="http://schemas.openxmlformats.org/officeDocument/2006/relationships/slideLayout" Target="../slideLayouts/slideLayout86.xml"/><Relationship Id="rId46" Type="http://schemas.openxmlformats.org/officeDocument/2006/relationships/slideLayout" Target="../slideLayouts/slideLayout94.xml"/><Relationship Id="rId20" Type="http://schemas.openxmlformats.org/officeDocument/2006/relationships/slideLayout" Target="../slideLayouts/slideLayout68.xml"/><Relationship Id="rId41" Type="http://schemas.openxmlformats.org/officeDocument/2006/relationships/slideLayout" Target="../slideLayouts/slideLayout89.xml"/><Relationship Id="rId54" Type="http://schemas.openxmlformats.org/officeDocument/2006/relationships/image" Target="../media/image12.emf"/><Relationship Id="rId1" Type="http://schemas.openxmlformats.org/officeDocument/2006/relationships/slideLayout" Target="../slideLayouts/slideLayout49.xml"/><Relationship Id="rId6" Type="http://schemas.openxmlformats.org/officeDocument/2006/relationships/slideLayout" Target="../slideLayouts/slideLayout54.xml"/><Relationship Id="rId15" Type="http://schemas.openxmlformats.org/officeDocument/2006/relationships/slideLayout" Target="../slideLayouts/slideLayout63.xml"/><Relationship Id="rId23" Type="http://schemas.openxmlformats.org/officeDocument/2006/relationships/slideLayout" Target="../slideLayouts/slideLayout71.xml"/><Relationship Id="rId28" Type="http://schemas.openxmlformats.org/officeDocument/2006/relationships/slideLayout" Target="../slideLayouts/slideLayout76.xml"/><Relationship Id="rId36" Type="http://schemas.openxmlformats.org/officeDocument/2006/relationships/slideLayout" Target="../slideLayouts/slideLayout84.xml"/><Relationship Id="rId49" Type="http://schemas.openxmlformats.org/officeDocument/2006/relationships/slideLayout" Target="../slideLayouts/slideLayout97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01.xml"/><Relationship Id="rId2" Type="http://schemas.openxmlformats.org/officeDocument/2006/relationships/slideLayout" Target="../slideLayouts/slideLayout100.xml"/><Relationship Id="rId1" Type="http://schemas.openxmlformats.org/officeDocument/2006/relationships/slideLayout" Target="../slideLayouts/slideLayout99.xml"/><Relationship Id="rId6" Type="http://schemas.openxmlformats.org/officeDocument/2006/relationships/theme" Target="../theme/theme3.xml"/><Relationship Id="rId5" Type="http://schemas.openxmlformats.org/officeDocument/2006/relationships/slideLayout" Target="../slideLayouts/slideLayout103.xml"/><Relationship Id="rId4" Type="http://schemas.openxmlformats.org/officeDocument/2006/relationships/slideLayout" Target="../slideLayouts/slideLayout102.xml"/></Relationships>
</file>

<file path=ppt/slideMasters/_rels/slideMaster4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16.xml"/><Relationship Id="rId18" Type="http://schemas.openxmlformats.org/officeDocument/2006/relationships/slideLayout" Target="../slideLayouts/slideLayout121.xml"/><Relationship Id="rId26" Type="http://schemas.openxmlformats.org/officeDocument/2006/relationships/slideLayout" Target="../slideLayouts/slideLayout129.xml"/><Relationship Id="rId39" Type="http://schemas.openxmlformats.org/officeDocument/2006/relationships/slideLayout" Target="../slideLayouts/slideLayout142.xml"/><Relationship Id="rId21" Type="http://schemas.openxmlformats.org/officeDocument/2006/relationships/slideLayout" Target="../slideLayouts/slideLayout124.xml"/><Relationship Id="rId34" Type="http://schemas.openxmlformats.org/officeDocument/2006/relationships/slideLayout" Target="../slideLayouts/slideLayout137.xml"/><Relationship Id="rId42" Type="http://schemas.openxmlformats.org/officeDocument/2006/relationships/slideLayout" Target="../slideLayouts/slideLayout145.xml"/><Relationship Id="rId47" Type="http://schemas.openxmlformats.org/officeDocument/2006/relationships/slideLayout" Target="../slideLayouts/slideLayout150.xml"/><Relationship Id="rId50" Type="http://schemas.openxmlformats.org/officeDocument/2006/relationships/slideLayout" Target="../slideLayouts/slideLayout153.xml"/><Relationship Id="rId55" Type="http://schemas.openxmlformats.org/officeDocument/2006/relationships/slideLayout" Target="../slideLayouts/slideLayout158.xml"/><Relationship Id="rId7" Type="http://schemas.openxmlformats.org/officeDocument/2006/relationships/slideLayout" Target="../slideLayouts/slideLayout110.xml"/><Relationship Id="rId2" Type="http://schemas.openxmlformats.org/officeDocument/2006/relationships/slideLayout" Target="../slideLayouts/slideLayout105.xml"/><Relationship Id="rId16" Type="http://schemas.openxmlformats.org/officeDocument/2006/relationships/slideLayout" Target="../slideLayouts/slideLayout119.xml"/><Relationship Id="rId29" Type="http://schemas.openxmlformats.org/officeDocument/2006/relationships/slideLayout" Target="../slideLayouts/slideLayout132.xml"/><Relationship Id="rId11" Type="http://schemas.openxmlformats.org/officeDocument/2006/relationships/slideLayout" Target="../slideLayouts/slideLayout114.xml"/><Relationship Id="rId24" Type="http://schemas.openxmlformats.org/officeDocument/2006/relationships/slideLayout" Target="../slideLayouts/slideLayout127.xml"/><Relationship Id="rId32" Type="http://schemas.openxmlformats.org/officeDocument/2006/relationships/slideLayout" Target="../slideLayouts/slideLayout135.xml"/><Relationship Id="rId37" Type="http://schemas.openxmlformats.org/officeDocument/2006/relationships/slideLayout" Target="../slideLayouts/slideLayout140.xml"/><Relationship Id="rId40" Type="http://schemas.openxmlformats.org/officeDocument/2006/relationships/slideLayout" Target="../slideLayouts/slideLayout143.xml"/><Relationship Id="rId45" Type="http://schemas.openxmlformats.org/officeDocument/2006/relationships/slideLayout" Target="../slideLayouts/slideLayout148.xml"/><Relationship Id="rId53" Type="http://schemas.openxmlformats.org/officeDocument/2006/relationships/slideLayout" Target="../slideLayouts/slideLayout156.xml"/><Relationship Id="rId58" Type="http://schemas.openxmlformats.org/officeDocument/2006/relationships/image" Target="../media/image2.png"/><Relationship Id="rId5" Type="http://schemas.openxmlformats.org/officeDocument/2006/relationships/slideLayout" Target="../slideLayouts/slideLayout108.xml"/><Relationship Id="rId19" Type="http://schemas.openxmlformats.org/officeDocument/2006/relationships/slideLayout" Target="../slideLayouts/slideLayout122.xml"/><Relationship Id="rId4" Type="http://schemas.openxmlformats.org/officeDocument/2006/relationships/slideLayout" Target="../slideLayouts/slideLayout107.xml"/><Relationship Id="rId9" Type="http://schemas.openxmlformats.org/officeDocument/2006/relationships/slideLayout" Target="../slideLayouts/slideLayout112.xml"/><Relationship Id="rId14" Type="http://schemas.openxmlformats.org/officeDocument/2006/relationships/slideLayout" Target="../slideLayouts/slideLayout117.xml"/><Relationship Id="rId22" Type="http://schemas.openxmlformats.org/officeDocument/2006/relationships/slideLayout" Target="../slideLayouts/slideLayout125.xml"/><Relationship Id="rId27" Type="http://schemas.openxmlformats.org/officeDocument/2006/relationships/slideLayout" Target="../slideLayouts/slideLayout130.xml"/><Relationship Id="rId30" Type="http://schemas.openxmlformats.org/officeDocument/2006/relationships/slideLayout" Target="../slideLayouts/slideLayout133.xml"/><Relationship Id="rId35" Type="http://schemas.openxmlformats.org/officeDocument/2006/relationships/slideLayout" Target="../slideLayouts/slideLayout138.xml"/><Relationship Id="rId43" Type="http://schemas.openxmlformats.org/officeDocument/2006/relationships/slideLayout" Target="../slideLayouts/slideLayout146.xml"/><Relationship Id="rId48" Type="http://schemas.openxmlformats.org/officeDocument/2006/relationships/slideLayout" Target="../slideLayouts/slideLayout151.xml"/><Relationship Id="rId56" Type="http://schemas.openxmlformats.org/officeDocument/2006/relationships/theme" Target="../theme/theme4.xml"/><Relationship Id="rId8" Type="http://schemas.openxmlformats.org/officeDocument/2006/relationships/slideLayout" Target="../slideLayouts/slideLayout111.xml"/><Relationship Id="rId51" Type="http://schemas.openxmlformats.org/officeDocument/2006/relationships/slideLayout" Target="../slideLayouts/slideLayout154.xml"/><Relationship Id="rId3" Type="http://schemas.openxmlformats.org/officeDocument/2006/relationships/slideLayout" Target="../slideLayouts/slideLayout106.xml"/><Relationship Id="rId12" Type="http://schemas.openxmlformats.org/officeDocument/2006/relationships/slideLayout" Target="../slideLayouts/slideLayout115.xml"/><Relationship Id="rId17" Type="http://schemas.openxmlformats.org/officeDocument/2006/relationships/slideLayout" Target="../slideLayouts/slideLayout120.xml"/><Relationship Id="rId25" Type="http://schemas.openxmlformats.org/officeDocument/2006/relationships/slideLayout" Target="../slideLayouts/slideLayout128.xml"/><Relationship Id="rId33" Type="http://schemas.openxmlformats.org/officeDocument/2006/relationships/slideLayout" Target="../slideLayouts/slideLayout136.xml"/><Relationship Id="rId38" Type="http://schemas.openxmlformats.org/officeDocument/2006/relationships/slideLayout" Target="../slideLayouts/slideLayout141.xml"/><Relationship Id="rId46" Type="http://schemas.openxmlformats.org/officeDocument/2006/relationships/slideLayout" Target="../slideLayouts/slideLayout149.xml"/><Relationship Id="rId20" Type="http://schemas.openxmlformats.org/officeDocument/2006/relationships/slideLayout" Target="../slideLayouts/slideLayout123.xml"/><Relationship Id="rId41" Type="http://schemas.openxmlformats.org/officeDocument/2006/relationships/slideLayout" Target="../slideLayouts/slideLayout144.xml"/><Relationship Id="rId54" Type="http://schemas.openxmlformats.org/officeDocument/2006/relationships/slideLayout" Target="../slideLayouts/slideLayout157.xml"/><Relationship Id="rId1" Type="http://schemas.openxmlformats.org/officeDocument/2006/relationships/slideLayout" Target="../slideLayouts/slideLayout104.xml"/><Relationship Id="rId6" Type="http://schemas.openxmlformats.org/officeDocument/2006/relationships/slideLayout" Target="../slideLayouts/slideLayout109.xml"/><Relationship Id="rId15" Type="http://schemas.openxmlformats.org/officeDocument/2006/relationships/slideLayout" Target="../slideLayouts/slideLayout118.xml"/><Relationship Id="rId23" Type="http://schemas.openxmlformats.org/officeDocument/2006/relationships/slideLayout" Target="../slideLayouts/slideLayout126.xml"/><Relationship Id="rId28" Type="http://schemas.openxmlformats.org/officeDocument/2006/relationships/slideLayout" Target="../slideLayouts/slideLayout131.xml"/><Relationship Id="rId36" Type="http://schemas.openxmlformats.org/officeDocument/2006/relationships/slideLayout" Target="../slideLayouts/slideLayout139.xml"/><Relationship Id="rId49" Type="http://schemas.openxmlformats.org/officeDocument/2006/relationships/slideLayout" Target="../slideLayouts/slideLayout152.xml"/><Relationship Id="rId57" Type="http://schemas.openxmlformats.org/officeDocument/2006/relationships/image" Target="../media/image1.png"/><Relationship Id="rId10" Type="http://schemas.openxmlformats.org/officeDocument/2006/relationships/slideLayout" Target="../slideLayouts/slideLayout113.xml"/><Relationship Id="rId31" Type="http://schemas.openxmlformats.org/officeDocument/2006/relationships/slideLayout" Target="../slideLayouts/slideLayout134.xml"/><Relationship Id="rId44" Type="http://schemas.openxmlformats.org/officeDocument/2006/relationships/slideLayout" Target="../slideLayouts/slideLayout147.xml"/><Relationship Id="rId52" Type="http://schemas.openxmlformats.org/officeDocument/2006/relationships/slideLayout" Target="../slideLayouts/slideLayout15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FC9411D-BC96-4E78-BA86-AE555DEC231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457200" y="457200"/>
            <a:ext cx="11274552" cy="75399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C7A8562-B6C4-4F72-9A77-9CE22CA5E603}"/>
              </a:ext>
            </a:extLst>
          </p:cNvPr>
          <p:cNvSpPr txBox="1"/>
          <p:nvPr userDrawn="1"/>
        </p:nvSpPr>
        <p:spPr>
          <a:xfrm>
            <a:off x="681343" y="6501327"/>
            <a:ext cx="730016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r>
              <a:rPr lang="en-US" sz="750" kern="100" cap="all" spc="100" baseline="0" dirty="0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©</a:t>
            </a:r>
            <a:r>
              <a:rPr lang="en-US" sz="750" kern="100" cap="all" spc="20" baseline="0" dirty="0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2025 F5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CFC7C42-B2DD-4FEE-B3DC-79EBB56C4AAB}"/>
              </a:ext>
            </a:extLst>
          </p:cNvPr>
          <p:cNvSpPr txBox="1"/>
          <p:nvPr userDrawn="1"/>
        </p:nvSpPr>
        <p:spPr>
          <a:xfrm>
            <a:off x="6805" y="6501327"/>
            <a:ext cx="567398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 algn="r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  <a:buFont typeface="Arial" panose="020B0604020202020204" pitchFamily="34" charset="0"/>
              <a:buChar char="​"/>
            </a:pPr>
            <a:fld id="{CB0320B6-2A61-43CE-9396-B5C4FB4B7D43}" type="slidenum">
              <a:rPr lang="en-US" sz="750" b="0" kern="100" cap="all" spc="50" smtClean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pPr marL="0" lvl="4" algn="r">
                <a:lnSpc>
                  <a:spcPct val="85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5"/>
                </a:buClr>
                <a:buFont typeface="Arial" panose="020B0604020202020204" pitchFamily="34" charset="0"/>
                <a:buChar char="​"/>
              </a:pPr>
              <a:t>‹#›</a:t>
            </a:fld>
            <a:endParaRPr lang="en-US" sz="750" b="0" kern="100" cap="all" spc="50">
              <a:solidFill>
                <a:schemeClr val="tx1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37C78E-8007-4F21-9F40-137DE0E530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968499"/>
            <a:ext cx="11274552" cy="431165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First level</a:t>
            </a:r>
          </a:p>
          <a:p>
            <a:pPr lvl="2"/>
            <a:r>
              <a:rPr lang="en-US" dirty="0"/>
              <a:t>Second level</a:t>
            </a:r>
          </a:p>
          <a:p>
            <a:pPr lvl="3"/>
            <a:r>
              <a:rPr lang="en-US" dirty="0"/>
              <a:t>Third level</a:t>
            </a:r>
          </a:p>
        </p:txBody>
      </p:sp>
      <p:pic>
        <p:nvPicPr>
          <p:cNvPr id="6" name="updated logo" descr="Logo&#10;&#10;Description automatically generated">
            <a:extLst>
              <a:ext uri="{FF2B5EF4-FFF2-40B4-BE49-F238E27FC236}">
                <a16:creationId xmlns:a16="http://schemas.microsoft.com/office/drawing/2014/main" id="{8F3372F7-7243-4131-A7BF-D616085D6533}"/>
              </a:ext>
            </a:extLst>
          </p:cNvPr>
          <p:cNvPicPr>
            <a:picLocks noChangeAspect="1"/>
          </p:cNvPicPr>
          <p:nvPr userDrawn="1"/>
        </p:nvPicPr>
        <p:blipFill>
          <a:blip r:embed="rId50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89503" y="6431000"/>
            <a:ext cx="246888" cy="246888"/>
          </a:xfrm>
          <a:prstGeom prst="rect">
            <a:avLst/>
          </a:prstGeom>
        </p:spPr>
      </p:pic>
      <p:sp>
        <p:nvSpPr>
          <p:cNvPr id="16" name="Footer Placeholder 10">
            <a:extLst>
              <a:ext uri="{FF2B5EF4-FFF2-40B4-BE49-F238E27FC236}">
                <a16:creationId xmlns:a16="http://schemas.microsoft.com/office/drawing/2014/main" id="{B5FDD3E2-DB49-4FE9-8962-005CDC21E2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algn="l" defTabSz="914400" rtl="0" eaLnBrk="1" latinLnBrk="0" hangingPunct="1">
              <a:defRPr lang="en-US" sz="75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5pPr>
              <a:defRPr lang="en-US" sz="750" kern="100" cap="all" spc="0" baseline="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6EDAC693-F262-74C0-BE46-1B603B4939E4}"/>
              </a:ext>
            </a:extLst>
          </p:cNvPr>
          <p:cNvPicPr>
            <a:picLocks noChangeAspect="1"/>
          </p:cNvPicPr>
          <p:nvPr userDrawn="1"/>
        </p:nvPicPr>
        <p:blipFill>
          <a:blip r:embed="rId51"/>
          <a:srcRect/>
          <a:stretch/>
        </p:blipFill>
        <p:spPr>
          <a:xfrm>
            <a:off x="0" y="0"/>
            <a:ext cx="12192000" cy="9448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705A01B-ED72-AC22-52D1-15EE8209ECD9}"/>
              </a:ext>
            </a:extLst>
          </p:cNvPr>
          <p:cNvSpPr txBox="1"/>
          <p:nvPr userDrawn="1"/>
        </p:nvSpPr>
        <p:spPr>
          <a:xfrm>
            <a:off x="13920953" y="10706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 dirty="0"/>
              <a:t>Primary palette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23C07E9-4F92-B543-0D59-A45338EA4230}"/>
              </a:ext>
            </a:extLst>
          </p:cNvPr>
          <p:cNvSpPr/>
          <p:nvPr userDrawn="1"/>
        </p:nvSpPr>
        <p:spPr>
          <a:xfrm>
            <a:off x="13959929" y="377353"/>
            <a:ext cx="618392" cy="618392"/>
          </a:xfrm>
          <a:prstGeom prst="ellipse">
            <a:avLst/>
          </a:prstGeom>
          <a:solidFill>
            <a:srgbClr val="E400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9DC358B4-6650-42DF-F7DB-0186565B3AFA}"/>
              </a:ext>
            </a:extLst>
          </p:cNvPr>
          <p:cNvSpPr/>
          <p:nvPr userDrawn="1"/>
        </p:nvSpPr>
        <p:spPr>
          <a:xfrm>
            <a:off x="15084675" y="517318"/>
            <a:ext cx="338462" cy="338462"/>
          </a:xfrm>
          <a:prstGeom prst="ellipse">
            <a:avLst/>
          </a:prstGeom>
          <a:solidFill>
            <a:srgbClr val="F7B2B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CE800A0-B57F-64C8-68AF-07C3362C191C}"/>
              </a:ext>
            </a:extLst>
          </p:cNvPr>
          <p:cNvSpPr/>
          <p:nvPr userDrawn="1"/>
        </p:nvSpPr>
        <p:spPr>
          <a:xfrm>
            <a:off x="15584292" y="517318"/>
            <a:ext cx="338462" cy="338462"/>
          </a:xfrm>
          <a:prstGeom prst="ellipse">
            <a:avLst/>
          </a:prstGeom>
          <a:solidFill>
            <a:srgbClr val="F066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3BCCCCE4-1B24-8F5C-65AB-FEFDC2EAD640}"/>
              </a:ext>
            </a:extLst>
          </p:cNvPr>
          <p:cNvSpPr/>
          <p:nvPr userDrawn="1"/>
        </p:nvSpPr>
        <p:spPr>
          <a:xfrm>
            <a:off x="16083909" y="517318"/>
            <a:ext cx="338462" cy="338462"/>
          </a:xfrm>
          <a:prstGeom prst="ellipse">
            <a:avLst/>
          </a:prstGeom>
          <a:solidFill>
            <a:srgbClr val="A7002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5C488E1C-701D-172F-EAD6-3EE7CE61AC64}"/>
              </a:ext>
            </a:extLst>
          </p:cNvPr>
          <p:cNvSpPr/>
          <p:nvPr userDrawn="1"/>
        </p:nvSpPr>
        <p:spPr>
          <a:xfrm>
            <a:off x="16583525" y="517318"/>
            <a:ext cx="338462" cy="338462"/>
          </a:xfrm>
          <a:prstGeom prst="ellipse">
            <a:avLst/>
          </a:prstGeom>
          <a:solidFill>
            <a:srgbClr val="72001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E5EA0FD-8606-2D7B-9A6D-345BAE60D7AF}"/>
              </a:ext>
            </a:extLst>
          </p:cNvPr>
          <p:cNvSpPr txBox="1"/>
          <p:nvPr userDrawn="1"/>
        </p:nvSpPr>
        <p:spPr>
          <a:xfrm>
            <a:off x="15053447" y="10706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 dirty="0"/>
              <a:t>Secondary palette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6202ADF-E5DA-F733-BD33-F12AFC815A27}"/>
              </a:ext>
            </a:extLst>
          </p:cNvPr>
          <p:cNvSpPr/>
          <p:nvPr userDrawn="1"/>
        </p:nvSpPr>
        <p:spPr>
          <a:xfrm>
            <a:off x="13959929" y="1097294"/>
            <a:ext cx="618392" cy="618392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C48F9F5A-D5EA-3C59-89FC-C65483DC5DC0}"/>
              </a:ext>
            </a:extLst>
          </p:cNvPr>
          <p:cNvSpPr/>
          <p:nvPr userDrawn="1"/>
        </p:nvSpPr>
        <p:spPr>
          <a:xfrm>
            <a:off x="15084675" y="1237259"/>
            <a:ext cx="338462" cy="338462"/>
          </a:xfrm>
          <a:prstGeom prst="ellipse">
            <a:avLst/>
          </a:prstGeom>
          <a:solidFill>
            <a:srgbClr val="FBE1C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456F766F-F56F-0220-857A-15DE67C792A1}"/>
              </a:ext>
            </a:extLst>
          </p:cNvPr>
          <p:cNvSpPr/>
          <p:nvPr userDrawn="1"/>
        </p:nvSpPr>
        <p:spPr>
          <a:xfrm>
            <a:off x="15584292" y="1237259"/>
            <a:ext cx="338462" cy="338462"/>
          </a:xfrm>
          <a:prstGeom prst="ellipse">
            <a:avLst/>
          </a:prstGeom>
          <a:solidFill>
            <a:srgbClr val="F7C2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53C89703-31D0-7B6B-8EB3-F07A68E4A484}"/>
              </a:ext>
            </a:extLst>
          </p:cNvPr>
          <p:cNvSpPr/>
          <p:nvPr userDrawn="1"/>
        </p:nvSpPr>
        <p:spPr>
          <a:xfrm>
            <a:off x="16083909" y="1237259"/>
            <a:ext cx="338462" cy="338462"/>
          </a:xfrm>
          <a:prstGeom prst="ellipse">
            <a:avLst/>
          </a:prstGeom>
          <a:solidFill>
            <a:srgbClr val="B2742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44EDF0C4-9850-3A30-F2ED-4F3D8D644319}"/>
              </a:ext>
            </a:extLst>
          </p:cNvPr>
          <p:cNvSpPr/>
          <p:nvPr userDrawn="1"/>
        </p:nvSpPr>
        <p:spPr>
          <a:xfrm>
            <a:off x="16583525" y="1237259"/>
            <a:ext cx="338462" cy="338462"/>
          </a:xfrm>
          <a:prstGeom prst="ellipse">
            <a:avLst/>
          </a:prstGeom>
          <a:solidFill>
            <a:srgbClr val="794D1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5ED22C15-4849-AD28-920D-28D93A18C27E}"/>
              </a:ext>
            </a:extLst>
          </p:cNvPr>
          <p:cNvSpPr/>
          <p:nvPr userDrawn="1"/>
        </p:nvSpPr>
        <p:spPr>
          <a:xfrm>
            <a:off x="13959929" y="1817235"/>
            <a:ext cx="618392" cy="6183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DDCC6B8A-FDDC-6878-F207-AB55FCD968FF}"/>
              </a:ext>
            </a:extLst>
          </p:cNvPr>
          <p:cNvSpPr/>
          <p:nvPr userDrawn="1"/>
        </p:nvSpPr>
        <p:spPr>
          <a:xfrm>
            <a:off x="15084675" y="1957200"/>
            <a:ext cx="338462" cy="338462"/>
          </a:xfrm>
          <a:prstGeom prst="ellipse">
            <a:avLst/>
          </a:prstGeom>
          <a:solidFill>
            <a:srgbClr val="B7C6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0753355E-4F3B-D666-D289-DB476912A803}"/>
              </a:ext>
            </a:extLst>
          </p:cNvPr>
          <p:cNvSpPr/>
          <p:nvPr userDrawn="1"/>
        </p:nvSpPr>
        <p:spPr>
          <a:xfrm>
            <a:off x="15584292" y="1957200"/>
            <a:ext cx="338462" cy="338462"/>
          </a:xfrm>
          <a:prstGeom prst="ellipse">
            <a:avLst/>
          </a:prstGeom>
          <a:solidFill>
            <a:srgbClr val="6E8D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D6BB051E-E280-5146-5B92-E11390637AC3}"/>
              </a:ext>
            </a:extLst>
          </p:cNvPr>
          <p:cNvSpPr/>
          <p:nvPr userDrawn="1"/>
        </p:nvSpPr>
        <p:spPr>
          <a:xfrm>
            <a:off x="16083909" y="1957200"/>
            <a:ext cx="338462" cy="338462"/>
          </a:xfrm>
          <a:prstGeom prst="ellipse">
            <a:avLst/>
          </a:prstGeom>
          <a:solidFill>
            <a:srgbClr val="0B31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ABD4A8B7-71F0-240D-5765-5C2ACF29F729}"/>
              </a:ext>
            </a:extLst>
          </p:cNvPr>
          <p:cNvSpPr/>
          <p:nvPr userDrawn="1"/>
        </p:nvSpPr>
        <p:spPr>
          <a:xfrm>
            <a:off x="16583525" y="1957200"/>
            <a:ext cx="338462" cy="338462"/>
          </a:xfrm>
          <a:prstGeom prst="ellipse">
            <a:avLst/>
          </a:prstGeom>
          <a:solidFill>
            <a:srgbClr val="07215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F1B49172-0369-A973-7616-4DF3890D1F5B}"/>
              </a:ext>
            </a:extLst>
          </p:cNvPr>
          <p:cNvSpPr/>
          <p:nvPr userDrawn="1"/>
        </p:nvSpPr>
        <p:spPr>
          <a:xfrm>
            <a:off x="13959929" y="2537176"/>
            <a:ext cx="618392" cy="618392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468DB165-7B30-4CB6-0CC8-0FDDE98AA480}"/>
              </a:ext>
            </a:extLst>
          </p:cNvPr>
          <p:cNvSpPr/>
          <p:nvPr userDrawn="1"/>
        </p:nvSpPr>
        <p:spPr>
          <a:xfrm>
            <a:off x="15084675" y="2677141"/>
            <a:ext cx="338462" cy="338462"/>
          </a:xfrm>
          <a:prstGeom prst="ellipse">
            <a:avLst/>
          </a:prstGeom>
          <a:solidFill>
            <a:srgbClr val="E6BE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91670530-A8ED-C030-E7EF-F9F3C004C8C4}"/>
              </a:ext>
            </a:extLst>
          </p:cNvPr>
          <p:cNvSpPr/>
          <p:nvPr userDrawn="1"/>
        </p:nvSpPr>
        <p:spPr>
          <a:xfrm>
            <a:off x="15584292" y="2677141"/>
            <a:ext cx="338462" cy="338462"/>
          </a:xfrm>
          <a:prstGeom prst="ellipse">
            <a:avLst/>
          </a:prstGeom>
          <a:solidFill>
            <a:srgbClr val="CD7DB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689AFA22-AE09-9306-60BF-BFF7A6191005}"/>
              </a:ext>
            </a:extLst>
          </p:cNvPr>
          <p:cNvSpPr/>
          <p:nvPr userDrawn="1"/>
        </p:nvSpPr>
        <p:spPr>
          <a:xfrm>
            <a:off x="16083909" y="2677141"/>
            <a:ext cx="338462" cy="338462"/>
          </a:xfrm>
          <a:prstGeom prst="ellipse">
            <a:avLst/>
          </a:prstGeom>
          <a:solidFill>
            <a:srgbClr val="801D6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07BCA9C2-3866-4D07-DC98-ADB604BBDEFA}"/>
              </a:ext>
            </a:extLst>
          </p:cNvPr>
          <p:cNvSpPr/>
          <p:nvPr userDrawn="1"/>
        </p:nvSpPr>
        <p:spPr>
          <a:xfrm>
            <a:off x="16583525" y="2677141"/>
            <a:ext cx="338462" cy="338462"/>
          </a:xfrm>
          <a:prstGeom prst="ellipse">
            <a:avLst/>
          </a:prstGeom>
          <a:solidFill>
            <a:srgbClr val="5614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E3E90D7E-077A-08FA-8727-6A0E7BF5ED5B}"/>
              </a:ext>
            </a:extLst>
          </p:cNvPr>
          <p:cNvSpPr/>
          <p:nvPr userDrawn="1"/>
        </p:nvSpPr>
        <p:spPr>
          <a:xfrm>
            <a:off x="13959929" y="3257117"/>
            <a:ext cx="618392" cy="61839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91457F62-0AE9-4CB7-700B-A2BD95BDFCDA}"/>
              </a:ext>
            </a:extLst>
          </p:cNvPr>
          <p:cNvSpPr/>
          <p:nvPr userDrawn="1"/>
        </p:nvSpPr>
        <p:spPr>
          <a:xfrm>
            <a:off x="15084675" y="3397082"/>
            <a:ext cx="338462" cy="338462"/>
          </a:xfrm>
          <a:prstGeom prst="ellipse">
            <a:avLst/>
          </a:prstGeom>
          <a:solidFill>
            <a:srgbClr val="B2DFC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C5FE08D1-0F7B-6DAD-8ED8-026456A93F45}"/>
              </a:ext>
            </a:extLst>
          </p:cNvPr>
          <p:cNvSpPr/>
          <p:nvPr userDrawn="1"/>
        </p:nvSpPr>
        <p:spPr>
          <a:xfrm>
            <a:off x="15584292" y="3397082"/>
            <a:ext cx="338462" cy="338462"/>
          </a:xfrm>
          <a:prstGeom prst="ellipse">
            <a:avLst/>
          </a:prstGeom>
          <a:solidFill>
            <a:srgbClr val="66C0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F4188487-C33B-2C59-A6A9-2014D87B6290}"/>
              </a:ext>
            </a:extLst>
          </p:cNvPr>
          <p:cNvSpPr/>
          <p:nvPr userDrawn="1"/>
        </p:nvSpPr>
        <p:spPr>
          <a:xfrm>
            <a:off x="16083909" y="3397082"/>
            <a:ext cx="338462" cy="338462"/>
          </a:xfrm>
          <a:prstGeom prst="ellipse">
            <a:avLst/>
          </a:prstGeom>
          <a:solidFill>
            <a:srgbClr val="0071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CEA93308-F63C-FE46-0AC7-5A5E63DDFF45}"/>
              </a:ext>
            </a:extLst>
          </p:cNvPr>
          <p:cNvSpPr/>
          <p:nvPr userDrawn="1"/>
        </p:nvSpPr>
        <p:spPr>
          <a:xfrm>
            <a:off x="16583525" y="3397082"/>
            <a:ext cx="338462" cy="338462"/>
          </a:xfrm>
          <a:prstGeom prst="ellipse">
            <a:avLst/>
          </a:prstGeom>
          <a:solidFill>
            <a:srgbClr val="004B1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6C52CBD7-0299-DD59-D33C-12B74A793F04}"/>
              </a:ext>
            </a:extLst>
          </p:cNvPr>
          <p:cNvSpPr/>
          <p:nvPr userDrawn="1"/>
        </p:nvSpPr>
        <p:spPr>
          <a:xfrm>
            <a:off x="13959929" y="3977058"/>
            <a:ext cx="618392" cy="6183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5DE5F3ED-9A80-AE3D-3F13-209D2586A814}"/>
              </a:ext>
            </a:extLst>
          </p:cNvPr>
          <p:cNvSpPr/>
          <p:nvPr userDrawn="1"/>
        </p:nvSpPr>
        <p:spPr>
          <a:xfrm>
            <a:off x="15084675" y="4117023"/>
            <a:ext cx="338462" cy="338462"/>
          </a:xfrm>
          <a:prstGeom prst="ellipse">
            <a:avLst/>
          </a:prstGeom>
          <a:solidFill>
            <a:srgbClr val="D0BC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32BFA23D-85BB-60E5-6E74-5428BAC6F53C}"/>
              </a:ext>
            </a:extLst>
          </p:cNvPr>
          <p:cNvSpPr/>
          <p:nvPr userDrawn="1"/>
        </p:nvSpPr>
        <p:spPr>
          <a:xfrm>
            <a:off x="15584292" y="4117023"/>
            <a:ext cx="338462" cy="338462"/>
          </a:xfrm>
          <a:prstGeom prst="ellipse">
            <a:avLst/>
          </a:prstGeom>
          <a:solidFill>
            <a:srgbClr val="A17AB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7B25A13E-AF98-498E-C8A3-057620C27913}"/>
              </a:ext>
            </a:extLst>
          </p:cNvPr>
          <p:cNvSpPr/>
          <p:nvPr userDrawn="1"/>
        </p:nvSpPr>
        <p:spPr>
          <a:xfrm>
            <a:off x="16083909" y="4117023"/>
            <a:ext cx="338462" cy="338462"/>
          </a:xfrm>
          <a:prstGeom prst="ellipse">
            <a:avLst/>
          </a:prstGeom>
          <a:solidFill>
            <a:srgbClr val="3813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5734CD6F-484E-815B-CA53-10916050DFF3}"/>
              </a:ext>
            </a:extLst>
          </p:cNvPr>
          <p:cNvSpPr/>
          <p:nvPr userDrawn="1"/>
        </p:nvSpPr>
        <p:spPr>
          <a:xfrm>
            <a:off x="16583525" y="4117023"/>
            <a:ext cx="338462" cy="338462"/>
          </a:xfrm>
          <a:prstGeom prst="ellipse">
            <a:avLst/>
          </a:prstGeom>
          <a:solidFill>
            <a:srgbClr val="250D3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5F16CEBA-FCEA-5ABC-C871-6635DA7ADEB7}"/>
              </a:ext>
            </a:extLst>
          </p:cNvPr>
          <p:cNvSpPr/>
          <p:nvPr userDrawn="1"/>
        </p:nvSpPr>
        <p:spPr>
          <a:xfrm>
            <a:off x="13959929" y="4652930"/>
            <a:ext cx="618392" cy="618392"/>
          </a:xfrm>
          <a:prstGeom prst="ellipse">
            <a:avLst/>
          </a:prstGeom>
          <a:solidFill>
            <a:srgbClr val="007B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638AC72E-5AB9-5A8F-D5A0-FD9D88ACDE49}"/>
              </a:ext>
            </a:extLst>
          </p:cNvPr>
          <p:cNvSpPr/>
          <p:nvPr userDrawn="1"/>
        </p:nvSpPr>
        <p:spPr>
          <a:xfrm>
            <a:off x="15084675" y="4836963"/>
            <a:ext cx="338462" cy="338462"/>
          </a:xfrm>
          <a:prstGeom prst="ellipse">
            <a:avLst/>
          </a:prstGeom>
          <a:solidFill>
            <a:srgbClr val="B2D7E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FF34CC11-3A9E-C153-DB86-2AFBD72D73C0}"/>
              </a:ext>
            </a:extLst>
          </p:cNvPr>
          <p:cNvSpPr/>
          <p:nvPr userDrawn="1"/>
        </p:nvSpPr>
        <p:spPr>
          <a:xfrm>
            <a:off x="15584292" y="4836963"/>
            <a:ext cx="338462" cy="338462"/>
          </a:xfrm>
          <a:prstGeom prst="ellipse">
            <a:avLst/>
          </a:prstGeom>
          <a:solidFill>
            <a:srgbClr val="66AF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055AA903-A689-254A-D5BC-06CFAACFCCBD}"/>
              </a:ext>
            </a:extLst>
          </p:cNvPr>
          <p:cNvSpPr/>
          <p:nvPr userDrawn="1"/>
        </p:nvSpPr>
        <p:spPr>
          <a:xfrm>
            <a:off x="16083909" y="4836963"/>
            <a:ext cx="338462" cy="338462"/>
          </a:xfrm>
          <a:prstGeom prst="ellipse">
            <a:avLst/>
          </a:prstGeom>
          <a:solidFill>
            <a:srgbClr val="005C8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AFDF0B7B-EA2F-016E-EEED-6461E0D8F964}"/>
              </a:ext>
            </a:extLst>
          </p:cNvPr>
          <p:cNvSpPr/>
          <p:nvPr userDrawn="1"/>
        </p:nvSpPr>
        <p:spPr>
          <a:xfrm>
            <a:off x="16583525" y="4836963"/>
            <a:ext cx="338462" cy="338462"/>
          </a:xfrm>
          <a:prstGeom prst="ellipse">
            <a:avLst/>
          </a:prstGeom>
          <a:solidFill>
            <a:srgbClr val="003D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A2CDCD5-EF99-5724-3EF0-B70A0511E2FD}"/>
              </a:ext>
            </a:extLst>
          </p:cNvPr>
          <p:cNvSpPr txBox="1"/>
          <p:nvPr userDrawn="1"/>
        </p:nvSpPr>
        <p:spPr>
          <a:xfrm>
            <a:off x="13920953" y="570792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 dirty="0"/>
              <a:t>Product Group Colors</a:t>
            </a:r>
          </a:p>
        </p:txBody>
      </p: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2466044F-5F3D-655E-099E-BAE674690F98}"/>
              </a:ext>
            </a:extLst>
          </p:cNvPr>
          <p:cNvCxnSpPr>
            <a:cxnSpLocks/>
          </p:cNvCxnSpPr>
          <p:nvPr userDrawn="1"/>
        </p:nvCxnSpPr>
        <p:spPr>
          <a:xfrm>
            <a:off x="13920953" y="5583284"/>
            <a:ext cx="3109779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4010A0D8-77FF-6485-6777-A9DC71B7D683}"/>
              </a:ext>
            </a:extLst>
          </p:cNvPr>
          <p:cNvCxnSpPr>
            <a:cxnSpLocks/>
          </p:cNvCxnSpPr>
          <p:nvPr userDrawn="1"/>
        </p:nvCxnSpPr>
        <p:spPr>
          <a:xfrm>
            <a:off x="13920953" y="0"/>
            <a:ext cx="907751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568CD53E-4FDC-CF6D-33E4-786BD02D23DF}"/>
              </a:ext>
            </a:extLst>
          </p:cNvPr>
          <p:cNvCxnSpPr>
            <a:cxnSpLocks/>
          </p:cNvCxnSpPr>
          <p:nvPr userDrawn="1"/>
        </p:nvCxnSpPr>
        <p:spPr>
          <a:xfrm>
            <a:off x="15040681" y="0"/>
            <a:ext cx="1963661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Rectangle 59">
            <a:extLst>
              <a:ext uri="{FF2B5EF4-FFF2-40B4-BE49-F238E27FC236}">
                <a16:creationId xmlns:a16="http://schemas.microsoft.com/office/drawing/2014/main" id="{A8D1FAF9-5053-300B-1081-EA0BB86EE75F}"/>
              </a:ext>
            </a:extLst>
          </p:cNvPr>
          <p:cNvSpPr/>
          <p:nvPr userDrawn="1"/>
        </p:nvSpPr>
        <p:spPr>
          <a:xfrm>
            <a:off x="14716831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 dirty="0">
                <a:solidFill>
                  <a:schemeClr val="tx1"/>
                </a:solidFill>
                <a:latin typeface="+mn-lt"/>
              </a:rPr>
              <a:t>BIG-IP Next</a:t>
            </a:r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1F8A214D-15D1-7BD5-ED25-F15430B17B2E}"/>
              </a:ext>
            </a:extLst>
          </p:cNvPr>
          <p:cNvSpPr/>
          <p:nvPr userDrawn="1"/>
        </p:nvSpPr>
        <p:spPr>
          <a:xfrm>
            <a:off x="14804987" y="6024739"/>
            <a:ext cx="338462" cy="338462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23F76382-C6A5-F3C2-8CD3-93A41A742D45}"/>
              </a:ext>
            </a:extLst>
          </p:cNvPr>
          <p:cNvSpPr/>
          <p:nvPr userDrawn="1"/>
        </p:nvSpPr>
        <p:spPr>
          <a:xfrm>
            <a:off x="13843869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 dirty="0">
                <a:solidFill>
                  <a:schemeClr val="tx1"/>
                </a:solidFill>
                <a:latin typeface="+mn-lt"/>
              </a:rPr>
              <a:t>Distributed Cloud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FDF109FC-762C-2BB8-7A09-4FC596016ADB}"/>
              </a:ext>
            </a:extLst>
          </p:cNvPr>
          <p:cNvSpPr/>
          <p:nvPr userDrawn="1"/>
        </p:nvSpPr>
        <p:spPr>
          <a:xfrm>
            <a:off x="15568415" y="6388493"/>
            <a:ext cx="91440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000" kern="100" dirty="0">
                <a:solidFill>
                  <a:schemeClr val="tx1"/>
                </a:solidFill>
                <a:latin typeface="+mn-lt"/>
              </a:rPr>
              <a:t>BIG-IP</a:t>
            </a:r>
          </a:p>
        </p:txBody>
      </p:sp>
      <p:sp>
        <p:nvSpPr>
          <p:cNvPr id="256" name="Oval 255">
            <a:extLst>
              <a:ext uri="{FF2B5EF4-FFF2-40B4-BE49-F238E27FC236}">
                <a16:creationId xmlns:a16="http://schemas.microsoft.com/office/drawing/2014/main" id="{184DA559-750F-1563-A34A-225B7F8EF601}"/>
              </a:ext>
            </a:extLst>
          </p:cNvPr>
          <p:cNvSpPr/>
          <p:nvPr userDrawn="1"/>
        </p:nvSpPr>
        <p:spPr>
          <a:xfrm>
            <a:off x="13916887" y="6024739"/>
            <a:ext cx="338462" cy="33846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257" name="Oval 256">
            <a:extLst>
              <a:ext uri="{FF2B5EF4-FFF2-40B4-BE49-F238E27FC236}">
                <a16:creationId xmlns:a16="http://schemas.microsoft.com/office/drawing/2014/main" id="{46184793-43D0-FA39-0194-D7991C504282}"/>
              </a:ext>
            </a:extLst>
          </p:cNvPr>
          <p:cNvSpPr/>
          <p:nvPr userDrawn="1"/>
        </p:nvSpPr>
        <p:spPr>
          <a:xfrm>
            <a:off x="15702617" y="6024739"/>
            <a:ext cx="338462" cy="33846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  <p:sp>
        <p:nvSpPr>
          <p:cNvPr id="258" name="Rectangle 257">
            <a:extLst>
              <a:ext uri="{FF2B5EF4-FFF2-40B4-BE49-F238E27FC236}">
                <a16:creationId xmlns:a16="http://schemas.microsoft.com/office/drawing/2014/main" id="{C9194C64-E4D0-AD20-29E4-B80E7CEA1DAE}"/>
              </a:ext>
            </a:extLst>
          </p:cNvPr>
          <p:cNvSpPr/>
          <p:nvPr userDrawn="1"/>
        </p:nvSpPr>
        <p:spPr>
          <a:xfrm>
            <a:off x="16491659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 dirty="0">
                <a:solidFill>
                  <a:schemeClr val="tx1"/>
                </a:solidFill>
                <a:latin typeface="+mn-lt"/>
              </a:rPr>
              <a:t>NGINX </a:t>
            </a:r>
          </a:p>
        </p:txBody>
      </p:sp>
      <p:sp>
        <p:nvSpPr>
          <p:cNvPr id="259" name="Oval 258">
            <a:extLst>
              <a:ext uri="{FF2B5EF4-FFF2-40B4-BE49-F238E27FC236}">
                <a16:creationId xmlns:a16="http://schemas.microsoft.com/office/drawing/2014/main" id="{DE17A270-B433-4B5C-A472-D7520920A723}"/>
              </a:ext>
            </a:extLst>
          </p:cNvPr>
          <p:cNvSpPr/>
          <p:nvPr userDrawn="1"/>
        </p:nvSpPr>
        <p:spPr>
          <a:xfrm>
            <a:off x="16590717" y="6024739"/>
            <a:ext cx="338462" cy="33846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1937159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708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  <p:sldLayoutId id="2147483683" r:id="rId24"/>
    <p:sldLayoutId id="2147483684" r:id="rId25"/>
    <p:sldLayoutId id="2147483685" r:id="rId26"/>
    <p:sldLayoutId id="2147483686" r:id="rId27"/>
    <p:sldLayoutId id="2147483687" r:id="rId28"/>
    <p:sldLayoutId id="2147483688" r:id="rId29"/>
    <p:sldLayoutId id="2147483689" r:id="rId30"/>
    <p:sldLayoutId id="2147483690" r:id="rId31"/>
    <p:sldLayoutId id="2147483691" r:id="rId32"/>
    <p:sldLayoutId id="2147483692" r:id="rId33"/>
    <p:sldLayoutId id="2147483693" r:id="rId34"/>
    <p:sldLayoutId id="2147483694" r:id="rId35"/>
    <p:sldLayoutId id="2147483695" r:id="rId36"/>
    <p:sldLayoutId id="2147483696" r:id="rId37"/>
    <p:sldLayoutId id="2147483697" r:id="rId38"/>
    <p:sldLayoutId id="2147483698" r:id="rId39"/>
    <p:sldLayoutId id="2147483699" r:id="rId40"/>
    <p:sldLayoutId id="2147483700" r:id="rId41"/>
    <p:sldLayoutId id="2147483701" r:id="rId42"/>
    <p:sldLayoutId id="2147483702" r:id="rId43"/>
    <p:sldLayoutId id="2147483703" r:id="rId44"/>
    <p:sldLayoutId id="2147483704" r:id="rId45"/>
    <p:sldLayoutId id="2147483705" r:id="rId46"/>
    <p:sldLayoutId id="2147483706" r:id="rId47"/>
    <p:sldLayoutId id="2147483707" r:id="rId48"/>
  </p:sldLayoutIdLst>
  <p:hf sldNum="0"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3200" b="1" kern="100" spc="-1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14000"/>
        </a:lnSpc>
        <a:spcBef>
          <a:spcPts val="1200"/>
        </a:spcBef>
        <a:buFont typeface="Arial" panose="020B0604020202020204" pitchFamily="34" charset="0"/>
        <a:buNone/>
        <a:defRPr lang="en-US" sz="1600" kern="1200" spc="-20" dirty="0" smtClean="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182880" indent="-182880" algn="l" defTabSz="914400" rtl="0" eaLnBrk="1" latinLnBrk="0" hangingPunct="1">
        <a:lnSpc>
          <a:spcPct val="114000"/>
        </a:lnSpc>
        <a:spcBef>
          <a:spcPts val="1200"/>
        </a:spcBef>
        <a:buFont typeface="Arial" panose="020B0604020202020204" pitchFamily="34" charset="0"/>
        <a:buChar char="•"/>
        <a:defRPr lang="en-US" sz="1600" kern="1200" spc="-20" dirty="0" smtClean="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2pPr>
      <a:lvl3pPr marL="365760" indent="-171450" algn="l" defTabSz="914400" rtl="0" eaLnBrk="1" latinLnBrk="0" hangingPunct="1">
        <a:lnSpc>
          <a:spcPct val="114000"/>
        </a:lnSpc>
        <a:spcBef>
          <a:spcPts val="1200"/>
        </a:spcBef>
        <a:spcAft>
          <a:spcPts val="0"/>
        </a:spcAft>
        <a:buFont typeface="Arial" panose="020B0604020202020204" pitchFamily="34" charset="0"/>
        <a:buChar char="•"/>
        <a:defRPr lang="en-US" sz="1600" kern="1200" spc="-20" dirty="0" smtClean="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3pPr>
      <a:lvl4pPr marL="640080" indent="-171450" algn="l" defTabSz="914400" rtl="0" eaLnBrk="1" latinLnBrk="0" hangingPunct="1">
        <a:lnSpc>
          <a:spcPct val="114000"/>
        </a:lnSpc>
        <a:spcBef>
          <a:spcPts val="1200"/>
        </a:spcBef>
        <a:spcAft>
          <a:spcPts val="0"/>
        </a:spcAft>
        <a:buFont typeface="Arial" panose="020B0604020202020204" pitchFamily="34" charset="0"/>
        <a:buChar char="•"/>
        <a:defRPr lang="en-US" sz="1600" kern="1200" spc="-20" dirty="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4pPr>
      <a:lvl5pPr marL="0" indent="0" algn="l" defTabSz="914400" rtl="0" eaLnBrk="1" latinLnBrk="0" hangingPunct="1">
        <a:lnSpc>
          <a:spcPct val="90000"/>
        </a:lnSpc>
        <a:spcBef>
          <a:spcPts val="1200"/>
        </a:spcBef>
        <a:spcAft>
          <a:spcPts val="400"/>
        </a:spcAft>
        <a:buFont typeface="Arial" panose="020B0604020202020204" pitchFamily="34" charset="0"/>
        <a:buChar char="​"/>
        <a:defRPr sz="1600" b="1" kern="100" cap="none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​"/>
        <a:defRPr sz="1400" b="1" kern="100" cap="all" spc="50" baseline="0">
          <a:solidFill>
            <a:schemeClr val="accent1"/>
          </a:solidFill>
          <a:latin typeface="Arial Narrow" panose="020B0606020202030204" pitchFamily="34" charset="0"/>
          <a:ea typeface="+mn-ea"/>
          <a:cs typeface="Arial" panose="020B0604020202020204" pitchFamily="34" charset="0"/>
        </a:defRPr>
      </a:lvl6pPr>
      <a:lvl7pPr marL="0" indent="0" algn="l" defTabSz="914400" rtl="0" eaLnBrk="1" latinLnBrk="0" hangingPunct="1">
        <a:lnSpc>
          <a:spcPct val="12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​"/>
        <a:defRPr sz="1400" kern="1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7pPr>
      <a:lvl8pPr marL="171450" indent="-171450" algn="l" defTabSz="914400" rtl="0" eaLnBrk="1" latinLnBrk="0" hangingPunct="1">
        <a:lnSpc>
          <a:spcPct val="90000"/>
        </a:lnSpc>
        <a:spcBef>
          <a:spcPts val="600"/>
        </a:spcBef>
        <a:spcAft>
          <a:spcPts val="200"/>
        </a:spcAft>
        <a:buFont typeface="Arial" panose="020B0604020202020204" pitchFamily="34" charset="0"/>
        <a:buChar char="•"/>
        <a:defRPr sz="1400" kern="1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8pPr>
      <a:lvl9pPr marL="342900" indent="-171450" algn="l" defTabSz="914400" rtl="0" eaLnBrk="1" latinLnBrk="0" hangingPunct="1">
        <a:lnSpc>
          <a:spcPct val="90000"/>
        </a:lnSpc>
        <a:spcBef>
          <a:spcPts val="600"/>
        </a:spcBef>
        <a:spcAft>
          <a:spcPts val="400"/>
        </a:spcAft>
        <a:buFont typeface="Arial" panose="020B0604020202020204" pitchFamily="34" charset="0"/>
        <a:buChar char="−"/>
        <a:defRPr sz="1200" kern="1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4" orient="horz" pos="288">
          <p15:clr>
            <a:srgbClr val="F26B43"/>
          </p15:clr>
        </p15:guide>
        <p15:guide id="5" orient="horz" pos="1248">
          <p15:clr>
            <a:srgbClr val="F26B43"/>
          </p15:clr>
        </p15:guide>
        <p15:guide id="6" pos="288">
          <p15:clr>
            <a:srgbClr val="F26B43"/>
          </p15:clr>
        </p15:guide>
        <p15:guide id="7" pos="7392">
          <p15:clr>
            <a:srgbClr val="F26B43"/>
          </p15:clr>
        </p15:guide>
        <p15:guide id="8" orient="horz" pos="396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" name="think-cell data - do not delete" hidden="1">
            <a:extLst>
              <a:ext uri="{FF2B5EF4-FFF2-40B4-BE49-F238E27FC236}">
                <a16:creationId xmlns:a16="http://schemas.microsoft.com/office/drawing/2014/main" id="{7A5F85FA-FB90-AFAC-EC80-091E4BD7445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52"/>
            </p:custDataLst>
            <p:extLst>
              <p:ext uri="{D42A27DB-BD31-4B8C-83A1-F6EECF244321}">
                <p14:modId xmlns:p14="http://schemas.microsoft.com/office/powerpoint/2010/main" val="290062370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3" imgW="405" imgH="406" progId="TCLayout.ActiveDocument.1">
                  <p:embed/>
                </p:oleObj>
              </mc:Choice>
              <mc:Fallback>
                <p:oleObj name="think-cell Slide" r:id="rId53" imgW="405" imgH="406" progId="TCLayout.ActiveDocument.1">
                  <p:embed/>
                  <p:pic>
                    <p:nvPicPr>
                      <p:cNvPr id="1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A5F85FA-FB90-AFAC-EC80-091E4BD7445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FC9411D-BC96-4E78-BA86-AE555DEC231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457200" y="457200"/>
            <a:ext cx="11274552" cy="75399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C7A8562-B6C4-4F72-9A77-9CE22CA5E603}"/>
              </a:ext>
            </a:extLst>
          </p:cNvPr>
          <p:cNvSpPr txBox="1"/>
          <p:nvPr userDrawn="1"/>
        </p:nvSpPr>
        <p:spPr>
          <a:xfrm>
            <a:off x="681343" y="6501327"/>
            <a:ext cx="730016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r>
              <a:rPr lang="en-US" sz="750" kern="100" cap="all" spc="10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©</a:t>
            </a:r>
            <a:r>
              <a:rPr lang="en-US" sz="750" kern="100" cap="all" spc="2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2025 F5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CFC7C42-B2DD-4FEE-B3DC-79EBB56C4AAB}"/>
              </a:ext>
            </a:extLst>
          </p:cNvPr>
          <p:cNvSpPr txBox="1"/>
          <p:nvPr userDrawn="1"/>
        </p:nvSpPr>
        <p:spPr>
          <a:xfrm>
            <a:off x="6805" y="6501327"/>
            <a:ext cx="567398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 algn="r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  <a:buFont typeface="Arial" panose="020B0604020202020204" pitchFamily="34" charset="0"/>
              <a:buChar char="​"/>
            </a:pPr>
            <a:fld id="{CB0320B6-2A61-43CE-9396-B5C4FB4B7D43}" type="slidenum">
              <a:rPr lang="en-US" sz="750" b="0" kern="100" cap="all" spc="50" smtClean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pPr marL="0" lvl="4" algn="r">
                <a:lnSpc>
                  <a:spcPct val="85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5"/>
                </a:buClr>
                <a:buFont typeface="Arial" panose="020B0604020202020204" pitchFamily="34" charset="0"/>
                <a:buChar char="​"/>
              </a:pPr>
              <a:t>‹#›</a:t>
            </a:fld>
            <a:endParaRPr lang="en-US" sz="750" b="0" kern="100" cap="all" spc="50">
              <a:solidFill>
                <a:schemeClr val="tx1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37C78E-8007-4F21-9F40-137DE0E530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968499"/>
            <a:ext cx="11274552" cy="431165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First level</a:t>
            </a:r>
          </a:p>
          <a:p>
            <a:pPr lvl="2"/>
            <a:r>
              <a:rPr lang="en-US"/>
              <a:t>Second level</a:t>
            </a:r>
          </a:p>
          <a:p>
            <a:pPr lvl="3"/>
            <a:r>
              <a:rPr lang="en-US"/>
              <a:t>Third level</a:t>
            </a:r>
          </a:p>
        </p:txBody>
      </p:sp>
      <p:pic>
        <p:nvPicPr>
          <p:cNvPr id="6" name="updated logo" descr="Logo&#10;&#10;Description automatically generated">
            <a:extLst>
              <a:ext uri="{FF2B5EF4-FFF2-40B4-BE49-F238E27FC236}">
                <a16:creationId xmlns:a16="http://schemas.microsoft.com/office/drawing/2014/main" id="{8F3372F7-7243-4131-A7BF-D616085D6533}"/>
              </a:ext>
            </a:extLst>
          </p:cNvPr>
          <p:cNvPicPr>
            <a:picLocks noChangeAspect="1"/>
          </p:cNvPicPr>
          <p:nvPr userDrawn="1"/>
        </p:nvPicPr>
        <p:blipFill>
          <a:blip r:embed="rId55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89503" y="6431000"/>
            <a:ext cx="246888" cy="246888"/>
          </a:xfrm>
          <a:prstGeom prst="rect">
            <a:avLst/>
          </a:prstGeom>
        </p:spPr>
      </p:pic>
      <p:sp>
        <p:nvSpPr>
          <p:cNvPr id="16" name="Footer Placeholder 10">
            <a:extLst>
              <a:ext uri="{FF2B5EF4-FFF2-40B4-BE49-F238E27FC236}">
                <a16:creationId xmlns:a16="http://schemas.microsoft.com/office/drawing/2014/main" id="{B5FDD3E2-DB49-4FE9-8962-005CDC21E2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algn="l" defTabSz="914400" rtl="0" eaLnBrk="1" latinLnBrk="0" hangingPunct="1">
              <a:defRPr lang="en-US" sz="75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5pPr>
              <a:defRPr lang="en-US" sz="750" kern="100" cap="all" spc="0" baseline="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6EDAC693-F262-74C0-BE46-1B603B4939E4}"/>
              </a:ext>
            </a:extLst>
          </p:cNvPr>
          <p:cNvPicPr>
            <a:picLocks noChangeAspect="1"/>
          </p:cNvPicPr>
          <p:nvPr userDrawn="1"/>
        </p:nvPicPr>
        <p:blipFill>
          <a:blip r:embed="rId56"/>
          <a:srcRect/>
          <a:stretch/>
        </p:blipFill>
        <p:spPr>
          <a:xfrm>
            <a:off x="0" y="0"/>
            <a:ext cx="12192000" cy="9448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705A01B-ED72-AC22-52D1-15EE8209ECD9}"/>
              </a:ext>
            </a:extLst>
          </p:cNvPr>
          <p:cNvSpPr txBox="1"/>
          <p:nvPr userDrawn="1"/>
        </p:nvSpPr>
        <p:spPr>
          <a:xfrm>
            <a:off x="13920953" y="10706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/>
              <a:t>Primary palette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23C07E9-4F92-B543-0D59-A45338EA4230}"/>
              </a:ext>
            </a:extLst>
          </p:cNvPr>
          <p:cNvSpPr/>
          <p:nvPr userDrawn="1"/>
        </p:nvSpPr>
        <p:spPr>
          <a:xfrm>
            <a:off x="13959929" y="377353"/>
            <a:ext cx="618392" cy="618392"/>
          </a:xfrm>
          <a:prstGeom prst="ellipse">
            <a:avLst/>
          </a:prstGeom>
          <a:solidFill>
            <a:srgbClr val="E400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9DC358B4-6650-42DF-F7DB-0186565B3AFA}"/>
              </a:ext>
            </a:extLst>
          </p:cNvPr>
          <p:cNvSpPr/>
          <p:nvPr userDrawn="1"/>
        </p:nvSpPr>
        <p:spPr>
          <a:xfrm>
            <a:off x="15084675" y="517318"/>
            <a:ext cx="338462" cy="338462"/>
          </a:xfrm>
          <a:prstGeom prst="ellipse">
            <a:avLst/>
          </a:prstGeom>
          <a:solidFill>
            <a:srgbClr val="F7B2B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CE800A0-B57F-64C8-68AF-07C3362C191C}"/>
              </a:ext>
            </a:extLst>
          </p:cNvPr>
          <p:cNvSpPr/>
          <p:nvPr userDrawn="1"/>
        </p:nvSpPr>
        <p:spPr>
          <a:xfrm>
            <a:off x="15584292" y="517318"/>
            <a:ext cx="338462" cy="338462"/>
          </a:xfrm>
          <a:prstGeom prst="ellipse">
            <a:avLst/>
          </a:prstGeom>
          <a:solidFill>
            <a:srgbClr val="F066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3BCCCCE4-1B24-8F5C-65AB-FEFDC2EAD640}"/>
              </a:ext>
            </a:extLst>
          </p:cNvPr>
          <p:cNvSpPr/>
          <p:nvPr userDrawn="1"/>
        </p:nvSpPr>
        <p:spPr>
          <a:xfrm>
            <a:off x="16083909" y="517318"/>
            <a:ext cx="338462" cy="338462"/>
          </a:xfrm>
          <a:prstGeom prst="ellipse">
            <a:avLst/>
          </a:prstGeom>
          <a:solidFill>
            <a:srgbClr val="A7002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5C488E1C-701D-172F-EAD6-3EE7CE61AC64}"/>
              </a:ext>
            </a:extLst>
          </p:cNvPr>
          <p:cNvSpPr/>
          <p:nvPr userDrawn="1"/>
        </p:nvSpPr>
        <p:spPr>
          <a:xfrm>
            <a:off x="16583525" y="517318"/>
            <a:ext cx="338462" cy="338462"/>
          </a:xfrm>
          <a:prstGeom prst="ellipse">
            <a:avLst/>
          </a:prstGeom>
          <a:solidFill>
            <a:srgbClr val="72001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E5EA0FD-8606-2D7B-9A6D-345BAE60D7AF}"/>
              </a:ext>
            </a:extLst>
          </p:cNvPr>
          <p:cNvSpPr txBox="1"/>
          <p:nvPr userDrawn="1"/>
        </p:nvSpPr>
        <p:spPr>
          <a:xfrm>
            <a:off x="15053447" y="10706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/>
              <a:t>Secondary palette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6202ADF-E5DA-F733-BD33-F12AFC815A27}"/>
              </a:ext>
            </a:extLst>
          </p:cNvPr>
          <p:cNvSpPr/>
          <p:nvPr userDrawn="1"/>
        </p:nvSpPr>
        <p:spPr>
          <a:xfrm>
            <a:off x="13959929" y="1097294"/>
            <a:ext cx="618392" cy="618392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C48F9F5A-D5EA-3C59-89FC-C65483DC5DC0}"/>
              </a:ext>
            </a:extLst>
          </p:cNvPr>
          <p:cNvSpPr/>
          <p:nvPr userDrawn="1"/>
        </p:nvSpPr>
        <p:spPr>
          <a:xfrm>
            <a:off x="15084675" y="1237259"/>
            <a:ext cx="338462" cy="338462"/>
          </a:xfrm>
          <a:prstGeom prst="ellipse">
            <a:avLst/>
          </a:prstGeom>
          <a:solidFill>
            <a:srgbClr val="FBE1C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456F766F-F56F-0220-857A-15DE67C792A1}"/>
              </a:ext>
            </a:extLst>
          </p:cNvPr>
          <p:cNvSpPr/>
          <p:nvPr userDrawn="1"/>
        </p:nvSpPr>
        <p:spPr>
          <a:xfrm>
            <a:off x="15584292" y="1237259"/>
            <a:ext cx="338462" cy="338462"/>
          </a:xfrm>
          <a:prstGeom prst="ellipse">
            <a:avLst/>
          </a:prstGeom>
          <a:solidFill>
            <a:srgbClr val="F7C2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53C89703-31D0-7B6B-8EB3-F07A68E4A484}"/>
              </a:ext>
            </a:extLst>
          </p:cNvPr>
          <p:cNvSpPr/>
          <p:nvPr userDrawn="1"/>
        </p:nvSpPr>
        <p:spPr>
          <a:xfrm>
            <a:off x="16083909" y="1237259"/>
            <a:ext cx="338462" cy="338462"/>
          </a:xfrm>
          <a:prstGeom prst="ellipse">
            <a:avLst/>
          </a:prstGeom>
          <a:solidFill>
            <a:srgbClr val="B2742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44EDF0C4-9850-3A30-F2ED-4F3D8D644319}"/>
              </a:ext>
            </a:extLst>
          </p:cNvPr>
          <p:cNvSpPr/>
          <p:nvPr userDrawn="1"/>
        </p:nvSpPr>
        <p:spPr>
          <a:xfrm>
            <a:off x="16583525" y="1237259"/>
            <a:ext cx="338462" cy="338462"/>
          </a:xfrm>
          <a:prstGeom prst="ellipse">
            <a:avLst/>
          </a:prstGeom>
          <a:solidFill>
            <a:srgbClr val="794D1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5ED22C15-4849-AD28-920D-28D93A18C27E}"/>
              </a:ext>
            </a:extLst>
          </p:cNvPr>
          <p:cNvSpPr/>
          <p:nvPr userDrawn="1"/>
        </p:nvSpPr>
        <p:spPr>
          <a:xfrm>
            <a:off x="13959929" y="1817235"/>
            <a:ext cx="618392" cy="6183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DDCC6B8A-FDDC-6878-F207-AB55FCD968FF}"/>
              </a:ext>
            </a:extLst>
          </p:cNvPr>
          <p:cNvSpPr/>
          <p:nvPr userDrawn="1"/>
        </p:nvSpPr>
        <p:spPr>
          <a:xfrm>
            <a:off x="15084675" y="1957200"/>
            <a:ext cx="338462" cy="338462"/>
          </a:xfrm>
          <a:prstGeom prst="ellipse">
            <a:avLst/>
          </a:prstGeom>
          <a:solidFill>
            <a:srgbClr val="B7C6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0753355E-4F3B-D666-D289-DB476912A803}"/>
              </a:ext>
            </a:extLst>
          </p:cNvPr>
          <p:cNvSpPr/>
          <p:nvPr userDrawn="1"/>
        </p:nvSpPr>
        <p:spPr>
          <a:xfrm>
            <a:off x="15584292" y="1957200"/>
            <a:ext cx="338462" cy="338462"/>
          </a:xfrm>
          <a:prstGeom prst="ellipse">
            <a:avLst/>
          </a:prstGeom>
          <a:solidFill>
            <a:srgbClr val="6E8D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D6BB051E-E280-5146-5B92-E11390637AC3}"/>
              </a:ext>
            </a:extLst>
          </p:cNvPr>
          <p:cNvSpPr/>
          <p:nvPr userDrawn="1"/>
        </p:nvSpPr>
        <p:spPr>
          <a:xfrm>
            <a:off x="16083909" y="1957200"/>
            <a:ext cx="338462" cy="338462"/>
          </a:xfrm>
          <a:prstGeom prst="ellipse">
            <a:avLst/>
          </a:prstGeom>
          <a:solidFill>
            <a:srgbClr val="0B31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ABD4A8B7-71F0-240D-5765-5C2ACF29F729}"/>
              </a:ext>
            </a:extLst>
          </p:cNvPr>
          <p:cNvSpPr/>
          <p:nvPr userDrawn="1"/>
        </p:nvSpPr>
        <p:spPr>
          <a:xfrm>
            <a:off x="16583525" y="1957200"/>
            <a:ext cx="338462" cy="338462"/>
          </a:xfrm>
          <a:prstGeom prst="ellipse">
            <a:avLst/>
          </a:prstGeom>
          <a:solidFill>
            <a:srgbClr val="07215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F1B49172-0369-A973-7616-4DF3890D1F5B}"/>
              </a:ext>
            </a:extLst>
          </p:cNvPr>
          <p:cNvSpPr/>
          <p:nvPr userDrawn="1"/>
        </p:nvSpPr>
        <p:spPr>
          <a:xfrm>
            <a:off x="13959929" y="2537176"/>
            <a:ext cx="618392" cy="618392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468DB165-7B30-4CB6-0CC8-0FDDE98AA480}"/>
              </a:ext>
            </a:extLst>
          </p:cNvPr>
          <p:cNvSpPr/>
          <p:nvPr userDrawn="1"/>
        </p:nvSpPr>
        <p:spPr>
          <a:xfrm>
            <a:off x="15084675" y="2677141"/>
            <a:ext cx="338462" cy="338462"/>
          </a:xfrm>
          <a:prstGeom prst="ellipse">
            <a:avLst/>
          </a:prstGeom>
          <a:solidFill>
            <a:srgbClr val="E6BE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91670530-A8ED-C030-E7EF-F9F3C004C8C4}"/>
              </a:ext>
            </a:extLst>
          </p:cNvPr>
          <p:cNvSpPr/>
          <p:nvPr userDrawn="1"/>
        </p:nvSpPr>
        <p:spPr>
          <a:xfrm>
            <a:off x="15584292" y="2677141"/>
            <a:ext cx="338462" cy="338462"/>
          </a:xfrm>
          <a:prstGeom prst="ellipse">
            <a:avLst/>
          </a:prstGeom>
          <a:solidFill>
            <a:srgbClr val="CD7DB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689AFA22-AE09-9306-60BF-BFF7A6191005}"/>
              </a:ext>
            </a:extLst>
          </p:cNvPr>
          <p:cNvSpPr/>
          <p:nvPr userDrawn="1"/>
        </p:nvSpPr>
        <p:spPr>
          <a:xfrm>
            <a:off x="16083909" y="2677141"/>
            <a:ext cx="338462" cy="338462"/>
          </a:xfrm>
          <a:prstGeom prst="ellipse">
            <a:avLst/>
          </a:prstGeom>
          <a:solidFill>
            <a:srgbClr val="801D6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07BCA9C2-3866-4D07-DC98-ADB604BBDEFA}"/>
              </a:ext>
            </a:extLst>
          </p:cNvPr>
          <p:cNvSpPr/>
          <p:nvPr userDrawn="1"/>
        </p:nvSpPr>
        <p:spPr>
          <a:xfrm>
            <a:off x="16583525" y="2677141"/>
            <a:ext cx="338462" cy="338462"/>
          </a:xfrm>
          <a:prstGeom prst="ellipse">
            <a:avLst/>
          </a:prstGeom>
          <a:solidFill>
            <a:srgbClr val="5614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E3E90D7E-077A-08FA-8727-6A0E7BF5ED5B}"/>
              </a:ext>
            </a:extLst>
          </p:cNvPr>
          <p:cNvSpPr/>
          <p:nvPr userDrawn="1"/>
        </p:nvSpPr>
        <p:spPr>
          <a:xfrm>
            <a:off x="13959929" y="3257117"/>
            <a:ext cx="618392" cy="61839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91457F62-0AE9-4CB7-700B-A2BD95BDFCDA}"/>
              </a:ext>
            </a:extLst>
          </p:cNvPr>
          <p:cNvSpPr/>
          <p:nvPr userDrawn="1"/>
        </p:nvSpPr>
        <p:spPr>
          <a:xfrm>
            <a:off x="15084675" y="3397082"/>
            <a:ext cx="338462" cy="338462"/>
          </a:xfrm>
          <a:prstGeom prst="ellipse">
            <a:avLst/>
          </a:prstGeom>
          <a:solidFill>
            <a:srgbClr val="B2DFC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C5FE08D1-0F7B-6DAD-8ED8-026456A93F45}"/>
              </a:ext>
            </a:extLst>
          </p:cNvPr>
          <p:cNvSpPr/>
          <p:nvPr userDrawn="1"/>
        </p:nvSpPr>
        <p:spPr>
          <a:xfrm>
            <a:off x="15584292" y="3397082"/>
            <a:ext cx="338462" cy="338462"/>
          </a:xfrm>
          <a:prstGeom prst="ellipse">
            <a:avLst/>
          </a:prstGeom>
          <a:solidFill>
            <a:srgbClr val="66C0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F4188487-C33B-2C59-A6A9-2014D87B6290}"/>
              </a:ext>
            </a:extLst>
          </p:cNvPr>
          <p:cNvSpPr/>
          <p:nvPr userDrawn="1"/>
        </p:nvSpPr>
        <p:spPr>
          <a:xfrm>
            <a:off x="16083909" y="3397082"/>
            <a:ext cx="338462" cy="338462"/>
          </a:xfrm>
          <a:prstGeom prst="ellipse">
            <a:avLst/>
          </a:prstGeom>
          <a:solidFill>
            <a:srgbClr val="0071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CEA93308-F63C-FE46-0AC7-5A5E63DDFF45}"/>
              </a:ext>
            </a:extLst>
          </p:cNvPr>
          <p:cNvSpPr/>
          <p:nvPr userDrawn="1"/>
        </p:nvSpPr>
        <p:spPr>
          <a:xfrm>
            <a:off x="16583525" y="3397082"/>
            <a:ext cx="338462" cy="338462"/>
          </a:xfrm>
          <a:prstGeom prst="ellipse">
            <a:avLst/>
          </a:prstGeom>
          <a:solidFill>
            <a:srgbClr val="004B1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6C52CBD7-0299-DD59-D33C-12B74A793F04}"/>
              </a:ext>
            </a:extLst>
          </p:cNvPr>
          <p:cNvSpPr/>
          <p:nvPr userDrawn="1"/>
        </p:nvSpPr>
        <p:spPr>
          <a:xfrm>
            <a:off x="13959929" y="3977058"/>
            <a:ext cx="618392" cy="6183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5DE5F3ED-9A80-AE3D-3F13-209D2586A814}"/>
              </a:ext>
            </a:extLst>
          </p:cNvPr>
          <p:cNvSpPr/>
          <p:nvPr userDrawn="1"/>
        </p:nvSpPr>
        <p:spPr>
          <a:xfrm>
            <a:off x="15084675" y="4117023"/>
            <a:ext cx="338462" cy="338462"/>
          </a:xfrm>
          <a:prstGeom prst="ellipse">
            <a:avLst/>
          </a:prstGeom>
          <a:solidFill>
            <a:srgbClr val="D0BC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32BFA23D-85BB-60E5-6E74-5428BAC6F53C}"/>
              </a:ext>
            </a:extLst>
          </p:cNvPr>
          <p:cNvSpPr/>
          <p:nvPr userDrawn="1"/>
        </p:nvSpPr>
        <p:spPr>
          <a:xfrm>
            <a:off x="15584292" y="4117023"/>
            <a:ext cx="338462" cy="338462"/>
          </a:xfrm>
          <a:prstGeom prst="ellipse">
            <a:avLst/>
          </a:prstGeom>
          <a:solidFill>
            <a:srgbClr val="A17AB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7B25A13E-AF98-498E-C8A3-057620C27913}"/>
              </a:ext>
            </a:extLst>
          </p:cNvPr>
          <p:cNvSpPr/>
          <p:nvPr userDrawn="1"/>
        </p:nvSpPr>
        <p:spPr>
          <a:xfrm>
            <a:off x="16083909" y="4117023"/>
            <a:ext cx="338462" cy="338462"/>
          </a:xfrm>
          <a:prstGeom prst="ellipse">
            <a:avLst/>
          </a:prstGeom>
          <a:solidFill>
            <a:srgbClr val="3813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5734CD6F-484E-815B-CA53-10916050DFF3}"/>
              </a:ext>
            </a:extLst>
          </p:cNvPr>
          <p:cNvSpPr/>
          <p:nvPr userDrawn="1"/>
        </p:nvSpPr>
        <p:spPr>
          <a:xfrm>
            <a:off x="16583525" y="4117023"/>
            <a:ext cx="338462" cy="338462"/>
          </a:xfrm>
          <a:prstGeom prst="ellipse">
            <a:avLst/>
          </a:prstGeom>
          <a:solidFill>
            <a:srgbClr val="250D3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5F16CEBA-FCEA-5ABC-C871-6635DA7ADEB7}"/>
              </a:ext>
            </a:extLst>
          </p:cNvPr>
          <p:cNvSpPr/>
          <p:nvPr userDrawn="1"/>
        </p:nvSpPr>
        <p:spPr>
          <a:xfrm>
            <a:off x="13959929" y="4652930"/>
            <a:ext cx="618392" cy="618392"/>
          </a:xfrm>
          <a:prstGeom prst="ellipse">
            <a:avLst/>
          </a:prstGeom>
          <a:solidFill>
            <a:srgbClr val="007B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638AC72E-5AB9-5A8F-D5A0-FD9D88ACDE49}"/>
              </a:ext>
            </a:extLst>
          </p:cNvPr>
          <p:cNvSpPr/>
          <p:nvPr userDrawn="1"/>
        </p:nvSpPr>
        <p:spPr>
          <a:xfrm>
            <a:off x="15084675" y="4836963"/>
            <a:ext cx="338462" cy="338462"/>
          </a:xfrm>
          <a:prstGeom prst="ellipse">
            <a:avLst/>
          </a:prstGeom>
          <a:solidFill>
            <a:srgbClr val="B2D7E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FF34CC11-3A9E-C153-DB86-2AFBD72D73C0}"/>
              </a:ext>
            </a:extLst>
          </p:cNvPr>
          <p:cNvSpPr/>
          <p:nvPr userDrawn="1"/>
        </p:nvSpPr>
        <p:spPr>
          <a:xfrm>
            <a:off x="15584292" y="4836963"/>
            <a:ext cx="338462" cy="338462"/>
          </a:xfrm>
          <a:prstGeom prst="ellipse">
            <a:avLst/>
          </a:prstGeom>
          <a:solidFill>
            <a:srgbClr val="66AF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055AA903-A689-254A-D5BC-06CFAACFCCBD}"/>
              </a:ext>
            </a:extLst>
          </p:cNvPr>
          <p:cNvSpPr/>
          <p:nvPr userDrawn="1"/>
        </p:nvSpPr>
        <p:spPr>
          <a:xfrm>
            <a:off x="16083909" y="4836963"/>
            <a:ext cx="338462" cy="338462"/>
          </a:xfrm>
          <a:prstGeom prst="ellipse">
            <a:avLst/>
          </a:prstGeom>
          <a:solidFill>
            <a:srgbClr val="005C8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AFDF0B7B-EA2F-016E-EEED-6461E0D8F964}"/>
              </a:ext>
            </a:extLst>
          </p:cNvPr>
          <p:cNvSpPr/>
          <p:nvPr userDrawn="1"/>
        </p:nvSpPr>
        <p:spPr>
          <a:xfrm>
            <a:off x="16583525" y="4836963"/>
            <a:ext cx="338462" cy="338462"/>
          </a:xfrm>
          <a:prstGeom prst="ellipse">
            <a:avLst/>
          </a:prstGeom>
          <a:solidFill>
            <a:srgbClr val="003D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A2CDCD5-EF99-5724-3EF0-B70A0511E2FD}"/>
              </a:ext>
            </a:extLst>
          </p:cNvPr>
          <p:cNvSpPr txBox="1"/>
          <p:nvPr userDrawn="1"/>
        </p:nvSpPr>
        <p:spPr>
          <a:xfrm>
            <a:off x="13920953" y="570792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/>
              <a:t>Product Group Colors</a:t>
            </a:r>
          </a:p>
        </p:txBody>
      </p: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2466044F-5F3D-655E-099E-BAE674690F98}"/>
              </a:ext>
            </a:extLst>
          </p:cNvPr>
          <p:cNvCxnSpPr>
            <a:cxnSpLocks/>
          </p:cNvCxnSpPr>
          <p:nvPr userDrawn="1"/>
        </p:nvCxnSpPr>
        <p:spPr>
          <a:xfrm>
            <a:off x="13920953" y="5583284"/>
            <a:ext cx="3109779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4010A0D8-77FF-6485-6777-A9DC71B7D683}"/>
              </a:ext>
            </a:extLst>
          </p:cNvPr>
          <p:cNvCxnSpPr>
            <a:cxnSpLocks/>
          </p:cNvCxnSpPr>
          <p:nvPr userDrawn="1"/>
        </p:nvCxnSpPr>
        <p:spPr>
          <a:xfrm>
            <a:off x="13920953" y="0"/>
            <a:ext cx="907751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568CD53E-4FDC-CF6D-33E4-786BD02D23DF}"/>
              </a:ext>
            </a:extLst>
          </p:cNvPr>
          <p:cNvCxnSpPr>
            <a:cxnSpLocks/>
          </p:cNvCxnSpPr>
          <p:nvPr userDrawn="1"/>
        </p:nvCxnSpPr>
        <p:spPr>
          <a:xfrm>
            <a:off x="15040681" y="0"/>
            <a:ext cx="1963661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Rectangle 59">
            <a:extLst>
              <a:ext uri="{FF2B5EF4-FFF2-40B4-BE49-F238E27FC236}">
                <a16:creationId xmlns:a16="http://schemas.microsoft.com/office/drawing/2014/main" id="{A8D1FAF9-5053-300B-1081-EA0BB86EE75F}"/>
              </a:ext>
            </a:extLst>
          </p:cNvPr>
          <p:cNvSpPr/>
          <p:nvPr userDrawn="1"/>
        </p:nvSpPr>
        <p:spPr>
          <a:xfrm>
            <a:off x="14716831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>
                <a:solidFill>
                  <a:schemeClr val="tx1"/>
                </a:solidFill>
                <a:latin typeface="+mn-lt"/>
              </a:rPr>
              <a:t>BIG-IP Next</a:t>
            </a:r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1F8A214D-15D1-7BD5-ED25-F15430B17B2E}"/>
              </a:ext>
            </a:extLst>
          </p:cNvPr>
          <p:cNvSpPr/>
          <p:nvPr userDrawn="1"/>
        </p:nvSpPr>
        <p:spPr>
          <a:xfrm>
            <a:off x="14804987" y="6024739"/>
            <a:ext cx="338462" cy="338462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23F76382-C6A5-F3C2-8CD3-93A41A742D45}"/>
              </a:ext>
            </a:extLst>
          </p:cNvPr>
          <p:cNvSpPr/>
          <p:nvPr userDrawn="1"/>
        </p:nvSpPr>
        <p:spPr>
          <a:xfrm>
            <a:off x="13843869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>
                <a:solidFill>
                  <a:schemeClr val="tx1"/>
                </a:solidFill>
                <a:latin typeface="+mn-lt"/>
              </a:rPr>
              <a:t>Distributed Cloud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FDF109FC-762C-2BB8-7A09-4FC596016ADB}"/>
              </a:ext>
            </a:extLst>
          </p:cNvPr>
          <p:cNvSpPr/>
          <p:nvPr userDrawn="1"/>
        </p:nvSpPr>
        <p:spPr>
          <a:xfrm>
            <a:off x="15568415" y="6388493"/>
            <a:ext cx="91440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000" kern="100">
                <a:solidFill>
                  <a:schemeClr val="tx1"/>
                </a:solidFill>
                <a:latin typeface="+mn-lt"/>
              </a:rPr>
              <a:t>BIG-IP</a:t>
            </a:r>
          </a:p>
        </p:txBody>
      </p:sp>
      <p:sp>
        <p:nvSpPr>
          <p:cNvPr id="256" name="Oval 255">
            <a:extLst>
              <a:ext uri="{FF2B5EF4-FFF2-40B4-BE49-F238E27FC236}">
                <a16:creationId xmlns:a16="http://schemas.microsoft.com/office/drawing/2014/main" id="{184DA559-750F-1563-A34A-225B7F8EF601}"/>
              </a:ext>
            </a:extLst>
          </p:cNvPr>
          <p:cNvSpPr/>
          <p:nvPr userDrawn="1"/>
        </p:nvSpPr>
        <p:spPr>
          <a:xfrm>
            <a:off x="13916887" y="6024739"/>
            <a:ext cx="338462" cy="33846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257" name="Oval 256">
            <a:extLst>
              <a:ext uri="{FF2B5EF4-FFF2-40B4-BE49-F238E27FC236}">
                <a16:creationId xmlns:a16="http://schemas.microsoft.com/office/drawing/2014/main" id="{46184793-43D0-FA39-0194-D7991C504282}"/>
              </a:ext>
            </a:extLst>
          </p:cNvPr>
          <p:cNvSpPr/>
          <p:nvPr userDrawn="1"/>
        </p:nvSpPr>
        <p:spPr>
          <a:xfrm>
            <a:off x="15702617" y="6024739"/>
            <a:ext cx="338462" cy="33846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258" name="Rectangle 257">
            <a:extLst>
              <a:ext uri="{FF2B5EF4-FFF2-40B4-BE49-F238E27FC236}">
                <a16:creationId xmlns:a16="http://schemas.microsoft.com/office/drawing/2014/main" id="{C9194C64-E4D0-AD20-29E4-B80E7CEA1DAE}"/>
              </a:ext>
            </a:extLst>
          </p:cNvPr>
          <p:cNvSpPr/>
          <p:nvPr userDrawn="1"/>
        </p:nvSpPr>
        <p:spPr>
          <a:xfrm>
            <a:off x="16491659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>
                <a:solidFill>
                  <a:schemeClr val="tx1"/>
                </a:solidFill>
                <a:latin typeface="+mn-lt"/>
              </a:rPr>
              <a:t>NGINX </a:t>
            </a:r>
          </a:p>
        </p:txBody>
      </p:sp>
      <p:sp>
        <p:nvSpPr>
          <p:cNvPr id="259" name="Oval 258">
            <a:extLst>
              <a:ext uri="{FF2B5EF4-FFF2-40B4-BE49-F238E27FC236}">
                <a16:creationId xmlns:a16="http://schemas.microsoft.com/office/drawing/2014/main" id="{DE17A270-B433-4B5C-A472-D7520920A723}"/>
              </a:ext>
            </a:extLst>
          </p:cNvPr>
          <p:cNvSpPr/>
          <p:nvPr userDrawn="1"/>
        </p:nvSpPr>
        <p:spPr>
          <a:xfrm>
            <a:off x="16590717" y="6024739"/>
            <a:ext cx="338462" cy="33846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0311493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2" r:id="rId1"/>
    <p:sldLayoutId id="2147483713" r:id="rId2"/>
    <p:sldLayoutId id="2147483714" r:id="rId3"/>
    <p:sldLayoutId id="2147483715" r:id="rId4"/>
    <p:sldLayoutId id="2147483716" r:id="rId5"/>
    <p:sldLayoutId id="2147483717" r:id="rId6"/>
    <p:sldLayoutId id="2147483718" r:id="rId7"/>
    <p:sldLayoutId id="2147483719" r:id="rId8"/>
    <p:sldLayoutId id="2147483720" r:id="rId9"/>
    <p:sldLayoutId id="2147483721" r:id="rId10"/>
    <p:sldLayoutId id="2147483722" r:id="rId11"/>
    <p:sldLayoutId id="2147483723" r:id="rId12"/>
    <p:sldLayoutId id="2147483724" r:id="rId13"/>
    <p:sldLayoutId id="2147483725" r:id="rId14"/>
    <p:sldLayoutId id="2147483726" r:id="rId15"/>
    <p:sldLayoutId id="2147483727" r:id="rId16"/>
    <p:sldLayoutId id="2147483728" r:id="rId17"/>
    <p:sldLayoutId id="2147483729" r:id="rId18"/>
    <p:sldLayoutId id="2147483730" r:id="rId19"/>
    <p:sldLayoutId id="2147483731" r:id="rId20"/>
    <p:sldLayoutId id="2147483732" r:id="rId21"/>
    <p:sldLayoutId id="2147483733" r:id="rId22"/>
    <p:sldLayoutId id="2147483734" r:id="rId23"/>
    <p:sldLayoutId id="2147483735" r:id="rId24"/>
    <p:sldLayoutId id="2147483736" r:id="rId25"/>
    <p:sldLayoutId id="2147483737" r:id="rId26"/>
    <p:sldLayoutId id="2147483738" r:id="rId27"/>
    <p:sldLayoutId id="2147483739" r:id="rId28"/>
    <p:sldLayoutId id="2147483740" r:id="rId29"/>
    <p:sldLayoutId id="2147483741" r:id="rId30"/>
    <p:sldLayoutId id="2147483742" r:id="rId31"/>
    <p:sldLayoutId id="2147483743" r:id="rId32"/>
    <p:sldLayoutId id="2147483744" r:id="rId33"/>
    <p:sldLayoutId id="2147483745" r:id="rId34"/>
    <p:sldLayoutId id="2147483746" r:id="rId35"/>
    <p:sldLayoutId id="2147483747" r:id="rId36"/>
    <p:sldLayoutId id="2147483748" r:id="rId37"/>
    <p:sldLayoutId id="2147483749" r:id="rId38"/>
    <p:sldLayoutId id="2147483750" r:id="rId39"/>
    <p:sldLayoutId id="2147483751" r:id="rId40"/>
    <p:sldLayoutId id="2147483752" r:id="rId41"/>
    <p:sldLayoutId id="2147483753" r:id="rId42"/>
    <p:sldLayoutId id="2147483754" r:id="rId43"/>
    <p:sldLayoutId id="2147483755" r:id="rId44"/>
    <p:sldLayoutId id="2147483756" r:id="rId45"/>
    <p:sldLayoutId id="2147483757" r:id="rId46"/>
    <p:sldLayoutId id="2147483758" r:id="rId47"/>
    <p:sldLayoutId id="2147483759" r:id="rId48"/>
    <p:sldLayoutId id="2147483760" r:id="rId49"/>
    <p:sldLayoutId id="2147483761" r:id="rId50"/>
  </p:sldLayoutIdLst>
  <p:hf sldNum="0"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3200" b="1" kern="100" spc="-1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14000"/>
        </a:lnSpc>
        <a:spcBef>
          <a:spcPts val="1200"/>
        </a:spcBef>
        <a:buFont typeface="Arial" panose="020B0604020202020204" pitchFamily="34" charset="0"/>
        <a:buNone/>
        <a:defRPr lang="en-US" sz="1600" kern="1200" spc="-20" dirty="0" smtClean="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182880" indent="-182880" algn="l" defTabSz="914400" rtl="0" eaLnBrk="1" latinLnBrk="0" hangingPunct="1">
        <a:lnSpc>
          <a:spcPct val="114000"/>
        </a:lnSpc>
        <a:spcBef>
          <a:spcPts val="1200"/>
        </a:spcBef>
        <a:buFont typeface="Arial" panose="020B0604020202020204" pitchFamily="34" charset="0"/>
        <a:buChar char="•"/>
        <a:defRPr lang="en-US" sz="1600" kern="1200" spc="-20" dirty="0" smtClean="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2pPr>
      <a:lvl3pPr marL="365760" indent="-171450" algn="l" defTabSz="914400" rtl="0" eaLnBrk="1" latinLnBrk="0" hangingPunct="1">
        <a:lnSpc>
          <a:spcPct val="114000"/>
        </a:lnSpc>
        <a:spcBef>
          <a:spcPts val="1200"/>
        </a:spcBef>
        <a:spcAft>
          <a:spcPts val="0"/>
        </a:spcAft>
        <a:buFont typeface="Arial" panose="020B0604020202020204" pitchFamily="34" charset="0"/>
        <a:buChar char="•"/>
        <a:defRPr lang="en-US" sz="1600" kern="1200" spc="-20" dirty="0" smtClean="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3pPr>
      <a:lvl4pPr marL="640080" indent="-171450" algn="l" defTabSz="914400" rtl="0" eaLnBrk="1" latinLnBrk="0" hangingPunct="1">
        <a:lnSpc>
          <a:spcPct val="114000"/>
        </a:lnSpc>
        <a:spcBef>
          <a:spcPts val="1200"/>
        </a:spcBef>
        <a:spcAft>
          <a:spcPts val="0"/>
        </a:spcAft>
        <a:buFont typeface="Arial" panose="020B0604020202020204" pitchFamily="34" charset="0"/>
        <a:buChar char="•"/>
        <a:defRPr lang="en-US" sz="1600" kern="1200" spc="-20" dirty="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4pPr>
      <a:lvl5pPr marL="0" indent="0" algn="l" defTabSz="914400" rtl="0" eaLnBrk="1" latinLnBrk="0" hangingPunct="1">
        <a:lnSpc>
          <a:spcPct val="90000"/>
        </a:lnSpc>
        <a:spcBef>
          <a:spcPts val="1200"/>
        </a:spcBef>
        <a:spcAft>
          <a:spcPts val="400"/>
        </a:spcAft>
        <a:buFont typeface="Arial" panose="020B0604020202020204" pitchFamily="34" charset="0"/>
        <a:buChar char="​"/>
        <a:defRPr sz="1600" b="1" kern="100" cap="none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​"/>
        <a:defRPr sz="1400" b="1" kern="100" cap="all" spc="50" baseline="0">
          <a:solidFill>
            <a:schemeClr val="accent1"/>
          </a:solidFill>
          <a:latin typeface="Arial Narrow" panose="020B0606020202030204" pitchFamily="34" charset="0"/>
          <a:ea typeface="+mn-ea"/>
          <a:cs typeface="Arial" panose="020B0604020202020204" pitchFamily="34" charset="0"/>
        </a:defRPr>
      </a:lvl6pPr>
      <a:lvl7pPr marL="0" indent="0" algn="l" defTabSz="914400" rtl="0" eaLnBrk="1" latinLnBrk="0" hangingPunct="1">
        <a:lnSpc>
          <a:spcPct val="12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​"/>
        <a:defRPr sz="1400" kern="1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7pPr>
      <a:lvl8pPr marL="171450" indent="-171450" algn="l" defTabSz="914400" rtl="0" eaLnBrk="1" latinLnBrk="0" hangingPunct="1">
        <a:lnSpc>
          <a:spcPct val="90000"/>
        </a:lnSpc>
        <a:spcBef>
          <a:spcPts val="600"/>
        </a:spcBef>
        <a:spcAft>
          <a:spcPts val="200"/>
        </a:spcAft>
        <a:buFont typeface="Arial" panose="020B0604020202020204" pitchFamily="34" charset="0"/>
        <a:buChar char="•"/>
        <a:defRPr sz="1400" kern="1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8pPr>
      <a:lvl9pPr marL="342900" indent="-171450" algn="l" defTabSz="914400" rtl="0" eaLnBrk="1" latinLnBrk="0" hangingPunct="1">
        <a:lnSpc>
          <a:spcPct val="90000"/>
        </a:lnSpc>
        <a:spcBef>
          <a:spcPts val="600"/>
        </a:spcBef>
        <a:spcAft>
          <a:spcPts val="400"/>
        </a:spcAft>
        <a:buFont typeface="Arial" panose="020B0604020202020204" pitchFamily="34" charset="0"/>
        <a:buChar char="−"/>
        <a:defRPr sz="1200" kern="1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4" orient="horz" pos="288">
          <p15:clr>
            <a:srgbClr val="F26B43"/>
          </p15:clr>
        </p15:guide>
        <p15:guide id="5" orient="horz" pos="1248">
          <p15:clr>
            <a:srgbClr val="F26B43"/>
          </p15:clr>
        </p15:guide>
        <p15:guide id="6" pos="288">
          <p15:clr>
            <a:srgbClr val="F26B43"/>
          </p15:clr>
        </p15:guide>
        <p15:guide id="7" pos="7392">
          <p15:clr>
            <a:srgbClr val="F26B43"/>
          </p15:clr>
        </p15:guide>
        <p15:guide id="8" orient="horz" pos="396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5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850" tIns="182850" rIns="182850" bIns="18285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sz="5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sz="5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sz="5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sz="5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sz="5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sz="5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sz="5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sz="5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sz="5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5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850" tIns="182850" rIns="182850" bIns="182850" anchor="t" anchorCtr="0">
            <a:normAutofit/>
          </a:bodyPr>
          <a:lstStyle>
            <a:lvl1pPr marL="457200" marR="0" lvl="0" indent="-457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Host Grotesk"/>
              <a:buChar char="●"/>
              <a:defRPr sz="3600" b="0" i="0" u="none" strike="noStrike" cap="none">
                <a:solidFill>
                  <a:schemeClr val="dk2"/>
                </a:solidFill>
                <a:latin typeface="Host Grotesk"/>
                <a:ea typeface="Host Grotesk"/>
                <a:cs typeface="Host Grotesk"/>
                <a:sym typeface="Host Grotesk"/>
              </a:defRPr>
            </a:lvl1pPr>
            <a:lvl2pPr marL="914400" marR="0" lvl="1" indent="-4064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Host Grotesk"/>
              <a:buChar char="○"/>
              <a:defRPr sz="2800" b="0" i="0" u="none" strike="noStrike" cap="none">
                <a:solidFill>
                  <a:schemeClr val="dk2"/>
                </a:solidFill>
                <a:latin typeface="Host Grotesk"/>
                <a:ea typeface="Host Grotesk"/>
                <a:cs typeface="Host Grotesk"/>
                <a:sym typeface="Host Grotesk"/>
              </a:defRPr>
            </a:lvl2pPr>
            <a:lvl3pPr marL="1371600" marR="0" lvl="2" indent="-4064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Host Grotesk"/>
              <a:buChar char="■"/>
              <a:defRPr sz="2800" b="0" i="0" u="none" strike="noStrike" cap="none">
                <a:solidFill>
                  <a:schemeClr val="dk2"/>
                </a:solidFill>
                <a:latin typeface="Host Grotesk"/>
                <a:ea typeface="Host Grotesk"/>
                <a:cs typeface="Host Grotesk"/>
                <a:sym typeface="Host Grotesk"/>
              </a:defRPr>
            </a:lvl3pPr>
            <a:lvl4pPr marL="1828800" marR="0" lvl="3" indent="-4064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Host Grotesk"/>
              <a:buChar char="●"/>
              <a:defRPr sz="2800" b="0" i="0" u="none" strike="noStrike" cap="none">
                <a:solidFill>
                  <a:schemeClr val="dk2"/>
                </a:solidFill>
                <a:latin typeface="Host Grotesk"/>
                <a:ea typeface="Host Grotesk"/>
                <a:cs typeface="Host Grotesk"/>
                <a:sym typeface="Host Grotesk"/>
              </a:defRPr>
            </a:lvl4pPr>
            <a:lvl5pPr marL="2286000" marR="0" lvl="4" indent="-4064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Host Grotesk"/>
              <a:buChar char="○"/>
              <a:defRPr sz="2800" b="0" i="0" u="none" strike="noStrike" cap="none">
                <a:solidFill>
                  <a:schemeClr val="dk2"/>
                </a:solidFill>
                <a:latin typeface="Host Grotesk"/>
                <a:ea typeface="Host Grotesk"/>
                <a:cs typeface="Host Grotesk"/>
                <a:sym typeface="Host Grotesk"/>
              </a:defRPr>
            </a:lvl5pPr>
            <a:lvl6pPr marL="2743200" marR="0" lvl="5" indent="-4064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Host Grotesk"/>
              <a:buChar char="■"/>
              <a:defRPr sz="2800" b="0" i="0" u="none" strike="noStrike" cap="none">
                <a:solidFill>
                  <a:schemeClr val="dk2"/>
                </a:solidFill>
                <a:latin typeface="Host Grotesk"/>
                <a:ea typeface="Host Grotesk"/>
                <a:cs typeface="Host Grotesk"/>
                <a:sym typeface="Host Grotesk"/>
              </a:defRPr>
            </a:lvl6pPr>
            <a:lvl7pPr marL="3200400" marR="0" lvl="6" indent="-4064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Host Grotesk"/>
              <a:buChar char="●"/>
              <a:defRPr sz="2800" b="0" i="0" u="none" strike="noStrike" cap="none">
                <a:solidFill>
                  <a:schemeClr val="dk2"/>
                </a:solidFill>
                <a:latin typeface="Host Grotesk"/>
                <a:ea typeface="Host Grotesk"/>
                <a:cs typeface="Host Grotesk"/>
                <a:sym typeface="Host Grotesk"/>
              </a:defRPr>
            </a:lvl7pPr>
            <a:lvl8pPr marL="3657600" marR="0" lvl="7" indent="-4064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Host Grotesk"/>
              <a:buChar char="○"/>
              <a:defRPr sz="2800" b="0" i="0" u="none" strike="noStrike" cap="none">
                <a:solidFill>
                  <a:schemeClr val="dk2"/>
                </a:solidFill>
                <a:latin typeface="Host Grotesk"/>
                <a:ea typeface="Host Grotesk"/>
                <a:cs typeface="Host Grotesk"/>
                <a:sym typeface="Host Grotesk"/>
              </a:defRPr>
            </a:lvl8pPr>
            <a:lvl9pPr marL="4114800" marR="0" lvl="8" indent="-4064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Host Grotesk"/>
              <a:buChar char="■"/>
              <a:defRPr sz="2800" b="0" i="0" u="none" strike="noStrike" cap="none">
                <a:solidFill>
                  <a:schemeClr val="dk2"/>
                </a:solidFill>
                <a:latin typeface="Host Grotesk"/>
                <a:ea typeface="Host Grotesk"/>
                <a:cs typeface="Host Grotesk"/>
                <a:sym typeface="Host Grotesk"/>
              </a:defRPr>
            </a:lvl9pPr>
          </a:lstStyle>
          <a:p>
            <a:endParaRPr/>
          </a:p>
        </p:txBody>
      </p:sp>
      <p:sp>
        <p:nvSpPr>
          <p:cNvPr id="8" name="Google Shape;8;p15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850" tIns="182850" rIns="182850" bIns="182850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IE" smtClean="0"/>
              <a:pPr/>
              <a:t>‹#›</a:t>
            </a:fld>
            <a:endParaRPr lang="en-IE"/>
          </a:p>
        </p:txBody>
      </p:sp>
      <p:sp>
        <p:nvSpPr>
          <p:cNvPr id="9" name="Google Shape;9;p15"/>
          <p:cNvSpPr txBox="1"/>
          <p:nvPr/>
        </p:nvSpPr>
        <p:spPr>
          <a:xfrm>
            <a:off x="213369" y="6478145"/>
            <a:ext cx="24380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IE" sz="800" b="0" i="0" u="none" strike="noStrike" cap="none">
                <a:solidFill>
                  <a:srgbClr val="222632"/>
                </a:solidFill>
                <a:latin typeface="Host Grotesk Medium"/>
                <a:ea typeface="Host Grotesk Medium"/>
                <a:cs typeface="Host Grotesk Medium"/>
                <a:sym typeface="Host Grotesk Medium"/>
              </a:rPr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t>‹#›</a:t>
            </a:fld>
            <a:endParaRPr sz="800" b="0" i="0" u="none" strike="noStrike" cap="none">
              <a:solidFill>
                <a:srgbClr val="222632"/>
              </a:solidFill>
              <a:latin typeface="Host Grotesk Medium"/>
              <a:ea typeface="Host Grotesk Medium"/>
              <a:cs typeface="Host Grotesk Medium"/>
              <a:sym typeface="Host Grotesk Medium"/>
            </a:endParaRPr>
          </a:p>
        </p:txBody>
      </p:sp>
    </p:spTree>
    <p:extLst>
      <p:ext uri="{BB962C8B-B14F-4D97-AF65-F5344CB8AC3E}">
        <p14:creationId xmlns:p14="http://schemas.microsoft.com/office/powerpoint/2010/main" val="3162629167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763" r:id="rId1"/>
    <p:sldLayoutId id="2147483765" r:id="rId2"/>
    <p:sldLayoutId id="2147483766" r:id="rId3"/>
    <p:sldLayoutId id="2147483767" r:id="rId4"/>
    <p:sldLayoutId id="2147483768" r:id="rId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202">
          <p15:clr>
            <a:srgbClr val="E46962"/>
          </p15:clr>
        </p15:guide>
        <p15:guide id="2" pos="11318">
          <p15:clr>
            <a:srgbClr val="E46962"/>
          </p15:clr>
        </p15:guide>
        <p15:guide id="3">
          <p15:clr>
            <a:srgbClr val="E46962"/>
          </p15:clr>
        </p15:guide>
        <p15:guide id="4" pos="403">
          <p15:clr>
            <a:srgbClr val="E46962"/>
          </p15:clr>
        </p15:guide>
        <p15:guide id="5" pos="11117">
          <p15:clr>
            <a:srgbClr val="E46962"/>
          </p15:clr>
        </p15:guide>
        <p15:guide id="6" pos="1008">
          <p15:clr>
            <a:srgbClr val="E46962"/>
          </p15:clr>
        </p15:guide>
        <p15:guide id="7" pos="10512">
          <p15:clr>
            <a:srgbClr val="E46962"/>
          </p15:clr>
        </p15:guide>
        <p15:guide id="8" pos="5864">
          <p15:clr>
            <a:srgbClr val="E46962"/>
          </p15:clr>
        </p15:guide>
        <p15:guide id="9" pos="5656">
          <p15:clr>
            <a:srgbClr val="E46962"/>
          </p15:clr>
        </p15:guide>
        <p15:guide id="10" pos="3231">
          <p15:clr>
            <a:srgbClr val="E46962"/>
          </p15:clr>
        </p15:guide>
        <p15:guide id="11" pos="3439">
          <p15:clr>
            <a:srgbClr val="E46962"/>
          </p15:clr>
        </p15:guide>
        <p15:guide id="12" pos="8081">
          <p15:clr>
            <a:srgbClr val="E46962"/>
          </p15:clr>
        </p15:guide>
        <p15:guide id="13" pos="8289">
          <p15:clr>
            <a:srgbClr val="E46962"/>
          </p15:clr>
        </p15:guide>
        <p15:guide id="14" orient="horz" pos="3240">
          <p15:clr>
            <a:srgbClr val="E46962"/>
          </p15:clr>
        </p15:guide>
        <p15:guide id="15" orient="horz" pos="202">
          <p15:clr>
            <a:srgbClr val="E46962"/>
          </p15:clr>
        </p15:guide>
        <p15:guide id="16" orient="horz" pos="6480">
          <p15:clr>
            <a:srgbClr val="E46962"/>
          </p15:clr>
        </p15:guide>
        <p15:guide id="17" orient="horz">
          <p15:clr>
            <a:srgbClr val="E46962"/>
          </p15:clr>
        </p15:guide>
        <p15:guide id="18" orient="horz" pos="403">
          <p15:clr>
            <a:srgbClr val="E46962"/>
          </p15:clr>
        </p15:guide>
        <p15:guide id="19" orient="horz" pos="6278">
          <p15:clr>
            <a:srgbClr val="E46962"/>
          </p15:clr>
        </p15:guide>
        <p15:guide id="20" orient="horz" pos="6077">
          <p15:clr>
            <a:srgbClr val="E46962"/>
          </p15:clr>
        </p15:guide>
        <p15:guide id="21" orient="horz" pos="1515">
          <p15:clr>
            <a:srgbClr val="E46962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FC9411D-BC96-4E78-BA86-AE555DEC231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457200" y="457200"/>
            <a:ext cx="11274552" cy="75399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C7A8562-B6C4-4F72-9A77-9CE22CA5E603}"/>
              </a:ext>
            </a:extLst>
          </p:cNvPr>
          <p:cNvSpPr txBox="1"/>
          <p:nvPr userDrawn="1"/>
        </p:nvSpPr>
        <p:spPr>
          <a:xfrm>
            <a:off x="681343" y="6501327"/>
            <a:ext cx="730016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r>
              <a:rPr lang="en-US" sz="750" kern="100" cap="all" spc="10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©</a:t>
            </a:r>
            <a:r>
              <a:rPr lang="en-US" sz="750" kern="100" cap="all" spc="2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2025 F5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CFC7C42-B2DD-4FEE-B3DC-79EBB56C4AAB}"/>
              </a:ext>
            </a:extLst>
          </p:cNvPr>
          <p:cNvSpPr txBox="1"/>
          <p:nvPr userDrawn="1"/>
        </p:nvSpPr>
        <p:spPr>
          <a:xfrm>
            <a:off x="6805" y="6501327"/>
            <a:ext cx="567398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 algn="r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  <a:buFont typeface="Arial" panose="020B0604020202020204" pitchFamily="34" charset="0"/>
              <a:buChar char="​"/>
            </a:pPr>
            <a:fld id="{CB0320B6-2A61-43CE-9396-B5C4FB4B7D43}" type="slidenum">
              <a:rPr lang="en-US" sz="750" b="0" kern="100" cap="all" spc="50" smtClean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pPr marL="0" lvl="4" algn="r">
                <a:lnSpc>
                  <a:spcPct val="85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5"/>
                </a:buClr>
                <a:buFont typeface="Arial" panose="020B0604020202020204" pitchFamily="34" charset="0"/>
                <a:buChar char="​"/>
              </a:pPr>
              <a:t>‹#›</a:t>
            </a:fld>
            <a:endParaRPr lang="en-US" sz="750" b="0" kern="100" cap="all" spc="50" dirty="0">
              <a:solidFill>
                <a:schemeClr val="tx1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37C78E-8007-4F21-9F40-137DE0E530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968499"/>
            <a:ext cx="11274552" cy="431165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First level</a:t>
            </a:r>
          </a:p>
          <a:p>
            <a:pPr lvl="2"/>
            <a:r>
              <a:rPr lang="en-US"/>
              <a:t>Second level</a:t>
            </a:r>
          </a:p>
          <a:p>
            <a:pPr lvl="3"/>
            <a:r>
              <a:rPr lang="en-US"/>
              <a:t>Third level</a:t>
            </a:r>
          </a:p>
        </p:txBody>
      </p:sp>
      <p:pic>
        <p:nvPicPr>
          <p:cNvPr id="6" name="updated logo" descr="Logo&#10;&#10;Description automatically generated">
            <a:extLst>
              <a:ext uri="{FF2B5EF4-FFF2-40B4-BE49-F238E27FC236}">
                <a16:creationId xmlns:a16="http://schemas.microsoft.com/office/drawing/2014/main" id="{8F3372F7-7243-4131-A7BF-D616085D6533}"/>
              </a:ext>
            </a:extLst>
          </p:cNvPr>
          <p:cNvPicPr>
            <a:picLocks noChangeAspect="1"/>
          </p:cNvPicPr>
          <p:nvPr userDrawn="1"/>
        </p:nvPicPr>
        <p:blipFill>
          <a:blip r:embed="rId57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89503" y="6431000"/>
            <a:ext cx="246888" cy="246888"/>
          </a:xfrm>
          <a:prstGeom prst="rect">
            <a:avLst/>
          </a:prstGeom>
        </p:spPr>
      </p:pic>
      <p:sp>
        <p:nvSpPr>
          <p:cNvPr id="16" name="Footer Placeholder 10">
            <a:extLst>
              <a:ext uri="{FF2B5EF4-FFF2-40B4-BE49-F238E27FC236}">
                <a16:creationId xmlns:a16="http://schemas.microsoft.com/office/drawing/2014/main" id="{B5FDD3E2-DB49-4FE9-8962-005CDC21E2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algn="l" defTabSz="914400" rtl="0" eaLnBrk="1" latinLnBrk="0" hangingPunct="1">
              <a:defRPr lang="en-US" sz="75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5pPr>
              <a:defRPr lang="en-US" sz="750" kern="100" cap="all" spc="0" baseline="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6EDAC693-F262-74C0-BE46-1B603B4939E4}"/>
              </a:ext>
            </a:extLst>
          </p:cNvPr>
          <p:cNvPicPr>
            <a:picLocks noChangeAspect="1"/>
          </p:cNvPicPr>
          <p:nvPr userDrawn="1"/>
        </p:nvPicPr>
        <p:blipFill>
          <a:blip r:embed="rId58"/>
          <a:srcRect/>
          <a:stretch/>
        </p:blipFill>
        <p:spPr>
          <a:xfrm>
            <a:off x="0" y="0"/>
            <a:ext cx="12192000" cy="9448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705A01B-ED72-AC22-52D1-15EE8209ECD9}"/>
              </a:ext>
            </a:extLst>
          </p:cNvPr>
          <p:cNvSpPr txBox="1"/>
          <p:nvPr userDrawn="1"/>
        </p:nvSpPr>
        <p:spPr>
          <a:xfrm>
            <a:off x="13920953" y="10706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/>
              <a:t>Primary palette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23C07E9-4F92-B543-0D59-A45338EA4230}"/>
              </a:ext>
            </a:extLst>
          </p:cNvPr>
          <p:cNvSpPr/>
          <p:nvPr userDrawn="1"/>
        </p:nvSpPr>
        <p:spPr>
          <a:xfrm>
            <a:off x="13959929" y="377353"/>
            <a:ext cx="618392" cy="618392"/>
          </a:xfrm>
          <a:prstGeom prst="ellipse">
            <a:avLst/>
          </a:prstGeom>
          <a:solidFill>
            <a:srgbClr val="E400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9DC358B4-6650-42DF-F7DB-0186565B3AFA}"/>
              </a:ext>
            </a:extLst>
          </p:cNvPr>
          <p:cNvSpPr/>
          <p:nvPr userDrawn="1"/>
        </p:nvSpPr>
        <p:spPr>
          <a:xfrm>
            <a:off x="15084675" y="517318"/>
            <a:ext cx="338462" cy="338462"/>
          </a:xfrm>
          <a:prstGeom prst="ellipse">
            <a:avLst/>
          </a:prstGeom>
          <a:solidFill>
            <a:srgbClr val="F7B2B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CE800A0-B57F-64C8-68AF-07C3362C191C}"/>
              </a:ext>
            </a:extLst>
          </p:cNvPr>
          <p:cNvSpPr/>
          <p:nvPr userDrawn="1"/>
        </p:nvSpPr>
        <p:spPr>
          <a:xfrm>
            <a:off x="15584292" y="517318"/>
            <a:ext cx="338462" cy="338462"/>
          </a:xfrm>
          <a:prstGeom prst="ellipse">
            <a:avLst/>
          </a:prstGeom>
          <a:solidFill>
            <a:srgbClr val="F066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3BCCCCE4-1B24-8F5C-65AB-FEFDC2EAD640}"/>
              </a:ext>
            </a:extLst>
          </p:cNvPr>
          <p:cNvSpPr/>
          <p:nvPr userDrawn="1"/>
        </p:nvSpPr>
        <p:spPr>
          <a:xfrm>
            <a:off x="16083909" y="517318"/>
            <a:ext cx="338462" cy="338462"/>
          </a:xfrm>
          <a:prstGeom prst="ellipse">
            <a:avLst/>
          </a:prstGeom>
          <a:solidFill>
            <a:srgbClr val="A7002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5C488E1C-701D-172F-EAD6-3EE7CE61AC64}"/>
              </a:ext>
            </a:extLst>
          </p:cNvPr>
          <p:cNvSpPr/>
          <p:nvPr userDrawn="1"/>
        </p:nvSpPr>
        <p:spPr>
          <a:xfrm>
            <a:off x="16583525" y="517318"/>
            <a:ext cx="338462" cy="338462"/>
          </a:xfrm>
          <a:prstGeom prst="ellipse">
            <a:avLst/>
          </a:prstGeom>
          <a:solidFill>
            <a:srgbClr val="72001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E5EA0FD-8606-2D7B-9A6D-345BAE60D7AF}"/>
              </a:ext>
            </a:extLst>
          </p:cNvPr>
          <p:cNvSpPr txBox="1"/>
          <p:nvPr userDrawn="1"/>
        </p:nvSpPr>
        <p:spPr>
          <a:xfrm>
            <a:off x="15053447" y="10706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/>
              <a:t>Secondary palette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6202ADF-E5DA-F733-BD33-F12AFC815A27}"/>
              </a:ext>
            </a:extLst>
          </p:cNvPr>
          <p:cNvSpPr/>
          <p:nvPr userDrawn="1"/>
        </p:nvSpPr>
        <p:spPr>
          <a:xfrm>
            <a:off x="13959929" y="1097294"/>
            <a:ext cx="618392" cy="618392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C48F9F5A-D5EA-3C59-89FC-C65483DC5DC0}"/>
              </a:ext>
            </a:extLst>
          </p:cNvPr>
          <p:cNvSpPr/>
          <p:nvPr userDrawn="1"/>
        </p:nvSpPr>
        <p:spPr>
          <a:xfrm>
            <a:off x="15084675" y="1237259"/>
            <a:ext cx="338462" cy="338462"/>
          </a:xfrm>
          <a:prstGeom prst="ellipse">
            <a:avLst/>
          </a:prstGeom>
          <a:solidFill>
            <a:srgbClr val="FBE1C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456F766F-F56F-0220-857A-15DE67C792A1}"/>
              </a:ext>
            </a:extLst>
          </p:cNvPr>
          <p:cNvSpPr/>
          <p:nvPr userDrawn="1"/>
        </p:nvSpPr>
        <p:spPr>
          <a:xfrm>
            <a:off x="15584292" y="1237259"/>
            <a:ext cx="338462" cy="338462"/>
          </a:xfrm>
          <a:prstGeom prst="ellipse">
            <a:avLst/>
          </a:prstGeom>
          <a:solidFill>
            <a:srgbClr val="F7C2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53C89703-31D0-7B6B-8EB3-F07A68E4A484}"/>
              </a:ext>
            </a:extLst>
          </p:cNvPr>
          <p:cNvSpPr/>
          <p:nvPr userDrawn="1"/>
        </p:nvSpPr>
        <p:spPr>
          <a:xfrm>
            <a:off x="16083909" y="1237259"/>
            <a:ext cx="338462" cy="338462"/>
          </a:xfrm>
          <a:prstGeom prst="ellipse">
            <a:avLst/>
          </a:prstGeom>
          <a:solidFill>
            <a:srgbClr val="B2742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44EDF0C4-9850-3A30-F2ED-4F3D8D644319}"/>
              </a:ext>
            </a:extLst>
          </p:cNvPr>
          <p:cNvSpPr/>
          <p:nvPr userDrawn="1"/>
        </p:nvSpPr>
        <p:spPr>
          <a:xfrm>
            <a:off x="16583525" y="1237259"/>
            <a:ext cx="338462" cy="338462"/>
          </a:xfrm>
          <a:prstGeom prst="ellipse">
            <a:avLst/>
          </a:prstGeom>
          <a:solidFill>
            <a:srgbClr val="794D1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5ED22C15-4849-AD28-920D-28D93A18C27E}"/>
              </a:ext>
            </a:extLst>
          </p:cNvPr>
          <p:cNvSpPr/>
          <p:nvPr userDrawn="1"/>
        </p:nvSpPr>
        <p:spPr>
          <a:xfrm>
            <a:off x="13959929" y="1817235"/>
            <a:ext cx="618392" cy="6183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DDCC6B8A-FDDC-6878-F207-AB55FCD968FF}"/>
              </a:ext>
            </a:extLst>
          </p:cNvPr>
          <p:cNvSpPr/>
          <p:nvPr userDrawn="1"/>
        </p:nvSpPr>
        <p:spPr>
          <a:xfrm>
            <a:off x="15084675" y="1957200"/>
            <a:ext cx="338462" cy="338462"/>
          </a:xfrm>
          <a:prstGeom prst="ellipse">
            <a:avLst/>
          </a:prstGeom>
          <a:solidFill>
            <a:srgbClr val="B7C6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0753355E-4F3B-D666-D289-DB476912A803}"/>
              </a:ext>
            </a:extLst>
          </p:cNvPr>
          <p:cNvSpPr/>
          <p:nvPr userDrawn="1"/>
        </p:nvSpPr>
        <p:spPr>
          <a:xfrm>
            <a:off x="15584292" y="1957200"/>
            <a:ext cx="338462" cy="338462"/>
          </a:xfrm>
          <a:prstGeom prst="ellipse">
            <a:avLst/>
          </a:prstGeom>
          <a:solidFill>
            <a:srgbClr val="6E8D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D6BB051E-E280-5146-5B92-E11390637AC3}"/>
              </a:ext>
            </a:extLst>
          </p:cNvPr>
          <p:cNvSpPr/>
          <p:nvPr userDrawn="1"/>
        </p:nvSpPr>
        <p:spPr>
          <a:xfrm>
            <a:off x="16083909" y="1957200"/>
            <a:ext cx="338462" cy="338462"/>
          </a:xfrm>
          <a:prstGeom prst="ellipse">
            <a:avLst/>
          </a:prstGeom>
          <a:solidFill>
            <a:srgbClr val="0B31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ABD4A8B7-71F0-240D-5765-5C2ACF29F729}"/>
              </a:ext>
            </a:extLst>
          </p:cNvPr>
          <p:cNvSpPr/>
          <p:nvPr userDrawn="1"/>
        </p:nvSpPr>
        <p:spPr>
          <a:xfrm>
            <a:off x="16583525" y="1957200"/>
            <a:ext cx="338462" cy="338462"/>
          </a:xfrm>
          <a:prstGeom prst="ellipse">
            <a:avLst/>
          </a:prstGeom>
          <a:solidFill>
            <a:srgbClr val="07215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F1B49172-0369-A973-7616-4DF3890D1F5B}"/>
              </a:ext>
            </a:extLst>
          </p:cNvPr>
          <p:cNvSpPr/>
          <p:nvPr userDrawn="1"/>
        </p:nvSpPr>
        <p:spPr>
          <a:xfrm>
            <a:off x="13959929" y="2537176"/>
            <a:ext cx="618392" cy="618392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468DB165-7B30-4CB6-0CC8-0FDDE98AA480}"/>
              </a:ext>
            </a:extLst>
          </p:cNvPr>
          <p:cNvSpPr/>
          <p:nvPr userDrawn="1"/>
        </p:nvSpPr>
        <p:spPr>
          <a:xfrm>
            <a:off x="15084675" y="2677141"/>
            <a:ext cx="338462" cy="338462"/>
          </a:xfrm>
          <a:prstGeom prst="ellipse">
            <a:avLst/>
          </a:prstGeom>
          <a:solidFill>
            <a:srgbClr val="E6BE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91670530-A8ED-C030-E7EF-F9F3C004C8C4}"/>
              </a:ext>
            </a:extLst>
          </p:cNvPr>
          <p:cNvSpPr/>
          <p:nvPr userDrawn="1"/>
        </p:nvSpPr>
        <p:spPr>
          <a:xfrm>
            <a:off x="15584292" y="2677141"/>
            <a:ext cx="338462" cy="338462"/>
          </a:xfrm>
          <a:prstGeom prst="ellipse">
            <a:avLst/>
          </a:prstGeom>
          <a:solidFill>
            <a:srgbClr val="CD7DB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689AFA22-AE09-9306-60BF-BFF7A6191005}"/>
              </a:ext>
            </a:extLst>
          </p:cNvPr>
          <p:cNvSpPr/>
          <p:nvPr userDrawn="1"/>
        </p:nvSpPr>
        <p:spPr>
          <a:xfrm>
            <a:off x="16083909" y="2677141"/>
            <a:ext cx="338462" cy="338462"/>
          </a:xfrm>
          <a:prstGeom prst="ellipse">
            <a:avLst/>
          </a:prstGeom>
          <a:solidFill>
            <a:srgbClr val="801D6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07BCA9C2-3866-4D07-DC98-ADB604BBDEFA}"/>
              </a:ext>
            </a:extLst>
          </p:cNvPr>
          <p:cNvSpPr/>
          <p:nvPr userDrawn="1"/>
        </p:nvSpPr>
        <p:spPr>
          <a:xfrm>
            <a:off x="16583525" y="2677141"/>
            <a:ext cx="338462" cy="338462"/>
          </a:xfrm>
          <a:prstGeom prst="ellipse">
            <a:avLst/>
          </a:prstGeom>
          <a:solidFill>
            <a:srgbClr val="5614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E3E90D7E-077A-08FA-8727-6A0E7BF5ED5B}"/>
              </a:ext>
            </a:extLst>
          </p:cNvPr>
          <p:cNvSpPr/>
          <p:nvPr userDrawn="1"/>
        </p:nvSpPr>
        <p:spPr>
          <a:xfrm>
            <a:off x="13959929" y="3257117"/>
            <a:ext cx="618392" cy="61839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91457F62-0AE9-4CB7-700B-A2BD95BDFCDA}"/>
              </a:ext>
            </a:extLst>
          </p:cNvPr>
          <p:cNvSpPr/>
          <p:nvPr userDrawn="1"/>
        </p:nvSpPr>
        <p:spPr>
          <a:xfrm>
            <a:off x="15084675" y="3397082"/>
            <a:ext cx="338462" cy="338462"/>
          </a:xfrm>
          <a:prstGeom prst="ellipse">
            <a:avLst/>
          </a:prstGeom>
          <a:solidFill>
            <a:srgbClr val="B2DFC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C5FE08D1-0F7B-6DAD-8ED8-026456A93F45}"/>
              </a:ext>
            </a:extLst>
          </p:cNvPr>
          <p:cNvSpPr/>
          <p:nvPr userDrawn="1"/>
        </p:nvSpPr>
        <p:spPr>
          <a:xfrm>
            <a:off x="15584292" y="3397082"/>
            <a:ext cx="338462" cy="338462"/>
          </a:xfrm>
          <a:prstGeom prst="ellipse">
            <a:avLst/>
          </a:prstGeom>
          <a:solidFill>
            <a:srgbClr val="66C0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F4188487-C33B-2C59-A6A9-2014D87B6290}"/>
              </a:ext>
            </a:extLst>
          </p:cNvPr>
          <p:cNvSpPr/>
          <p:nvPr userDrawn="1"/>
        </p:nvSpPr>
        <p:spPr>
          <a:xfrm>
            <a:off x="16083909" y="3397082"/>
            <a:ext cx="338462" cy="338462"/>
          </a:xfrm>
          <a:prstGeom prst="ellipse">
            <a:avLst/>
          </a:prstGeom>
          <a:solidFill>
            <a:srgbClr val="0071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CEA93308-F63C-FE46-0AC7-5A5E63DDFF45}"/>
              </a:ext>
            </a:extLst>
          </p:cNvPr>
          <p:cNvSpPr/>
          <p:nvPr userDrawn="1"/>
        </p:nvSpPr>
        <p:spPr>
          <a:xfrm>
            <a:off x="16583525" y="3397082"/>
            <a:ext cx="338462" cy="338462"/>
          </a:xfrm>
          <a:prstGeom prst="ellipse">
            <a:avLst/>
          </a:prstGeom>
          <a:solidFill>
            <a:srgbClr val="004B1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6C52CBD7-0299-DD59-D33C-12B74A793F04}"/>
              </a:ext>
            </a:extLst>
          </p:cNvPr>
          <p:cNvSpPr/>
          <p:nvPr userDrawn="1"/>
        </p:nvSpPr>
        <p:spPr>
          <a:xfrm>
            <a:off x="13959929" y="3977058"/>
            <a:ext cx="618392" cy="6183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5DE5F3ED-9A80-AE3D-3F13-209D2586A814}"/>
              </a:ext>
            </a:extLst>
          </p:cNvPr>
          <p:cNvSpPr/>
          <p:nvPr userDrawn="1"/>
        </p:nvSpPr>
        <p:spPr>
          <a:xfrm>
            <a:off x="15084675" y="4117023"/>
            <a:ext cx="338462" cy="338462"/>
          </a:xfrm>
          <a:prstGeom prst="ellipse">
            <a:avLst/>
          </a:prstGeom>
          <a:solidFill>
            <a:srgbClr val="D0BC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32BFA23D-85BB-60E5-6E74-5428BAC6F53C}"/>
              </a:ext>
            </a:extLst>
          </p:cNvPr>
          <p:cNvSpPr/>
          <p:nvPr userDrawn="1"/>
        </p:nvSpPr>
        <p:spPr>
          <a:xfrm>
            <a:off x="15584292" y="4117023"/>
            <a:ext cx="338462" cy="338462"/>
          </a:xfrm>
          <a:prstGeom prst="ellipse">
            <a:avLst/>
          </a:prstGeom>
          <a:solidFill>
            <a:srgbClr val="A17AB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7B25A13E-AF98-498E-C8A3-057620C27913}"/>
              </a:ext>
            </a:extLst>
          </p:cNvPr>
          <p:cNvSpPr/>
          <p:nvPr userDrawn="1"/>
        </p:nvSpPr>
        <p:spPr>
          <a:xfrm>
            <a:off x="16083909" y="4117023"/>
            <a:ext cx="338462" cy="338462"/>
          </a:xfrm>
          <a:prstGeom prst="ellipse">
            <a:avLst/>
          </a:prstGeom>
          <a:solidFill>
            <a:srgbClr val="3813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5734CD6F-484E-815B-CA53-10916050DFF3}"/>
              </a:ext>
            </a:extLst>
          </p:cNvPr>
          <p:cNvSpPr/>
          <p:nvPr userDrawn="1"/>
        </p:nvSpPr>
        <p:spPr>
          <a:xfrm>
            <a:off x="16583525" y="4117023"/>
            <a:ext cx="338462" cy="338462"/>
          </a:xfrm>
          <a:prstGeom prst="ellipse">
            <a:avLst/>
          </a:prstGeom>
          <a:solidFill>
            <a:srgbClr val="250D3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5F16CEBA-FCEA-5ABC-C871-6635DA7ADEB7}"/>
              </a:ext>
            </a:extLst>
          </p:cNvPr>
          <p:cNvSpPr/>
          <p:nvPr userDrawn="1"/>
        </p:nvSpPr>
        <p:spPr>
          <a:xfrm>
            <a:off x="13959929" y="4652930"/>
            <a:ext cx="618392" cy="618392"/>
          </a:xfrm>
          <a:prstGeom prst="ellipse">
            <a:avLst/>
          </a:prstGeom>
          <a:solidFill>
            <a:srgbClr val="007B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638AC72E-5AB9-5A8F-D5A0-FD9D88ACDE49}"/>
              </a:ext>
            </a:extLst>
          </p:cNvPr>
          <p:cNvSpPr/>
          <p:nvPr userDrawn="1"/>
        </p:nvSpPr>
        <p:spPr>
          <a:xfrm>
            <a:off x="15084675" y="4836963"/>
            <a:ext cx="338462" cy="338462"/>
          </a:xfrm>
          <a:prstGeom prst="ellipse">
            <a:avLst/>
          </a:prstGeom>
          <a:solidFill>
            <a:srgbClr val="B2D7E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FF34CC11-3A9E-C153-DB86-2AFBD72D73C0}"/>
              </a:ext>
            </a:extLst>
          </p:cNvPr>
          <p:cNvSpPr/>
          <p:nvPr userDrawn="1"/>
        </p:nvSpPr>
        <p:spPr>
          <a:xfrm>
            <a:off x="15584292" y="4836963"/>
            <a:ext cx="338462" cy="338462"/>
          </a:xfrm>
          <a:prstGeom prst="ellipse">
            <a:avLst/>
          </a:prstGeom>
          <a:solidFill>
            <a:srgbClr val="66AF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055AA903-A689-254A-D5BC-06CFAACFCCBD}"/>
              </a:ext>
            </a:extLst>
          </p:cNvPr>
          <p:cNvSpPr/>
          <p:nvPr userDrawn="1"/>
        </p:nvSpPr>
        <p:spPr>
          <a:xfrm>
            <a:off x="16083909" y="4836963"/>
            <a:ext cx="338462" cy="338462"/>
          </a:xfrm>
          <a:prstGeom prst="ellipse">
            <a:avLst/>
          </a:prstGeom>
          <a:solidFill>
            <a:srgbClr val="005C8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AFDF0B7B-EA2F-016E-EEED-6461E0D8F964}"/>
              </a:ext>
            </a:extLst>
          </p:cNvPr>
          <p:cNvSpPr/>
          <p:nvPr userDrawn="1"/>
        </p:nvSpPr>
        <p:spPr>
          <a:xfrm>
            <a:off x="16583525" y="4836963"/>
            <a:ext cx="338462" cy="338462"/>
          </a:xfrm>
          <a:prstGeom prst="ellipse">
            <a:avLst/>
          </a:prstGeom>
          <a:solidFill>
            <a:srgbClr val="003D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A2CDCD5-EF99-5724-3EF0-B70A0511E2FD}"/>
              </a:ext>
            </a:extLst>
          </p:cNvPr>
          <p:cNvSpPr txBox="1"/>
          <p:nvPr userDrawn="1"/>
        </p:nvSpPr>
        <p:spPr>
          <a:xfrm>
            <a:off x="13920953" y="5707924"/>
            <a:ext cx="195089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000" b="1"/>
              <a:t>Product Group Colors</a:t>
            </a:r>
          </a:p>
        </p:txBody>
      </p: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2466044F-5F3D-655E-099E-BAE674690F98}"/>
              </a:ext>
            </a:extLst>
          </p:cNvPr>
          <p:cNvCxnSpPr>
            <a:cxnSpLocks/>
          </p:cNvCxnSpPr>
          <p:nvPr userDrawn="1"/>
        </p:nvCxnSpPr>
        <p:spPr>
          <a:xfrm>
            <a:off x="13920953" y="5583284"/>
            <a:ext cx="3109779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4010A0D8-77FF-6485-6777-A9DC71B7D683}"/>
              </a:ext>
            </a:extLst>
          </p:cNvPr>
          <p:cNvCxnSpPr>
            <a:cxnSpLocks/>
          </p:cNvCxnSpPr>
          <p:nvPr userDrawn="1"/>
        </p:nvCxnSpPr>
        <p:spPr>
          <a:xfrm>
            <a:off x="13920953" y="0"/>
            <a:ext cx="907751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568CD53E-4FDC-CF6D-33E4-786BD02D23DF}"/>
              </a:ext>
            </a:extLst>
          </p:cNvPr>
          <p:cNvCxnSpPr>
            <a:cxnSpLocks/>
          </p:cNvCxnSpPr>
          <p:nvPr userDrawn="1"/>
        </p:nvCxnSpPr>
        <p:spPr>
          <a:xfrm>
            <a:off x="15040681" y="0"/>
            <a:ext cx="1963661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Rectangle 59">
            <a:extLst>
              <a:ext uri="{FF2B5EF4-FFF2-40B4-BE49-F238E27FC236}">
                <a16:creationId xmlns:a16="http://schemas.microsoft.com/office/drawing/2014/main" id="{A8D1FAF9-5053-300B-1081-EA0BB86EE75F}"/>
              </a:ext>
            </a:extLst>
          </p:cNvPr>
          <p:cNvSpPr/>
          <p:nvPr userDrawn="1"/>
        </p:nvSpPr>
        <p:spPr>
          <a:xfrm>
            <a:off x="14716831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>
                <a:solidFill>
                  <a:schemeClr val="tx1"/>
                </a:solidFill>
                <a:latin typeface="+mn-lt"/>
              </a:rPr>
              <a:t>BIG-IP Next</a:t>
            </a:r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1F8A214D-15D1-7BD5-ED25-F15430B17B2E}"/>
              </a:ext>
            </a:extLst>
          </p:cNvPr>
          <p:cNvSpPr/>
          <p:nvPr userDrawn="1"/>
        </p:nvSpPr>
        <p:spPr>
          <a:xfrm>
            <a:off x="14804987" y="6024739"/>
            <a:ext cx="338462" cy="338462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23F76382-C6A5-F3C2-8CD3-93A41A742D45}"/>
              </a:ext>
            </a:extLst>
          </p:cNvPr>
          <p:cNvSpPr/>
          <p:nvPr userDrawn="1"/>
        </p:nvSpPr>
        <p:spPr>
          <a:xfrm>
            <a:off x="13843869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>
                <a:solidFill>
                  <a:schemeClr val="tx1"/>
                </a:solidFill>
                <a:latin typeface="+mn-lt"/>
              </a:rPr>
              <a:t>Distributed Cloud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FDF109FC-762C-2BB8-7A09-4FC596016ADB}"/>
              </a:ext>
            </a:extLst>
          </p:cNvPr>
          <p:cNvSpPr/>
          <p:nvPr userDrawn="1"/>
        </p:nvSpPr>
        <p:spPr>
          <a:xfrm>
            <a:off x="15568415" y="6388493"/>
            <a:ext cx="91440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000" kern="100">
                <a:solidFill>
                  <a:schemeClr val="tx1"/>
                </a:solidFill>
                <a:latin typeface="+mn-lt"/>
              </a:rPr>
              <a:t>BIG-IP</a:t>
            </a:r>
          </a:p>
        </p:txBody>
      </p:sp>
      <p:sp>
        <p:nvSpPr>
          <p:cNvPr id="256" name="Oval 255">
            <a:extLst>
              <a:ext uri="{FF2B5EF4-FFF2-40B4-BE49-F238E27FC236}">
                <a16:creationId xmlns:a16="http://schemas.microsoft.com/office/drawing/2014/main" id="{184DA559-750F-1563-A34A-225B7F8EF601}"/>
              </a:ext>
            </a:extLst>
          </p:cNvPr>
          <p:cNvSpPr/>
          <p:nvPr userDrawn="1"/>
        </p:nvSpPr>
        <p:spPr>
          <a:xfrm>
            <a:off x="13916887" y="6024739"/>
            <a:ext cx="338462" cy="33846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257" name="Oval 256">
            <a:extLst>
              <a:ext uri="{FF2B5EF4-FFF2-40B4-BE49-F238E27FC236}">
                <a16:creationId xmlns:a16="http://schemas.microsoft.com/office/drawing/2014/main" id="{46184793-43D0-FA39-0194-D7991C504282}"/>
              </a:ext>
            </a:extLst>
          </p:cNvPr>
          <p:cNvSpPr/>
          <p:nvPr userDrawn="1"/>
        </p:nvSpPr>
        <p:spPr>
          <a:xfrm>
            <a:off x="15702617" y="6024739"/>
            <a:ext cx="338462" cy="33846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  <p:sp>
        <p:nvSpPr>
          <p:cNvPr id="258" name="Rectangle 257">
            <a:extLst>
              <a:ext uri="{FF2B5EF4-FFF2-40B4-BE49-F238E27FC236}">
                <a16:creationId xmlns:a16="http://schemas.microsoft.com/office/drawing/2014/main" id="{C9194C64-E4D0-AD20-29E4-B80E7CEA1DAE}"/>
              </a:ext>
            </a:extLst>
          </p:cNvPr>
          <p:cNvSpPr/>
          <p:nvPr userDrawn="1"/>
        </p:nvSpPr>
        <p:spPr>
          <a:xfrm>
            <a:off x="16491659" y="6388493"/>
            <a:ext cx="822960" cy="347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000" kern="100">
                <a:solidFill>
                  <a:schemeClr val="tx1"/>
                </a:solidFill>
                <a:latin typeface="+mn-lt"/>
              </a:rPr>
              <a:t>NGINX </a:t>
            </a:r>
          </a:p>
        </p:txBody>
      </p:sp>
      <p:sp>
        <p:nvSpPr>
          <p:cNvPr id="259" name="Oval 258">
            <a:extLst>
              <a:ext uri="{FF2B5EF4-FFF2-40B4-BE49-F238E27FC236}">
                <a16:creationId xmlns:a16="http://schemas.microsoft.com/office/drawing/2014/main" id="{DE17A270-B433-4B5C-A472-D7520920A723}"/>
              </a:ext>
            </a:extLst>
          </p:cNvPr>
          <p:cNvSpPr/>
          <p:nvPr userDrawn="1"/>
        </p:nvSpPr>
        <p:spPr>
          <a:xfrm>
            <a:off x="16590717" y="6024739"/>
            <a:ext cx="338462" cy="33846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19240162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0" r:id="rId1"/>
    <p:sldLayoutId id="2147483771" r:id="rId2"/>
    <p:sldLayoutId id="2147483772" r:id="rId3"/>
    <p:sldLayoutId id="2147483773" r:id="rId4"/>
    <p:sldLayoutId id="2147483774" r:id="rId5"/>
    <p:sldLayoutId id="2147483775" r:id="rId6"/>
    <p:sldLayoutId id="2147483776" r:id="rId7"/>
    <p:sldLayoutId id="2147483777" r:id="rId8"/>
    <p:sldLayoutId id="2147483778" r:id="rId9"/>
    <p:sldLayoutId id="2147483779" r:id="rId10"/>
    <p:sldLayoutId id="2147483780" r:id="rId11"/>
    <p:sldLayoutId id="2147483781" r:id="rId12"/>
    <p:sldLayoutId id="2147483782" r:id="rId13"/>
    <p:sldLayoutId id="2147483783" r:id="rId14"/>
    <p:sldLayoutId id="2147483784" r:id="rId15"/>
    <p:sldLayoutId id="2147483785" r:id="rId16"/>
    <p:sldLayoutId id="2147483786" r:id="rId17"/>
    <p:sldLayoutId id="2147483787" r:id="rId18"/>
    <p:sldLayoutId id="2147483788" r:id="rId19"/>
    <p:sldLayoutId id="2147483789" r:id="rId20"/>
    <p:sldLayoutId id="2147483790" r:id="rId21"/>
    <p:sldLayoutId id="2147483791" r:id="rId22"/>
    <p:sldLayoutId id="2147483792" r:id="rId23"/>
    <p:sldLayoutId id="2147483793" r:id="rId24"/>
    <p:sldLayoutId id="2147483794" r:id="rId25"/>
    <p:sldLayoutId id="2147483795" r:id="rId26"/>
    <p:sldLayoutId id="2147483796" r:id="rId27"/>
    <p:sldLayoutId id="2147483797" r:id="rId28"/>
    <p:sldLayoutId id="2147483798" r:id="rId29"/>
    <p:sldLayoutId id="2147483799" r:id="rId30"/>
    <p:sldLayoutId id="2147483800" r:id="rId31"/>
    <p:sldLayoutId id="2147483801" r:id="rId32"/>
    <p:sldLayoutId id="2147483802" r:id="rId33"/>
    <p:sldLayoutId id="2147483803" r:id="rId34"/>
    <p:sldLayoutId id="2147483804" r:id="rId35"/>
    <p:sldLayoutId id="2147483805" r:id="rId36"/>
    <p:sldLayoutId id="2147483806" r:id="rId37"/>
    <p:sldLayoutId id="2147483807" r:id="rId38"/>
    <p:sldLayoutId id="2147483808" r:id="rId39"/>
    <p:sldLayoutId id="2147483809" r:id="rId40"/>
    <p:sldLayoutId id="2147483810" r:id="rId41"/>
    <p:sldLayoutId id="2147483811" r:id="rId42"/>
    <p:sldLayoutId id="2147483812" r:id="rId43"/>
    <p:sldLayoutId id="2147483813" r:id="rId44"/>
    <p:sldLayoutId id="2147483814" r:id="rId45"/>
    <p:sldLayoutId id="2147483815" r:id="rId46"/>
    <p:sldLayoutId id="2147483816" r:id="rId47"/>
    <p:sldLayoutId id="2147483817" r:id="rId48"/>
    <p:sldLayoutId id="2147483818" r:id="rId49"/>
    <p:sldLayoutId id="2147483819" r:id="rId50"/>
    <p:sldLayoutId id="2147483820" r:id="rId51"/>
    <p:sldLayoutId id="2147483821" r:id="rId52"/>
    <p:sldLayoutId id="2147483822" r:id="rId53"/>
    <p:sldLayoutId id="2147483823" r:id="rId54"/>
    <p:sldLayoutId id="2147483824" r:id="rId55"/>
  </p:sldLayoutIdLst>
  <p:hf sldNum="0"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3200" b="1" kern="100" spc="-1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14000"/>
        </a:lnSpc>
        <a:spcBef>
          <a:spcPts val="1200"/>
        </a:spcBef>
        <a:buFont typeface="Arial" panose="020B0604020202020204" pitchFamily="34" charset="0"/>
        <a:buNone/>
        <a:defRPr lang="en-US" sz="1600" kern="1200" spc="-20" dirty="0" smtClean="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182880" indent="-182880" algn="l" defTabSz="914400" rtl="0" eaLnBrk="1" latinLnBrk="0" hangingPunct="1">
        <a:lnSpc>
          <a:spcPct val="114000"/>
        </a:lnSpc>
        <a:spcBef>
          <a:spcPts val="1200"/>
        </a:spcBef>
        <a:buFont typeface="Arial" panose="020B0604020202020204" pitchFamily="34" charset="0"/>
        <a:buChar char="•"/>
        <a:defRPr lang="en-US" sz="1600" kern="1200" spc="-20" dirty="0" smtClean="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2pPr>
      <a:lvl3pPr marL="365760" indent="-171450" algn="l" defTabSz="914400" rtl="0" eaLnBrk="1" latinLnBrk="0" hangingPunct="1">
        <a:lnSpc>
          <a:spcPct val="114000"/>
        </a:lnSpc>
        <a:spcBef>
          <a:spcPts val="1200"/>
        </a:spcBef>
        <a:spcAft>
          <a:spcPts val="0"/>
        </a:spcAft>
        <a:buFont typeface="Arial" panose="020B0604020202020204" pitchFamily="34" charset="0"/>
        <a:buChar char="•"/>
        <a:defRPr lang="en-US" sz="1600" kern="1200" spc="-20" dirty="0" smtClean="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3pPr>
      <a:lvl4pPr marL="640080" indent="-171450" algn="l" defTabSz="914400" rtl="0" eaLnBrk="1" latinLnBrk="0" hangingPunct="1">
        <a:lnSpc>
          <a:spcPct val="114000"/>
        </a:lnSpc>
        <a:spcBef>
          <a:spcPts val="1200"/>
        </a:spcBef>
        <a:spcAft>
          <a:spcPts val="0"/>
        </a:spcAft>
        <a:buFont typeface="Arial" panose="020B0604020202020204" pitchFamily="34" charset="0"/>
        <a:buChar char="•"/>
        <a:defRPr lang="en-US" sz="1600" kern="1200" spc="-20" dirty="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4pPr>
      <a:lvl5pPr marL="0" indent="0" algn="l" defTabSz="914400" rtl="0" eaLnBrk="1" latinLnBrk="0" hangingPunct="1">
        <a:lnSpc>
          <a:spcPct val="90000"/>
        </a:lnSpc>
        <a:spcBef>
          <a:spcPts val="1200"/>
        </a:spcBef>
        <a:spcAft>
          <a:spcPts val="400"/>
        </a:spcAft>
        <a:buFont typeface="Arial" panose="020B0604020202020204" pitchFamily="34" charset="0"/>
        <a:buChar char="​"/>
        <a:defRPr sz="1600" b="1" kern="100" cap="none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​"/>
        <a:defRPr sz="1400" b="1" kern="100" cap="all" spc="50" baseline="0">
          <a:solidFill>
            <a:schemeClr val="accent1"/>
          </a:solidFill>
          <a:latin typeface="Arial Narrow" panose="020B0606020202030204" pitchFamily="34" charset="0"/>
          <a:ea typeface="+mn-ea"/>
          <a:cs typeface="Arial" panose="020B0604020202020204" pitchFamily="34" charset="0"/>
        </a:defRPr>
      </a:lvl6pPr>
      <a:lvl7pPr marL="0" indent="0" algn="l" defTabSz="914400" rtl="0" eaLnBrk="1" latinLnBrk="0" hangingPunct="1">
        <a:lnSpc>
          <a:spcPct val="12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​"/>
        <a:defRPr sz="1400" kern="1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7pPr>
      <a:lvl8pPr marL="171450" indent="-171450" algn="l" defTabSz="914400" rtl="0" eaLnBrk="1" latinLnBrk="0" hangingPunct="1">
        <a:lnSpc>
          <a:spcPct val="90000"/>
        </a:lnSpc>
        <a:spcBef>
          <a:spcPts val="600"/>
        </a:spcBef>
        <a:spcAft>
          <a:spcPts val="200"/>
        </a:spcAft>
        <a:buFont typeface="Arial" panose="020B0604020202020204" pitchFamily="34" charset="0"/>
        <a:buChar char="•"/>
        <a:defRPr sz="1400" kern="1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8pPr>
      <a:lvl9pPr marL="342900" indent="-171450" algn="l" defTabSz="914400" rtl="0" eaLnBrk="1" latinLnBrk="0" hangingPunct="1">
        <a:lnSpc>
          <a:spcPct val="90000"/>
        </a:lnSpc>
        <a:spcBef>
          <a:spcPts val="600"/>
        </a:spcBef>
        <a:spcAft>
          <a:spcPts val="400"/>
        </a:spcAft>
        <a:buFont typeface="Arial" panose="020B0604020202020204" pitchFamily="34" charset="0"/>
        <a:buChar char="−"/>
        <a:defRPr sz="1200" kern="1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4" orient="horz" pos="288">
          <p15:clr>
            <a:srgbClr val="F26B43"/>
          </p15:clr>
        </p15:guide>
        <p15:guide id="5" orient="horz" pos="1248">
          <p15:clr>
            <a:srgbClr val="F26B43"/>
          </p15:clr>
        </p15:guide>
        <p15:guide id="6" pos="288">
          <p15:clr>
            <a:srgbClr val="F26B43"/>
          </p15:clr>
        </p15:guide>
        <p15:guide id="7" pos="7392">
          <p15:clr>
            <a:srgbClr val="F26B43"/>
          </p15:clr>
        </p15:guide>
        <p15:guide id="8" orient="horz" pos="396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svg"/><Relationship Id="rId13" Type="http://schemas.openxmlformats.org/officeDocument/2006/relationships/image" Target="../media/image34.png"/><Relationship Id="rId18" Type="http://schemas.openxmlformats.org/officeDocument/2006/relationships/image" Target="../media/image39.sv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12" Type="http://schemas.openxmlformats.org/officeDocument/2006/relationships/image" Target="../media/image33.svg"/><Relationship Id="rId17" Type="http://schemas.openxmlformats.org/officeDocument/2006/relationships/image" Target="../media/image38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37.svg"/><Relationship Id="rId1" Type="http://schemas.openxmlformats.org/officeDocument/2006/relationships/slideLayout" Target="../slideLayouts/slideLayout103.xml"/><Relationship Id="rId6" Type="http://schemas.openxmlformats.org/officeDocument/2006/relationships/image" Target="../media/image27.svg"/><Relationship Id="rId11" Type="http://schemas.openxmlformats.org/officeDocument/2006/relationships/image" Target="../media/image32.png"/><Relationship Id="rId5" Type="http://schemas.openxmlformats.org/officeDocument/2006/relationships/image" Target="../media/image26.png"/><Relationship Id="rId15" Type="http://schemas.openxmlformats.org/officeDocument/2006/relationships/image" Target="../media/image36.png"/><Relationship Id="rId10" Type="http://schemas.openxmlformats.org/officeDocument/2006/relationships/image" Target="../media/image31.svg"/><Relationship Id="rId4" Type="http://schemas.openxmlformats.org/officeDocument/2006/relationships/image" Target="../media/image25.svg"/><Relationship Id="rId9" Type="http://schemas.openxmlformats.org/officeDocument/2006/relationships/image" Target="../media/image30.png"/><Relationship Id="rId14" Type="http://schemas.openxmlformats.org/officeDocument/2006/relationships/image" Target="../media/image35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svg"/><Relationship Id="rId13" Type="http://schemas.openxmlformats.org/officeDocument/2006/relationships/image" Target="../media/image34.png"/><Relationship Id="rId18" Type="http://schemas.openxmlformats.org/officeDocument/2006/relationships/image" Target="../media/image39.sv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12" Type="http://schemas.openxmlformats.org/officeDocument/2006/relationships/image" Target="../media/image33.svg"/><Relationship Id="rId17" Type="http://schemas.openxmlformats.org/officeDocument/2006/relationships/image" Target="../media/image38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37.svg"/><Relationship Id="rId1" Type="http://schemas.openxmlformats.org/officeDocument/2006/relationships/slideLayout" Target="../slideLayouts/slideLayout103.xml"/><Relationship Id="rId6" Type="http://schemas.openxmlformats.org/officeDocument/2006/relationships/image" Target="../media/image27.svg"/><Relationship Id="rId11" Type="http://schemas.openxmlformats.org/officeDocument/2006/relationships/image" Target="../media/image32.png"/><Relationship Id="rId5" Type="http://schemas.openxmlformats.org/officeDocument/2006/relationships/image" Target="../media/image26.png"/><Relationship Id="rId15" Type="http://schemas.openxmlformats.org/officeDocument/2006/relationships/image" Target="../media/image36.png"/><Relationship Id="rId10" Type="http://schemas.openxmlformats.org/officeDocument/2006/relationships/image" Target="../media/image31.svg"/><Relationship Id="rId4" Type="http://schemas.openxmlformats.org/officeDocument/2006/relationships/image" Target="../media/image25.svg"/><Relationship Id="rId9" Type="http://schemas.openxmlformats.org/officeDocument/2006/relationships/image" Target="../media/image30.png"/><Relationship Id="rId14" Type="http://schemas.openxmlformats.org/officeDocument/2006/relationships/image" Target="../media/image35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svg"/><Relationship Id="rId13" Type="http://schemas.openxmlformats.org/officeDocument/2006/relationships/image" Target="../media/image34.png"/><Relationship Id="rId18" Type="http://schemas.openxmlformats.org/officeDocument/2006/relationships/image" Target="../media/image39.sv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12" Type="http://schemas.openxmlformats.org/officeDocument/2006/relationships/image" Target="../media/image33.svg"/><Relationship Id="rId17" Type="http://schemas.openxmlformats.org/officeDocument/2006/relationships/image" Target="../media/image38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37.svg"/><Relationship Id="rId1" Type="http://schemas.openxmlformats.org/officeDocument/2006/relationships/slideLayout" Target="../slideLayouts/slideLayout103.xml"/><Relationship Id="rId6" Type="http://schemas.openxmlformats.org/officeDocument/2006/relationships/image" Target="../media/image27.svg"/><Relationship Id="rId11" Type="http://schemas.openxmlformats.org/officeDocument/2006/relationships/image" Target="../media/image32.png"/><Relationship Id="rId5" Type="http://schemas.openxmlformats.org/officeDocument/2006/relationships/image" Target="../media/image26.png"/><Relationship Id="rId15" Type="http://schemas.openxmlformats.org/officeDocument/2006/relationships/image" Target="../media/image36.png"/><Relationship Id="rId10" Type="http://schemas.openxmlformats.org/officeDocument/2006/relationships/image" Target="../media/image31.svg"/><Relationship Id="rId4" Type="http://schemas.openxmlformats.org/officeDocument/2006/relationships/image" Target="../media/image25.svg"/><Relationship Id="rId9" Type="http://schemas.openxmlformats.org/officeDocument/2006/relationships/image" Target="../media/image30.png"/><Relationship Id="rId14" Type="http://schemas.openxmlformats.org/officeDocument/2006/relationships/image" Target="../media/image35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B03DE5-C6DB-7524-4AFC-34B7BC34F9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798">
            <a:hlinkClick r:id="" action="ppaction://noaction"/>
            <a:extLst>
              <a:ext uri="{FF2B5EF4-FFF2-40B4-BE49-F238E27FC236}">
                <a16:creationId xmlns:a16="http://schemas.microsoft.com/office/drawing/2014/main" id="{A32BFC14-8A88-190B-7668-F4B9A864F690}"/>
              </a:ext>
            </a:extLst>
          </p:cNvPr>
          <p:cNvSpPr/>
          <p:nvPr/>
        </p:nvSpPr>
        <p:spPr>
          <a:xfrm>
            <a:off x="7658513" y="2086696"/>
            <a:ext cx="1208963" cy="1143643"/>
          </a:xfrm>
          <a:custGeom>
            <a:avLst/>
            <a:gdLst>
              <a:gd name="connsiteX0" fmla="*/ 1208963 w 1208963"/>
              <a:gd name="connsiteY0" fmla="*/ 1143643 h 1143643"/>
              <a:gd name="connsiteX1" fmla="*/ 0 w 1208963"/>
              <a:gd name="connsiteY1" fmla="*/ 1143643 h 1143643"/>
              <a:gd name="connsiteX2" fmla="*/ 0 w 1208963"/>
              <a:gd name="connsiteY2" fmla="*/ 0 h 1143643"/>
              <a:gd name="connsiteX3" fmla="*/ 1208963 w 1208963"/>
              <a:gd name="connsiteY3" fmla="*/ 0 h 1143643"/>
              <a:gd name="connsiteX4" fmla="*/ 1208963 w 1208963"/>
              <a:gd name="connsiteY4" fmla="*/ 1143643 h 1143643"/>
              <a:gd name="connsiteX5" fmla="*/ 11132 w 1208963"/>
              <a:gd name="connsiteY5" fmla="*/ 1133621 h 1143643"/>
              <a:gd name="connsiteX6" fmla="*/ 1198945 w 1208963"/>
              <a:gd name="connsiteY6" fmla="*/ 1133621 h 1143643"/>
              <a:gd name="connsiteX7" fmla="*/ 1198945 w 1208963"/>
              <a:gd name="connsiteY7" fmla="*/ 11136 h 1143643"/>
              <a:gd name="connsiteX8" fmla="*/ 11132 w 1208963"/>
              <a:gd name="connsiteY8" fmla="*/ 11136 h 1143643"/>
              <a:gd name="connsiteX9" fmla="*/ 11132 w 1208963"/>
              <a:gd name="connsiteY9" fmla="*/ 1133621 h 1143643"/>
              <a:gd name="connsiteX10" fmla="*/ 11132 w 1208963"/>
              <a:gd name="connsiteY10" fmla="*/ 1133621 h 11436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08963" h="1143643">
                <a:moveTo>
                  <a:pt x="1208963" y="1143643"/>
                </a:moveTo>
                <a:lnTo>
                  <a:pt x="0" y="1143643"/>
                </a:lnTo>
                <a:lnTo>
                  <a:pt x="0" y="0"/>
                </a:lnTo>
                <a:lnTo>
                  <a:pt x="1208963" y="0"/>
                </a:lnTo>
                <a:lnTo>
                  <a:pt x="1208963" y="1143643"/>
                </a:lnTo>
                <a:close/>
                <a:moveTo>
                  <a:pt x="11132" y="1133621"/>
                </a:moveTo>
                <a:lnTo>
                  <a:pt x="1198945" y="1133621"/>
                </a:lnTo>
                <a:lnTo>
                  <a:pt x="1198945" y="11136"/>
                </a:lnTo>
                <a:lnTo>
                  <a:pt x="11132" y="11136"/>
                </a:lnTo>
                <a:lnTo>
                  <a:pt x="11132" y="1133621"/>
                </a:lnTo>
                <a:lnTo>
                  <a:pt x="11132" y="1133621"/>
                </a:lnTo>
                <a:close/>
              </a:path>
            </a:pathLst>
          </a:custGeom>
          <a:solidFill>
            <a:srgbClr val="000000"/>
          </a:solidFill>
          <a:ln w="11126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Freeform 888">
            <a:extLst>
              <a:ext uri="{FF2B5EF4-FFF2-40B4-BE49-F238E27FC236}">
                <a16:creationId xmlns:a16="http://schemas.microsoft.com/office/drawing/2014/main" id="{E90B2D13-FB3D-6147-DED4-7EB3FBE6BE20}"/>
              </a:ext>
            </a:extLst>
          </p:cNvPr>
          <p:cNvSpPr/>
          <p:nvPr/>
        </p:nvSpPr>
        <p:spPr>
          <a:xfrm>
            <a:off x="5656732" y="5226385"/>
            <a:ext cx="454196" cy="465474"/>
          </a:xfrm>
          <a:custGeom>
            <a:avLst/>
            <a:gdLst>
              <a:gd name="connsiteX0" fmla="*/ 454197 w 454196"/>
              <a:gd name="connsiteY0" fmla="*/ 139197 h 465474"/>
              <a:gd name="connsiteX1" fmla="*/ 454197 w 454196"/>
              <a:gd name="connsiteY1" fmla="*/ 139197 h 465474"/>
              <a:gd name="connsiteX2" fmla="*/ 331742 w 454196"/>
              <a:gd name="connsiteY2" fmla="*/ 71269 h 465474"/>
              <a:gd name="connsiteX3" fmla="*/ 331742 w 454196"/>
              <a:gd name="connsiteY3" fmla="*/ 32294 h 465474"/>
              <a:gd name="connsiteX4" fmla="*/ 326176 w 454196"/>
              <a:gd name="connsiteY4" fmla="*/ 26726 h 465474"/>
              <a:gd name="connsiteX5" fmla="*/ 141380 w 454196"/>
              <a:gd name="connsiteY5" fmla="*/ 26726 h 465474"/>
              <a:gd name="connsiteX6" fmla="*/ 110210 w 454196"/>
              <a:gd name="connsiteY6" fmla="*/ 0 h 465474"/>
              <a:gd name="connsiteX7" fmla="*/ 77926 w 454196"/>
              <a:gd name="connsiteY7" fmla="*/ 32294 h 465474"/>
              <a:gd name="connsiteX8" fmla="*/ 110210 w 454196"/>
              <a:gd name="connsiteY8" fmla="*/ 64587 h 465474"/>
              <a:gd name="connsiteX9" fmla="*/ 141380 w 454196"/>
              <a:gd name="connsiteY9" fmla="*/ 37862 h 465474"/>
              <a:gd name="connsiteX10" fmla="*/ 320610 w 454196"/>
              <a:gd name="connsiteY10" fmla="*/ 37862 h 465474"/>
              <a:gd name="connsiteX11" fmla="*/ 320610 w 454196"/>
              <a:gd name="connsiteY11" fmla="*/ 71269 h 465474"/>
              <a:gd name="connsiteX12" fmla="*/ 198155 w 454196"/>
              <a:gd name="connsiteY12" fmla="*/ 139197 h 465474"/>
              <a:gd name="connsiteX13" fmla="*/ 198155 w 454196"/>
              <a:gd name="connsiteY13" fmla="*/ 142538 h 465474"/>
              <a:gd name="connsiteX14" fmla="*/ 198155 w 454196"/>
              <a:gd name="connsiteY14" fmla="*/ 142538 h 465474"/>
              <a:gd name="connsiteX15" fmla="*/ 198155 w 454196"/>
              <a:gd name="connsiteY15" fmla="*/ 160355 h 465474"/>
              <a:gd name="connsiteX16" fmla="*/ 63454 w 454196"/>
              <a:gd name="connsiteY16" fmla="*/ 160355 h 465474"/>
              <a:gd name="connsiteX17" fmla="*/ 32284 w 454196"/>
              <a:gd name="connsiteY17" fmla="*/ 133629 h 465474"/>
              <a:gd name="connsiteX18" fmla="*/ 0 w 454196"/>
              <a:gd name="connsiteY18" fmla="*/ 165923 h 465474"/>
              <a:gd name="connsiteX19" fmla="*/ 32284 w 454196"/>
              <a:gd name="connsiteY19" fmla="*/ 198217 h 465474"/>
              <a:gd name="connsiteX20" fmla="*/ 63454 w 454196"/>
              <a:gd name="connsiteY20" fmla="*/ 171491 h 465474"/>
              <a:gd name="connsiteX21" fmla="*/ 198155 w 454196"/>
              <a:gd name="connsiteY21" fmla="*/ 171491 h 465474"/>
              <a:gd name="connsiteX22" fmla="*/ 198155 w 454196"/>
              <a:gd name="connsiteY22" fmla="*/ 293984 h 465474"/>
              <a:gd name="connsiteX23" fmla="*/ 63454 w 454196"/>
              <a:gd name="connsiteY23" fmla="*/ 293984 h 465474"/>
              <a:gd name="connsiteX24" fmla="*/ 32284 w 454196"/>
              <a:gd name="connsiteY24" fmla="*/ 267258 h 465474"/>
              <a:gd name="connsiteX25" fmla="*/ 0 w 454196"/>
              <a:gd name="connsiteY25" fmla="*/ 299552 h 465474"/>
              <a:gd name="connsiteX26" fmla="*/ 32284 w 454196"/>
              <a:gd name="connsiteY26" fmla="*/ 331846 h 465474"/>
              <a:gd name="connsiteX27" fmla="*/ 63454 w 454196"/>
              <a:gd name="connsiteY27" fmla="*/ 305120 h 465474"/>
              <a:gd name="connsiteX28" fmla="*/ 198155 w 454196"/>
              <a:gd name="connsiteY28" fmla="*/ 305120 h 465474"/>
              <a:gd name="connsiteX29" fmla="*/ 198155 w 454196"/>
              <a:gd name="connsiteY29" fmla="*/ 326278 h 465474"/>
              <a:gd name="connsiteX30" fmla="*/ 320610 w 454196"/>
              <a:gd name="connsiteY30" fmla="*/ 394206 h 465474"/>
              <a:gd name="connsiteX31" fmla="*/ 320610 w 454196"/>
              <a:gd name="connsiteY31" fmla="*/ 427613 h 465474"/>
              <a:gd name="connsiteX32" fmla="*/ 141380 w 454196"/>
              <a:gd name="connsiteY32" fmla="*/ 427613 h 465474"/>
              <a:gd name="connsiteX33" fmla="*/ 110210 w 454196"/>
              <a:gd name="connsiteY33" fmla="*/ 400888 h 465474"/>
              <a:gd name="connsiteX34" fmla="*/ 77926 w 454196"/>
              <a:gd name="connsiteY34" fmla="*/ 433181 h 465474"/>
              <a:gd name="connsiteX35" fmla="*/ 110210 w 454196"/>
              <a:gd name="connsiteY35" fmla="*/ 465475 h 465474"/>
              <a:gd name="connsiteX36" fmla="*/ 141380 w 454196"/>
              <a:gd name="connsiteY36" fmla="*/ 438749 h 465474"/>
              <a:gd name="connsiteX37" fmla="*/ 326176 w 454196"/>
              <a:gd name="connsiteY37" fmla="*/ 438749 h 465474"/>
              <a:gd name="connsiteX38" fmla="*/ 331742 w 454196"/>
              <a:gd name="connsiteY38" fmla="*/ 433181 h 465474"/>
              <a:gd name="connsiteX39" fmla="*/ 331742 w 454196"/>
              <a:gd name="connsiteY39" fmla="*/ 394206 h 465474"/>
              <a:gd name="connsiteX40" fmla="*/ 454197 w 454196"/>
              <a:gd name="connsiteY40" fmla="*/ 326278 h 465474"/>
              <a:gd name="connsiteX41" fmla="*/ 454197 w 454196"/>
              <a:gd name="connsiteY41" fmla="*/ 281735 h 465474"/>
              <a:gd name="connsiteX42" fmla="*/ 454197 w 454196"/>
              <a:gd name="connsiteY42" fmla="*/ 281735 h 465474"/>
              <a:gd name="connsiteX43" fmla="*/ 454197 w 454196"/>
              <a:gd name="connsiteY43" fmla="*/ 276167 h 465474"/>
              <a:gd name="connsiteX44" fmla="*/ 454197 w 454196"/>
              <a:gd name="connsiteY44" fmla="*/ 276167 h 465474"/>
              <a:gd name="connsiteX45" fmla="*/ 454197 w 454196"/>
              <a:gd name="connsiteY45" fmla="*/ 216034 h 465474"/>
              <a:gd name="connsiteX46" fmla="*/ 454197 w 454196"/>
              <a:gd name="connsiteY46" fmla="*/ 216034 h 465474"/>
              <a:gd name="connsiteX47" fmla="*/ 454197 w 454196"/>
              <a:gd name="connsiteY47" fmla="*/ 210466 h 465474"/>
              <a:gd name="connsiteX48" fmla="*/ 454197 w 454196"/>
              <a:gd name="connsiteY48" fmla="*/ 210466 h 465474"/>
              <a:gd name="connsiteX49" fmla="*/ 454197 w 454196"/>
              <a:gd name="connsiteY49" fmla="*/ 139197 h 465474"/>
              <a:gd name="connsiteX50" fmla="*/ 454197 w 454196"/>
              <a:gd name="connsiteY50" fmla="*/ 139197 h 465474"/>
              <a:gd name="connsiteX51" fmla="*/ 454197 w 454196"/>
              <a:gd name="connsiteY51" fmla="*/ 139197 h 465474"/>
              <a:gd name="connsiteX52" fmla="*/ 110210 w 454196"/>
              <a:gd name="connsiteY52" fmla="*/ 53452 h 465474"/>
              <a:gd name="connsiteX53" fmla="*/ 89058 w 454196"/>
              <a:gd name="connsiteY53" fmla="*/ 32294 h 465474"/>
              <a:gd name="connsiteX54" fmla="*/ 110210 w 454196"/>
              <a:gd name="connsiteY54" fmla="*/ 11136 h 465474"/>
              <a:gd name="connsiteX55" fmla="*/ 131361 w 454196"/>
              <a:gd name="connsiteY55" fmla="*/ 32294 h 465474"/>
              <a:gd name="connsiteX56" fmla="*/ 110210 w 454196"/>
              <a:gd name="connsiteY56" fmla="*/ 53452 h 465474"/>
              <a:gd name="connsiteX57" fmla="*/ 32284 w 454196"/>
              <a:gd name="connsiteY57" fmla="*/ 187081 h 465474"/>
              <a:gd name="connsiteX58" fmla="*/ 11132 w 454196"/>
              <a:gd name="connsiteY58" fmla="*/ 165923 h 465474"/>
              <a:gd name="connsiteX59" fmla="*/ 32284 w 454196"/>
              <a:gd name="connsiteY59" fmla="*/ 144765 h 465474"/>
              <a:gd name="connsiteX60" fmla="*/ 53435 w 454196"/>
              <a:gd name="connsiteY60" fmla="*/ 165923 h 465474"/>
              <a:gd name="connsiteX61" fmla="*/ 32284 w 454196"/>
              <a:gd name="connsiteY61" fmla="*/ 187081 h 465474"/>
              <a:gd name="connsiteX62" fmla="*/ 32284 w 454196"/>
              <a:gd name="connsiteY62" fmla="*/ 320710 h 465474"/>
              <a:gd name="connsiteX63" fmla="*/ 11132 w 454196"/>
              <a:gd name="connsiteY63" fmla="*/ 299552 h 465474"/>
              <a:gd name="connsiteX64" fmla="*/ 32284 w 454196"/>
              <a:gd name="connsiteY64" fmla="*/ 278394 h 465474"/>
              <a:gd name="connsiteX65" fmla="*/ 53435 w 454196"/>
              <a:gd name="connsiteY65" fmla="*/ 299552 h 465474"/>
              <a:gd name="connsiteX66" fmla="*/ 32284 w 454196"/>
              <a:gd name="connsiteY66" fmla="*/ 320710 h 465474"/>
              <a:gd name="connsiteX67" fmla="*/ 110210 w 454196"/>
              <a:gd name="connsiteY67" fmla="*/ 454339 h 465474"/>
              <a:gd name="connsiteX68" fmla="*/ 89058 w 454196"/>
              <a:gd name="connsiteY68" fmla="*/ 433181 h 465474"/>
              <a:gd name="connsiteX69" fmla="*/ 110210 w 454196"/>
              <a:gd name="connsiteY69" fmla="*/ 412023 h 465474"/>
              <a:gd name="connsiteX70" fmla="*/ 131361 w 454196"/>
              <a:gd name="connsiteY70" fmla="*/ 433181 h 465474"/>
              <a:gd name="connsiteX71" fmla="*/ 110210 w 454196"/>
              <a:gd name="connsiteY71" fmla="*/ 454339 h 465474"/>
              <a:gd name="connsiteX72" fmla="*/ 209287 w 454196"/>
              <a:gd name="connsiteY72" fmla="*/ 167036 h 465474"/>
              <a:gd name="connsiteX73" fmla="*/ 326176 w 454196"/>
              <a:gd name="connsiteY73" fmla="*/ 207125 h 465474"/>
              <a:gd name="connsiteX74" fmla="*/ 443065 w 454196"/>
              <a:gd name="connsiteY74" fmla="*/ 167036 h 465474"/>
              <a:gd name="connsiteX75" fmla="*/ 443065 w 454196"/>
              <a:gd name="connsiteY75" fmla="*/ 201557 h 465474"/>
              <a:gd name="connsiteX76" fmla="*/ 443065 w 454196"/>
              <a:gd name="connsiteY76" fmla="*/ 201557 h 465474"/>
              <a:gd name="connsiteX77" fmla="*/ 326176 w 454196"/>
              <a:gd name="connsiteY77" fmla="*/ 258350 h 465474"/>
              <a:gd name="connsiteX78" fmla="*/ 209287 w 454196"/>
              <a:gd name="connsiteY78" fmla="*/ 201557 h 465474"/>
              <a:gd name="connsiteX79" fmla="*/ 209287 w 454196"/>
              <a:gd name="connsiteY79" fmla="*/ 201557 h 465474"/>
              <a:gd name="connsiteX80" fmla="*/ 209287 w 454196"/>
              <a:gd name="connsiteY80" fmla="*/ 167036 h 465474"/>
              <a:gd name="connsiteX81" fmla="*/ 209287 w 454196"/>
              <a:gd name="connsiteY81" fmla="*/ 167036 h 465474"/>
              <a:gd name="connsiteX82" fmla="*/ 209287 w 454196"/>
              <a:gd name="connsiteY82" fmla="*/ 229397 h 465474"/>
              <a:gd name="connsiteX83" fmla="*/ 326176 w 454196"/>
              <a:gd name="connsiteY83" fmla="*/ 269486 h 465474"/>
              <a:gd name="connsiteX84" fmla="*/ 443065 w 454196"/>
              <a:gd name="connsiteY84" fmla="*/ 229397 h 465474"/>
              <a:gd name="connsiteX85" fmla="*/ 443065 w 454196"/>
              <a:gd name="connsiteY85" fmla="*/ 263918 h 465474"/>
              <a:gd name="connsiteX86" fmla="*/ 443065 w 454196"/>
              <a:gd name="connsiteY86" fmla="*/ 263918 h 465474"/>
              <a:gd name="connsiteX87" fmla="*/ 326176 w 454196"/>
              <a:gd name="connsiteY87" fmla="*/ 320710 h 465474"/>
              <a:gd name="connsiteX88" fmla="*/ 209287 w 454196"/>
              <a:gd name="connsiteY88" fmla="*/ 263918 h 465474"/>
              <a:gd name="connsiteX89" fmla="*/ 209287 w 454196"/>
              <a:gd name="connsiteY89" fmla="*/ 263918 h 465474"/>
              <a:gd name="connsiteX90" fmla="*/ 209287 w 454196"/>
              <a:gd name="connsiteY90" fmla="*/ 229397 h 465474"/>
              <a:gd name="connsiteX91" fmla="*/ 209287 w 454196"/>
              <a:gd name="connsiteY91" fmla="*/ 229397 h 465474"/>
              <a:gd name="connsiteX92" fmla="*/ 320610 w 454196"/>
              <a:gd name="connsiteY92" fmla="*/ 82405 h 465474"/>
              <a:gd name="connsiteX93" fmla="*/ 320610 w 454196"/>
              <a:gd name="connsiteY93" fmla="*/ 132516 h 465474"/>
              <a:gd name="connsiteX94" fmla="*/ 326176 w 454196"/>
              <a:gd name="connsiteY94" fmla="*/ 138084 h 465474"/>
              <a:gd name="connsiteX95" fmla="*/ 331742 w 454196"/>
              <a:gd name="connsiteY95" fmla="*/ 132516 h 465474"/>
              <a:gd name="connsiteX96" fmla="*/ 331742 w 454196"/>
              <a:gd name="connsiteY96" fmla="*/ 82405 h 465474"/>
              <a:gd name="connsiteX97" fmla="*/ 443065 w 454196"/>
              <a:gd name="connsiteY97" fmla="*/ 139197 h 465474"/>
              <a:gd name="connsiteX98" fmla="*/ 326176 w 454196"/>
              <a:gd name="connsiteY98" fmla="*/ 195989 h 465474"/>
              <a:gd name="connsiteX99" fmla="*/ 209287 w 454196"/>
              <a:gd name="connsiteY99" fmla="*/ 139197 h 465474"/>
              <a:gd name="connsiteX100" fmla="*/ 320610 w 454196"/>
              <a:gd name="connsiteY100" fmla="*/ 82405 h 465474"/>
              <a:gd name="connsiteX101" fmla="*/ 326176 w 454196"/>
              <a:gd name="connsiteY101" fmla="*/ 383070 h 465474"/>
              <a:gd name="connsiteX102" fmla="*/ 209287 w 454196"/>
              <a:gd name="connsiteY102" fmla="*/ 326278 h 465474"/>
              <a:gd name="connsiteX103" fmla="*/ 209287 w 454196"/>
              <a:gd name="connsiteY103" fmla="*/ 291757 h 465474"/>
              <a:gd name="connsiteX104" fmla="*/ 326176 w 454196"/>
              <a:gd name="connsiteY104" fmla="*/ 331846 h 465474"/>
              <a:gd name="connsiteX105" fmla="*/ 443065 w 454196"/>
              <a:gd name="connsiteY105" fmla="*/ 291757 h 465474"/>
              <a:gd name="connsiteX106" fmla="*/ 443065 w 454196"/>
              <a:gd name="connsiteY106" fmla="*/ 326278 h 465474"/>
              <a:gd name="connsiteX107" fmla="*/ 326176 w 454196"/>
              <a:gd name="connsiteY107" fmla="*/ 383070 h 4654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</a:cxnLst>
            <a:rect l="l" t="t" r="r" b="b"/>
            <a:pathLst>
              <a:path w="454196" h="465474">
                <a:moveTo>
                  <a:pt x="454197" y="139197"/>
                </a:moveTo>
                <a:lnTo>
                  <a:pt x="454197" y="139197"/>
                </a:lnTo>
                <a:cubicBezTo>
                  <a:pt x="454197" y="102449"/>
                  <a:pt x="400761" y="73496"/>
                  <a:pt x="331742" y="71269"/>
                </a:cubicBezTo>
                <a:lnTo>
                  <a:pt x="331742" y="32294"/>
                </a:lnTo>
                <a:cubicBezTo>
                  <a:pt x="331742" y="28953"/>
                  <a:pt x="329515" y="26726"/>
                  <a:pt x="326176" y="26726"/>
                </a:cubicBezTo>
                <a:lnTo>
                  <a:pt x="141380" y="26726"/>
                </a:lnTo>
                <a:cubicBezTo>
                  <a:pt x="139153" y="12249"/>
                  <a:pt x="125795" y="0"/>
                  <a:pt x="110210" y="0"/>
                </a:cubicBezTo>
                <a:cubicBezTo>
                  <a:pt x="92398" y="0"/>
                  <a:pt x="77926" y="14476"/>
                  <a:pt x="77926" y="32294"/>
                </a:cubicBezTo>
                <a:cubicBezTo>
                  <a:pt x="77926" y="50111"/>
                  <a:pt x="92398" y="64587"/>
                  <a:pt x="110210" y="64587"/>
                </a:cubicBezTo>
                <a:cubicBezTo>
                  <a:pt x="125795" y="64587"/>
                  <a:pt x="139153" y="53452"/>
                  <a:pt x="141380" y="37862"/>
                </a:cubicBezTo>
                <a:lnTo>
                  <a:pt x="320610" y="37862"/>
                </a:lnTo>
                <a:lnTo>
                  <a:pt x="320610" y="71269"/>
                </a:lnTo>
                <a:cubicBezTo>
                  <a:pt x="251590" y="72382"/>
                  <a:pt x="198155" y="102449"/>
                  <a:pt x="198155" y="139197"/>
                </a:cubicBezTo>
                <a:lnTo>
                  <a:pt x="198155" y="142538"/>
                </a:lnTo>
                <a:lnTo>
                  <a:pt x="198155" y="142538"/>
                </a:lnTo>
                <a:lnTo>
                  <a:pt x="198155" y="160355"/>
                </a:lnTo>
                <a:lnTo>
                  <a:pt x="63454" y="160355"/>
                </a:lnTo>
                <a:cubicBezTo>
                  <a:pt x="61227" y="145879"/>
                  <a:pt x="47869" y="133629"/>
                  <a:pt x="32284" y="133629"/>
                </a:cubicBezTo>
                <a:cubicBezTo>
                  <a:pt x="14472" y="133629"/>
                  <a:pt x="0" y="148106"/>
                  <a:pt x="0" y="165923"/>
                </a:cubicBezTo>
                <a:cubicBezTo>
                  <a:pt x="0" y="183740"/>
                  <a:pt x="14472" y="198217"/>
                  <a:pt x="32284" y="198217"/>
                </a:cubicBezTo>
                <a:cubicBezTo>
                  <a:pt x="47869" y="198217"/>
                  <a:pt x="61227" y="187081"/>
                  <a:pt x="63454" y="171491"/>
                </a:cubicBezTo>
                <a:lnTo>
                  <a:pt x="198155" y="171491"/>
                </a:lnTo>
                <a:lnTo>
                  <a:pt x="198155" y="293984"/>
                </a:lnTo>
                <a:lnTo>
                  <a:pt x="63454" y="293984"/>
                </a:lnTo>
                <a:cubicBezTo>
                  <a:pt x="61227" y="279508"/>
                  <a:pt x="47869" y="267258"/>
                  <a:pt x="32284" y="267258"/>
                </a:cubicBezTo>
                <a:cubicBezTo>
                  <a:pt x="14472" y="267258"/>
                  <a:pt x="0" y="281735"/>
                  <a:pt x="0" y="299552"/>
                </a:cubicBezTo>
                <a:cubicBezTo>
                  <a:pt x="0" y="317369"/>
                  <a:pt x="14472" y="331846"/>
                  <a:pt x="32284" y="331846"/>
                </a:cubicBezTo>
                <a:cubicBezTo>
                  <a:pt x="47869" y="331846"/>
                  <a:pt x="61227" y="320710"/>
                  <a:pt x="63454" y="305120"/>
                </a:cubicBezTo>
                <a:lnTo>
                  <a:pt x="198155" y="305120"/>
                </a:lnTo>
                <a:lnTo>
                  <a:pt x="198155" y="326278"/>
                </a:lnTo>
                <a:cubicBezTo>
                  <a:pt x="198155" y="363026"/>
                  <a:pt x="251590" y="391979"/>
                  <a:pt x="320610" y="394206"/>
                </a:cubicBezTo>
                <a:lnTo>
                  <a:pt x="320610" y="427613"/>
                </a:lnTo>
                <a:lnTo>
                  <a:pt x="141380" y="427613"/>
                </a:lnTo>
                <a:cubicBezTo>
                  <a:pt x="139153" y="413137"/>
                  <a:pt x="125795" y="400888"/>
                  <a:pt x="110210" y="400888"/>
                </a:cubicBezTo>
                <a:cubicBezTo>
                  <a:pt x="92398" y="400888"/>
                  <a:pt x="77926" y="415364"/>
                  <a:pt x="77926" y="433181"/>
                </a:cubicBezTo>
                <a:cubicBezTo>
                  <a:pt x="77926" y="450998"/>
                  <a:pt x="92398" y="465475"/>
                  <a:pt x="110210" y="465475"/>
                </a:cubicBezTo>
                <a:cubicBezTo>
                  <a:pt x="125795" y="465475"/>
                  <a:pt x="139153" y="454339"/>
                  <a:pt x="141380" y="438749"/>
                </a:cubicBezTo>
                <a:lnTo>
                  <a:pt x="326176" y="438749"/>
                </a:lnTo>
                <a:cubicBezTo>
                  <a:pt x="329515" y="438749"/>
                  <a:pt x="331742" y="436522"/>
                  <a:pt x="331742" y="433181"/>
                </a:cubicBezTo>
                <a:lnTo>
                  <a:pt x="331742" y="394206"/>
                </a:lnTo>
                <a:cubicBezTo>
                  <a:pt x="400761" y="393093"/>
                  <a:pt x="454197" y="363026"/>
                  <a:pt x="454197" y="326278"/>
                </a:cubicBezTo>
                <a:lnTo>
                  <a:pt x="454197" y="281735"/>
                </a:lnTo>
                <a:lnTo>
                  <a:pt x="454197" y="281735"/>
                </a:lnTo>
                <a:lnTo>
                  <a:pt x="454197" y="276167"/>
                </a:lnTo>
                <a:lnTo>
                  <a:pt x="454197" y="276167"/>
                </a:lnTo>
                <a:lnTo>
                  <a:pt x="454197" y="216034"/>
                </a:lnTo>
                <a:lnTo>
                  <a:pt x="454197" y="216034"/>
                </a:lnTo>
                <a:lnTo>
                  <a:pt x="454197" y="210466"/>
                </a:lnTo>
                <a:lnTo>
                  <a:pt x="454197" y="210466"/>
                </a:lnTo>
                <a:lnTo>
                  <a:pt x="454197" y="139197"/>
                </a:lnTo>
                <a:lnTo>
                  <a:pt x="454197" y="139197"/>
                </a:lnTo>
                <a:lnTo>
                  <a:pt x="454197" y="139197"/>
                </a:lnTo>
                <a:close/>
                <a:moveTo>
                  <a:pt x="110210" y="53452"/>
                </a:moveTo>
                <a:cubicBezTo>
                  <a:pt x="99077" y="53452"/>
                  <a:pt x="89058" y="44543"/>
                  <a:pt x="89058" y="32294"/>
                </a:cubicBezTo>
                <a:cubicBezTo>
                  <a:pt x="89058" y="20044"/>
                  <a:pt x="97964" y="11136"/>
                  <a:pt x="110210" y="11136"/>
                </a:cubicBezTo>
                <a:cubicBezTo>
                  <a:pt x="122455" y="11136"/>
                  <a:pt x="131361" y="21158"/>
                  <a:pt x="131361" y="32294"/>
                </a:cubicBezTo>
                <a:cubicBezTo>
                  <a:pt x="131361" y="43430"/>
                  <a:pt x="121342" y="53452"/>
                  <a:pt x="110210" y="53452"/>
                </a:cubicBezTo>
                <a:close/>
                <a:moveTo>
                  <a:pt x="32284" y="187081"/>
                </a:moveTo>
                <a:cubicBezTo>
                  <a:pt x="21152" y="187081"/>
                  <a:pt x="11132" y="178172"/>
                  <a:pt x="11132" y="165923"/>
                </a:cubicBezTo>
                <a:cubicBezTo>
                  <a:pt x="11132" y="153674"/>
                  <a:pt x="20039" y="144765"/>
                  <a:pt x="32284" y="144765"/>
                </a:cubicBezTo>
                <a:cubicBezTo>
                  <a:pt x="44529" y="144765"/>
                  <a:pt x="53435" y="154787"/>
                  <a:pt x="53435" y="165923"/>
                </a:cubicBezTo>
                <a:cubicBezTo>
                  <a:pt x="53435" y="177059"/>
                  <a:pt x="43416" y="187081"/>
                  <a:pt x="32284" y="187081"/>
                </a:cubicBezTo>
                <a:close/>
                <a:moveTo>
                  <a:pt x="32284" y="320710"/>
                </a:moveTo>
                <a:cubicBezTo>
                  <a:pt x="21152" y="320710"/>
                  <a:pt x="11132" y="311801"/>
                  <a:pt x="11132" y="299552"/>
                </a:cubicBezTo>
                <a:cubicBezTo>
                  <a:pt x="11132" y="287303"/>
                  <a:pt x="20039" y="278394"/>
                  <a:pt x="32284" y="278394"/>
                </a:cubicBezTo>
                <a:cubicBezTo>
                  <a:pt x="44529" y="278394"/>
                  <a:pt x="53435" y="288416"/>
                  <a:pt x="53435" y="299552"/>
                </a:cubicBezTo>
                <a:cubicBezTo>
                  <a:pt x="53435" y="310688"/>
                  <a:pt x="43416" y="320710"/>
                  <a:pt x="32284" y="320710"/>
                </a:cubicBezTo>
                <a:close/>
                <a:moveTo>
                  <a:pt x="110210" y="454339"/>
                </a:moveTo>
                <a:cubicBezTo>
                  <a:pt x="99077" y="454339"/>
                  <a:pt x="89058" y="445431"/>
                  <a:pt x="89058" y="433181"/>
                </a:cubicBezTo>
                <a:cubicBezTo>
                  <a:pt x="89058" y="420932"/>
                  <a:pt x="97964" y="412023"/>
                  <a:pt x="110210" y="412023"/>
                </a:cubicBezTo>
                <a:cubicBezTo>
                  <a:pt x="122455" y="412023"/>
                  <a:pt x="131361" y="420932"/>
                  <a:pt x="131361" y="433181"/>
                </a:cubicBezTo>
                <a:cubicBezTo>
                  <a:pt x="131361" y="445431"/>
                  <a:pt x="121342" y="454339"/>
                  <a:pt x="110210" y="454339"/>
                </a:cubicBezTo>
                <a:close/>
                <a:moveTo>
                  <a:pt x="209287" y="167036"/>
                </a:moveTo>
                <a:cubicBezTo>
                  <a:pt x="229325" y="190422"/>
                  <a:pt x="273854" y="207125"/>
                  <a:pt x="326176" y="207125"/>
                </a:cubicBezTo>
                <a:cubicBezTo>
                  <a:pt x="378497" y="207125"/>
                  <a:pt x="423026" y="190422"/>
                  <a:pt x="443065" y="167036"/>
                </a:cubicBezTo>
                <a:lnTo>
                  <a:pt x="443065" y="201557"/>
                </a:lnTo>
                <a:lnTo>
                  <a:pt x="443065" y="201557"/>
                </a:lnTo>
                <a:cubicBezTo>
                  <a:pt x="443065" y="232738"/>
                  <a:pt x="389629" y="258350"/>
                  <a:pt x="326176" y="258350"/>
                </a:cubicBezTo>
                <a:cubicBezTo>
                  <a:pt x="262722" y="258350"/>
                  <a:pt x="209287" y="232738"/>
                  <a:pt x="209287" y="201557"/>
                </a:cubicBezTo>
                <a:lnTo>
                  <a:pt x="209287" y="201557"/>
                </a:lnTo>
                <a:lnTo>
                  <a:pt x="209287" y="167036"/>
                </a:lnTo>
                <a:lnTo>
                  <a:pt x="209287" y="167036"/>
                </a:lnTo>
                <a:close/>
                <a:moveTo>
                  <a:pt x="209287" y="229397"/>
                </a:moveTo>
                <a:cubicBezTo>
                  <a:pt x="229325" y="252782"/>
                  <a:pt x="273854" y="269486"/>
                  <a:pt x="326176" y="269486"/>
                </a:cubicBezTo>
                <a:cubicBezTo>
                  <a:pt x="378497" y="269486"/>
                  <a:pt x="423026" y="252782"/>
                  <a:pt x="443065" y="229397"/>
                </a:cubicBezTo>
                <a:lnTo>
                  <a:pt x="443065" y="263918"/>
                </a:lnTo>
                <a:lnTo>
                  <a:pt x="443065" y="263918"/>
                </a:lnTo>
                <a:cubicBezTo>
                  <a:pt x="443065" y="295098"/>
                  <a:pt x="389629" y="320710"/>
                  <a:pt x="326176" y="320710"/>
                </a:cubicBezTo>
                <a:cubicBezTo>
                  <a:pt x="262722" y="320710"/>
                  <a:pt x="209287" y="295098"/>
                  <a:pt x="209287" y="263918"/>
                </a:cubicBezTo>
                <a:lnTo>
                  <a:pt x="209287" y="263918"/>
                </a:lnTo>
                <a:lnTo>
                  <a:pt x="209287" y="229397"/>
                </a:lnTo>
                <a:lnTo>
                  <a:pt x="209287" y="229397"/>
                </a:lnTo>
                <a:close/>
                <a:moveTo>
                  <a:pt x="320610" y="82405"/>
                </a:moveTo>
                <a:lnTo>
                  <a:pt x="320610" y="132516"/>
                </a:lnTo>
                <a:cubicBezTo>
                  <a:pt x="320610" y="135856"/>
                  <a:pt x="322836" y="138084"/>
                  <a:pt x="326176" y="138084"/>
                </a:cubicBezTo>
                <a:cubicBezTo>
                  <a:pt x="329515" y="138084"/>
                  <a:pt x="331742" y="135856"/>
                  <a:pt x="331742" y="132516"/>
                </a:cubicBezTo>
                <a:lnTo>
                  <a:pt x="331742" y="82405"/>
                </a:lnTo>
                <a:cubicBezTo>
                  <a:pt x="392969" y="83518"/>
                  <a:pt x="443065" y="109130"/>
                  <a:pt x="443065" y="139197"/>
                </a:cubicBezTo>
                <a:cubicBezTo>
                  <a:pt x="443065" y="169264"/>
                  <a:pt x="389629" y="195989"/>
                  <a:pt x="326176" y="195989"/>
                </a:cubicBezTo>
                <a:cubicBezTo>
                  <a:pt x="262722" y="195989"/>
                  <a:pt x="209287" y="170377"/>
                  <a:pt x="209287" y="139197"/>
                </a:cubicBezTo>
                <a:cubicBezTo>
                  <a:pt x="209287" y="109130"/>
                  <a:pt x="259382" y="83518"/>
                  <a:pt x="320610" y="82405"/>
                </a:cubicBezTo>
                <a:close/>
                <a:moveTo>
                  <a:pt x="326176" y="383070"/>
                </a:moveTo>
                <a:cubicBezTo>
                  <a:pt x="262722" y="383070"/>
                  <a:pt x="209287" y="357458"/>
                  <a:pt x="209287" y="326278"/>
                </a:cubicBezTo>
                <a:lnTo>
                  <a:pt x="209287" y="291757"/>
                </a:lnTo>
                <a:cubicBezTo>
                  <a:pt x="229325" y="315142"/>
                  <a:pt x="273854" y="331846"/>
                  <a:pt x="326176" y="331846"/>
                </a:cubicBezTo>
                <a:cubicBezTo>
                  <a:pt x="378497" y="331846"/>
                  <a:pt x="423026" y="315142"/>
                  <a:pt x="443065" y="291757"/>
                </a:cubicBezTo>
                <a:lnTo>
                  <a:pt x="443065" y="326278"/>
                </a:lnTo>
                <a:cubicBezTo>
                  <a:pt x="443065" y="357458"/>
                  <a:pt x="389629" y="383070"/>
                  <a:pt x="326176" y="383070"/>
                </a:cubicBezTo>
                <a:close/>
              </a:path>
            </a:pathLst>
          </a:custGeom>
          <a:solidFill>
            <a:srgbClr val="000000"/>
          </a:solidFill>
          <a:ln w="11126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Freeform 1061">
            <a:extLst>
              <a:ext uri="{FF2B5EF4-FFF2-40B4-BE49-F238E27FC236}">
                <a16:creationId xmlns:a16="http://schemas.microsoft.com/office/drawing/2014/main" id="{C88B8EFF-39BB-B0B0-4F7C-323C37AB837A}"/>
              </a:ext>
            </a:extLst>
          </p:cNvPr>
          <p:cNvSpPr/>
          <p:nvPr/>
        </p:nvSpPr>
        <p:spPr>
          <a:xfrm>
            <a:off x="9947921" y="1790929"/>
            <a:ext cx="1542931" cy="3276142"/>
          </a:xfrm>
          <a:custGeom>
            <a:avLst/>
            <a:gdLst>
              <a:gd name="connsiteX0" fmla="*/ 1542932 w 1542931"/>
              <a:gd name="connsiteY0" fmla="*/ 3276142 h 3276142"/>
              <a:gd name="connsiteX1" fmla="*/ 0 w 1542931"/>
              <a:gd name="connsiteY1" fmla="*/ 3276142 h 3276142"/>
              <a:gd name="connsiteX2" fmla="*/ 0 w 1542931"/>
              <a:gd name="connsiteY2" fmla="*/ 0 h 3276142"/>
              <a:gd name="connsiteX3" fmla="*/ 1542932 w 1542931"/>
              <a:gd name="connsiteY3" fmla="*/ 0 h 3276142"/>
              <a:gd name="connsiteX4" fmla="*/ 1542932 w 1542931"/>
              <a:gd name="connsiteY4" fmla="*/ 3276142 h 3276142"/>
              <a:gd name="connsiteX5" fmla="*/ 1542932 w 1542931"/>
              <a:gd name="connsiteY5" fmla="*/ 3276142 h 3276142"/>
              <a:gd name="connsiteX6" fmla="*/ 11132 w 1542931"/>
              <a:gd name="connsiteY6" fmla="*/ 3265007 h 3276142"/>
              <a:gd name="connsiteX7" fmla="*/ 1531800 w 1542931"/>
              <a:gd name="connsiteY7" fmla="*/ 3265007 h 3276142"/>
              <a:gd name="connsiteX8" fmla="*/ 1531800 w 1542931"/>
              <a:gd name="connsiteY8" fmla="*/ 11136 h 3276142"/>
              <a:gd name="connsiteX9" fmla="*/ 11132 w 1542931"/>
              <a:gd name="connsiteY9" fmla="*/ 11136 h 3276142"/>
              <a:gd name="connsiteX10" fmla="*/ 11132 w 1542931"/>
              <a:gd name="connsiteY10" fmla="*/ 3265007 h 3276142"/>
              <a:gd name="connsiteX11" fmla="*/ 11132 w 1542931"/>
              <a:gd name="connsiteY11" fmla="*/ 3265007 h 327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542931" h="3276142">
                <a:moveTo>
                  <a:pt x="1542932" y="3276142"/>
                </a:moveTo>
                <a:lnTo>
                  <a:pt x="0" y="3276142"/>
                </a:lnTo>
                <a:lnTo>
                  <a:pt x="0" y="0"/>
                </a:lnTo>
                <a:lnTo>
                  <a:pt x="1542932" y="0"/>
                </a:lnTo>
                <a:lnTo>
                  <a:pt x="1542932" y="3276142"/>
                </a:lnTo>
                <a:lnTo>
                  <a:pt x="1542932" y="3276142"/>
                </a:lnTo>
                <a:close/>
                <a:moveTo>
                  <a:pt x="11132" y="3265007"/>
                </a:moveTo>
                <a:lnTo>
                  <a:pt x="1531800" y="3265007"/>
                </a:lnTo>
                <a:lnTo>
                  <a:pt x="1531800" y="11136"/>
                </a:lnTo>
                <a:lnTo>
                  <a:pt x="11132" y="11136"/>
                </a:lnTo>
                <a:lnTo>
                  <a:pt x="11132" y="3265007"/>
                </a:lnTo>
                <a:lnTo>
                  <a:pt x="11132" y="3265007"/>
                </a:lnTo>
                <a:close/>
              </a:path>
            </a:pathLst>
          </a:custGeom>
          <a:solidFill>
            <a:srgbClr val="000000"/>
          </a:solidFill>
          <a:ln w="11126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Freeform 1161">
            <a:extLst>
              <a:ext uri="{FF2B5EF4-FFF2-40B4-BE49-F238E27FC236}">
                <a16:creationId xmlns:a16="http://schemas.microsoft.com/office/drawing/2014/main" id="{1738F892-65D2-E4F0-9505-2B5828CD83EF}"/>
              </a:ext>
            </a:extLst>
          </p:cNvPr>
          <p:cNvSpPr/>
          <p:nvPr/>
        </p:nvSpPr>
        <p:spPr>
          <a:xfrm>
            <a:off x="5068949" y="4905675"/>
            <a:ext cx="1802788" cy="1144756"/>
          </a:xfrm>
          <a:custGeom>
            <a:avLst/>
            <a:gdLst>
              <a:gd name="connsiteX0" fmla="*/ 1703236 w 1704349"/>
              <a:gd name="connsiteY0" fmla="*/ 1144757 h 1144756"/>
              <a:gd name="connsiteX1" fmla="*/ 0 w 1704349"/>
              <a:gd name="connsiteY1" fmla="*/ 1144757 h 1144756"/>
              <a:gd name="connsiteX2" fmla="*/ 0 w 1704349"/>
              <a:gd name="connsiteY2" fmla="*/ 0 h 1144756"/>
              <a:gd name="connsiteX3" fmla="*/ 1704350 w 1704349"/>
              <a:gd name="connsiteY3" fmla="*/ 0 h 1144756"/>
              <a:gd name="connsiteX4" fmla="*/ 1704350 w 1704349"/>
              <a:gd name="connsiteY4" fmla="*/ 1144757 h 1144756"/>
              <a:gd name="connsiteX5" fmla="*/ 11132 w 1704349"/>
              <a:gd name="connsiteY5" fmla="*/ 1133621 h 1144756"/>
              <a:gd name="connsiteX6" fmla="*/ 1693217 w 1704349"/>
              <a:gd name="connsiteY6" fmla="*/ 1133621 h 1144756"/>
              <a:gd name="connsiteX7" fmla="*/ 1693217 w 1704349"/>
              <a:gd name="connsiteY7" fmla="*/ 11136 h 1144756"/>
              <a:gd name="connsiteX8" fmla="*/ 11132 w 1704349"/>
              <a:gd name="connsiteY8" fmla="*/ 11136 h 1144756"/>
              <a:gd name="connsiteX9" fmla="*/ 11132 w 1704349"/>
              <a:gd name="connsiteY9" fmla="*/ 1133621 h 11447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704349" h="1144756">
                <a:moveTo>
                  <a:pt x="1703236" y="1144757"/>
                </a:moveTo>
                <a:lnTo>
                  <a:pt x="0" y="1144757"/>
                </a:lnTo>
                <a:lnTo>
                  <a:pt x="0" y="0"/>
                </a:lnTo>
                <a:lnTo>
                  <a:pt x="1704350" y="0"/>
                </a:lnTo>
                <a:lnTo>
                  <a:pt x="1704350" y="1144757"/>
                </a:lnTo>
                <a:close/>
                <a:moveTo>
                  <a:pt x="11132" y="1133621"/>
                </a:moveTo>
                <a:lnTo>
                  <a:pt x="1693217" y="1133621"/>
                </a:lnTo>
                <a:lnTo>
                  <a:pt x="1693217" y="11136"/>
                </a:lnTo>
                <a:lnTo>
                  <a:pt x="11132" y="11136"/>
                </a:lnTo>
                <a:lnTo>
                  <a:pt x="11132" y="1133621"/>
                </a:lnTo>
                <a:close/>
              </a:path>
            </a:pathLst>
          </a:custGeom>
          <a:solidFill>
            <a:srgbClr val="000000"/>
          </a:solidFill>
          <a:ln w="11126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Freeform 1203">
            <a:extLst>
              <a:ext uri="{FF2B5EF4-FFF2-40B4-BE49-F238E27FC236}">
                <a16:creationId xmlns:a16="http://schemas.microsoft.com/office/drawing/2014/main" id="{8CF60A90-ADFC-EB15-8E53-426FEDA094B2}"/>
              </a:ext>
            </a:extLst>
          </p:cNvPr>
          <p:cNvSpPr/>
          <p:nvPr/>
        </p:nvSpPr>
        <p:spPr>
          <a:xfrm>
            <a:off x="1606337" y="2078343"/>
            <a:ext cx="1208963" cy="1143643"/>
          </a:xfrm>
          <a:custGeom>
            <a:avLst/>
            <a:gdLst>
              <a:gd name="connsiteX0" fmla="*/ 1208964 w 1208963"/>
              <a:gd name="connsiteY0" fmla="*/ 1143643 h 1143643"/>
              <a:gd name="connsiteX1" fmla="*/ 0 w 1208963"/>
              <a:gd name="connsiteY1" fmla="*/ 1143643 h 1143643"/>
              <a:gd name="connsiteX2" fmla="*/ 0 w 1208963"/>
              <a:gd name="connsiteY2" fmla="*/ 0 h 1143643"/>
              <a:gd name="connsiteX3" fmla="*/ 1208964 w 1208963"/>
              <a:gd name="connsiteY3" fmla="*/ 0 h 1143643"/>
              <a:gd name="connsiteX4" fmla="*/ 1208964 w 1208963"/>
              <a:gd name="connsiteY4" fmla="*/ 1143643 h 1143643"/>
              <a:gd name="connsiteX5" fmla="*/ 10019 w 1208963"/>
              <a:gd name="connsiteY5" fmla="*/ 1133621 h 1143643"/>
              <a:gd name="connsiteX6" fmla="*/ 1197831 w 1208963"/>
              <a:gd name="connsiteY6" fmla="*/ 1133621 h 1143643"/>
              <a:gd name="connsiteX7" fmla="*/ 1197831 w 1208963"/>
              <a:gd name="connsiteY7" fmla="*/ 10022 h 1143643"/>
              <a:gd name="connsiteX8" fmla="*/ 10019 w 1208963"/>
              <a:gd name="connsiteY8" fmla="*/ 10022 h 1143643"/>
              <a:gd name="connsiteX9" fmla="*/ 10019 w 1208963"/>
              <a:gd name="connsiteY9" fmla="*/ 1133621 h 11436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08963" h="1143643">
                <a:moveTo>
                  <a:pt x="1208964" y="1143643"/>
                </a:moveTo>
                <a:lnTo>
                  <a:pt x="0" y="1143643"/>
                </a:lnTo>
                <a:lnTo>
                  <a:pt x="0" y="0"/>
                </a:lnTo>
                <a:lnTo>
                  <a:pt x="1208964" y="0"/>
                </a:lnTo>
                <a:lnTo>
                  <a:pt x="1208964" y="1143643"/>
                </a:lnTo>
                <a:close/>
                <a:moveTo>
                  <a:pt x="10019" y="1133621"/>
                </a:moveTo>
                <a:lnTo>
                  <a:pt x="1197831" y="1133621"/>
                </a:lnTo>
                <a:lnTo>
                  <a:pt x="1197831" y="10022"/>
                </a:lnTo>
                <a:lnTo>
                  <a:pt x="10019" y="10022"/>
                </a:lnTo>
                <a:cubicBezTo>
                  <a:pt x="10019" y="10022"/>
                  <a:pt x="10019" y="1133621"/>
                  <a:pt x="10019" y="1133621"/>
                </a:cubicBezTo>
                <a:close/>
              </a:path>
            </a:pathLst>
          </a:custGeom>
          <a:solidFill>
            <a:srgbClr val="000000"/>
          </a:solidFill>
          <a:ln w="11126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ADAB38A-7FE8-7DF7-A738-AC2E7BEE31F5}"/>
              </a:ext>
            </a:extLst>
          </p:cNvPr>
          <p:cNvSpPr/>
          <p:nvPr/>
        </p:nvSpPr>
        <p:spPr>
          <a:xfrm>
            <a:off x="1708197" y="1973216"/>
            <a:ext cx="994110" cy="216982"/>
          </a:xfrm>
          <a:prstGeom prst="rect">
            <a:avLst/>
          </a:prstGeom>
          <a:solidFill>
            <a:srgbClr val="22222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45720" tIns="45720" rIns="45720" bIns="45720" rtlCol="0" anchor="ctr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UI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1E1FDF9-3697-CEC5-A196-AB322A8A2AB4}"/>
              </a:ext>
            </a:extLst>
          </p:cNvPr>
          <p:cNvSpPr/>
          <p:nvPr/>
        </p:nvSpPr>
        <p:spPr>
          <a:xfrm>
            <a:off x="7728090" y="1907527"/>
            <a:ext cx="1067585" cy="341632"/>
          </a:xfrm>
          <a:prstGeom prst="rect">
            <a:avLst/>
          </a:prstGeom>
          <a:solidFill>
            <a:srgbClr val="22222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45720" tIns="45720" rIns="45720" bIns="45720" rtlCol="0" anchor="ctr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INFERENCE SERVICES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EA0DAEC-CD1F-AB0F-0BEA-E9B7089FAFF4}"/>
              </a:ext>
            </a:extLst>
          </p:cNvPr>
          <p:cNvSpPr/>
          <p:nvPr/>
        </p:nvSpPr>
        <p:spPr>
          <a:xfrm>
            <a:off x="5146448" y="4799434"/>
            <a:ext cx="1627025" cy="216982"/>
          </a:xfrm>
          <a:prstGeom prst="rect">
            <a:avLst/>
          </a:prstGeom>
          <a:solidFill>
            <a:srgbClr val="22222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45720" tIns="45720" rIns="45720" bIns="45720" rtlCol="0" anchor="ctr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MCP Servers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66D08E4-7178-3E22-A800-A3A5CBB60D6E}"/>
              </a:ext>
            </a:extLst>
          </p:cNvPr>
          <p:cNvCxnSpPr>
            <a:cxnSpLocks/>
          </p:cNvCxnSpPr>
          <p:nvPr/>
        </p:nvCxnSpPr>
        <p:spPr>
          <a:xfrm>
            <a:off x="2886548" y="2744510"/>
            <a:ext cx="782597" cy="0"/>
          </a:xfrm>
          <a:prstGeom prst="line">
            <a:avLst/>
          </a:prstGeom>
          <a:noFill/>
          <a:ln w="12700" cap="rnd" cmpd="sng" algn="ctr">
            <a:solidFill>
              <a:srgbClr val="F29A36"/>
            </a:solidFill>
            <a:prstDash val="solid"/>
            <a:round/>
            <a:headEnd type="arrow" w="med" len="sm"/>
            <a:tailEnd type="none" w="med" len="sm"/>
          </a:ln>
          <a:effectLst/>
        </p:spPr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BEC2CE5-A442-31E2-734C-46B85F95EE84}"/>
              </a:ext>
            </a:extLst>
          </p:cNvPr>
          <p:cNvCxnSpPr>
            <a:cxnSpLocks/>
          </p:cNvCxnSpPr>
          <p:nvPr/>
        </p:nvCxnSpPr>
        <p:spPr>
          <a:xfrm>
            <a:off x="2815300" y="2615658"/>
            <a:ext cx="782597" cy="0"/>
          </a:xfrm>
          <a:prstGeom prst="line">
            <a:avLst/>
          </a:prstGeom>
          <a:noFill/>
          <a:ln w="12700" cap="rnd" cmpd="sng" algn="ctr">
            <a:solidFill>
              <a:srgbClr val="F29A36"/>
            </a:solidFill>
            <a:prstDash val="solid"/>
            <a:round/>
            <a:headEnd type="none" w="med" len="sm"/>
            <a:tailEnd type="arrow" w="med" len="sm"/>
          </a:ln>
          <a:effectLst/>
        </p:spPr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84F837D5-AE94-4CDB-0763-D56C377C661F}"/>
              </a:ext>
            </a:extLst>
          </p:cNvPr>
          <p:cNvSpPr txBox="1"/>
          <p:nvPr/>
        </p:nvSpPr>
        <p:spPr>
          <a:xfrm>
            <a:off x="380987" y="2886148"/>
            <a:ext cx="986586" cy="17235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  <a:defRPr/>
            </a:pPr>
            <a:r>
              <a:rPr lang="en-US" sz="1100" kern="100">
                <a:solidFill>
                  <a:srgbClr val="000000"/>
                </a:solidFill>
                <a:latin typeface="Arial"/>
              </a:rPr>
              <a:t>End Users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44B5A72-38B1-1B00-2D80-0B2448C3F0E5}"/>
              </a:ext>
            </a:extLst>
          </p:cNvPr>
          <p:cNvSpPr txBox="1"/>
          <p:nvPr/>
        </p:nvSpPr>
        <p:spPr>
          <a:xfrm>
            <a:off x="10340464" y="2916588"/>
            <a:ext cx="735581" cy="16543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  <a:defRPr/>
            </a:pPr>
            <a:r>
              <a:rPr lang="en-US" sz="1100" kern="100">
                <a:solidFill>
                  <a:srgbClr val="000000"/>
                </a:solidFill>
                <a:latin typeface="Arial"/>
              </a:rPr>
              <a:t>Databases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AB84B23-E475-FAE4-ED16-7F192311D144}"/>
              </a:ext>
            </a:extLst>
          </p:cNvPr>
          <p:cNvSpPr txBox="1"/>
          <p:nvPr/>
        </p:nvSpPr>
        <p:spPr>
          <a:xfrm>
            <a:off x="10340463" y="3834716"/>
            <a:ext cx="735581" cy="17235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  <a:defRPr/>
            </a:pPr>
            <a:r>
              <a:rPr lang="en-US" sz="1100" kern="100">
                <a:solidFill>
                  <a:srgbClr val="000000"/>
                </a:solidFill>
                <a:latin typeface="Arial"/>
              </a:rPr>
              <a:t>Websites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2CCC81C-CD2E-85DC-53B9-B719C05E227D}"/>
              </a:ext>
            </a:extLst>
          </p:cNvPr>
          <p:cNvSpPr/>
          <p:nvPr/>
        </p:nvSpPr>
        <p:spPr>
          <a:xfrm>
            <a:off x="10223794" y="1612172"/>
            <a:ext cx="968918" cy="342401"/>
          </a:xfrm>
          <a:prstGeom prst="rect">
            <a:avLst/>
          </a:prstGeom>
          <a:solidFill>
            <a:srgbClr val="22222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45720" tIns="45720" rIns="45720" bIns="45720" rtlCol="0" anchor="ctr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DOWNSTREAM SERVICES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EC90694-5C31-C50D-A8B9-D464B158F4D0}"/>
              </a:ext>
            </a:extLst>
          </p:cNvPr>
          <p:cNvCxnSpPr>
            <a:cxnSpLocks/>
          </p:cNvCxnSpPr>
          <p:nvPr/>
        </p:nvCxnSpPr>
        <p:spPr>
          <a:xfrm>
            <a:off x="9093815" y="2624991"/>
            <a:ext cx="598174" cy="0"/>
          </a:xfrm>
          <a:prstGeom prst="line">
            <a:avLst/>
          </a:prstGeom>
          <a:noFill/>
          <a:ln w="12700" cap="rnd" cmpd="sng" algn="ctr">
            <a:solidFill>
              <a:srgbClr val="F29A36"/>
            </a:solidFill>
            <a:prstDash val="solid"/>
            <a:round/>
            <a:headEnd type="none" w="med" len="sm"/>
            <a:tailEnd type="arrow" w="med" len="sm"/>
          </a:ln>
          <a:effectLst/>
        </p:spPr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7C0FBA96-DBE6-7D83-C222-EA2D80845385}"/>
              </a:ext>
            </a:extLst>
          </p:cNvPr>
          <p:cNvCxnSpPr>
            <a:cxnSpLocks/>
          </p:cNvCxnSpPr>
          <p:nvPr/>
        </p:nvCxnSpPr>
        <p:spPr>
          <a:xfrm>
            <a:off x="9093815" y="4629862"/>
            <a:ext cx="598174" cy="0"/>
          </a:xfrm>
          <a:prstGeom prst="line">
            <a:avLst/>
          </a:prstGeom>
          <a:noFill/>
          <a:ln w="12700" cap="rnd" cmpd="sng" algn="ctr">
            <a:solidFill>
              <a:srgbClr val="F29A36"/>
            </a:solidFill>
            <a:prstDash val="solid"/>
            <a:round/>
            <a:headEnd type="none" w="med" len="sm"/>
            <a:tailEnd type="arrow" w="med" len="sm"/>
          </a:ln>
          <a:effectLst/>
        </p:spPr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1146E788-A1DC-FFB3-9902-AF52348FE6D9}"/>
              </a:ext>
            </a:extLst>
          </p:cNvPr>
          <p:cNvCxnSpPr>
            <a:cxnSpLocks/>
          </p:cNvCxnSpPr>
          <p:nvPr/>
        </p:nvCxnSpPr>
        <p:spPr>
          <a:xfrm>
            <a:off x="9097602" y="3679671"/>
            <a:ext cx="594387" cy="0"/>
          </a:xfrm>
          <a:prstGeom prst="line">
            <a:avLst/>
          </a:prstGeom>
          <a:noFill/>
          <a:ln w="12700" cap="rnd" cmpd="sng" algn="ctr">
            <a:solidFill>
              <a:srgbClr val="F29A36"/>
            </a:solidFill>
            <a:prstDash val="solid"/>
            <a:round/>
            <a:headEnd type="none" w="med" len="sm"/>
            <a:tailEnd type="arrow" w="med" len="sm"/>
          </a:ln>
          <a:effectLst/>
        </p:spPr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D588547-07B9-4C5D-2C3A-9B16F8321D8D}"/>
              </a:ext>
            </a:extLst>
          </p:cNvPr>
          <p:cNvCxnSpPr>
            <a:cxnSpLocks/>
          </p:cNvCxnSpPr>
          <p:nvPr/>
        </p:nvCxnSpPr>
        <p:spPr>
          <a:xfrm>
            <a:off x="9093815" y="2624991"/>
            <a:ext cx="0" cy="1735757"/>
          </a:xfrm>
          <a:prstGeom prst="line">
            <a:avLst/>
          </a:prstGeom>
          <a:noFill/>
          <a:ln w="12700" cap="flat" cmpd="sng" algn="ctr">
            <a:solidFill>
              <a:srgbClr val="F29A36"/>
            </a:solidFill>
            <a:prstDash val="solid"/>
            <a:miter lim="800000"/>
          </a:ln>
          <a:effectLst/>
        </p:spPr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6FB92573-A2FD-D438-4569-AE5DB16219CF}"/>
              </a:ext>
            </a:extLst>
          </p:cNvPr>
          <p:cNvCxnSpPr>
            <a:cxnSpLocks/>
          </p:cNvCxnSpPr>
          <p:nvPr/>
        </p:nvCxnSpPr>
        <p:spPr>
          <a:xfrm>
            <a:off x="1084318" y="2687469"/>
            <a:ext cx="419750" cy="0"/>
          </a:xfrm>
          <a:prstGeom prst="line">
            <a:avLst/>
          </a:prstGeom>
          <a:noFill/>
          <a:ln w="12700" cap="rnd" cmpd="sng" algn="ctr">
            <a:solidFill>
              <a:srgbClr val="F29A36"/>
            </a:solidFill>
            <a:prstDash val="solid"/>
            <a:round/>
            <a:headEnd type="none" w="med" len="sm"/>
            <a:tailEnd type="arrow" w="med" len="sm"/>
          </a:ln>
          <a:effectLst/>
        </p:spPr>
      </p:cxnSp>
      <p:pic>
        <p:nvPicPr>
          <p:cNvPr id="22" name="Graphic 21">
            <a:extLst>
              <a:ext uri="{FF2B5EF4-FFF2-40B4-BE49-F238E27FC236}">
                <a16:creationId xmlns:a16="http://schemas.microsoft.com/office/drawing/2014/main" id="{6C198F4A-7208-ECC2-CA9D-B783741514E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0565" y="2312389"/>
            <a:ext cx="561509" cy="561509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95D1C14D-632A-2BAA-D6CA-846AEA20BDA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954522" y="2317561"/>
            <a:ext cx="551421" cy="551421"/>
          </a:xfrm>
          <a:prstGeom prst="rect">
            <a:avLst/>
          </a:prstGeom>
        </p:spPr>
      </p:pic>
      <p:pic>
        <p:nvPicPr>
          <p:cNvPr id="24" name="Graphic 23">
            <a:extLst>
              <a:ext uri="{FF2B5EF4-FFF2-40B4-BE49-F238E27FC236}">
                <a16:creationId xmlns:a16="http://schemas.microsoft.com/office/drawing/2014/main" id="{0F58EBB9-CBC4-3B38-5F76-DC830F6D96B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412995" y="3242451"/>
            <a:ext cx="660397" cy="660397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1EB4A64C-B7FB-53AF-3E06-9C165BFB10B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65217" y="2368341"/>
            <a:ext cx="546594" cy="546594"/>
          </a:xfrm>
          <a:prstGeom prst="rect">
            <a:avLst/>
          </a:prstGeom>
        </p:spPr>
      </p:pic>
      <p:pic>
        <p:nvPicPr>
          <p:cNvPr id="26" name="Graphic 25">
            <a:extLst>
              <a:ext uri="{FF2B5EF4-FFF2-40B4-BE49-F238E27FC236}">
                <a16:creationId xmlns:a16="http://schemas.microsoft.com/office/drawing/2014/main" id="{662F1400-577E-02BA-F059-5E13FAEF8843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974253" y="2334499"/>
            <a:ext cx="597623" cy="597623"/>
          </a:xfrm>
          <a:prstGeom prst="rect">
            <a:avLst/>
          </a:prstGeom>
        </p:spPr>
      </p:pic>
      <p:sp>
        <p:nvSpPr>
          <p:cNvPr id="27" name="Freeform 798">
            <a:extLst>
              <a:ext uri="{FF2B5EF4-FFF2-40B4-BE49-F238E27FC236}">
                <a16:creationId xmlns:a16="http://schemas.microsoft.com/office/drawing/2014/main" id="{FABA82B7-82A1-A2B2-5EEF-86DF5B51FAC2}"/>
              </a:ext>
            </a:extLst>
          </p:cNvPr>
          <p:cNvSpPr/>
          <p:nvPr/>
        </p:nvSpPr>
        <p:spPr>
          <a:xfrm>
            <a:off x="3681178" y="2092517"/>
            <a:ext cx="1208963" cy="1143643"/>
          </a:xfrm>
          <a:custGeom>
            <a:avLst/>
            <a:gdLst>
              <a:gd name="connsiteX0" fmla="*/ 1208963 w 1208963"/>
              <a:gd name="connsiteY0" fmla="*/ 1143643 h 1143643"/>
              <a:gd name="connsiteX1" fmla="*/ 0 w 1208963"/>
              <a:gd name="connsiteY1" fmla="*/ 1143643 h 1143643"/>
              <a:gd name="connsiteX2" fmla="*/ 0 w 1208963"/>
              <a:gd name="connsiteY2" fmla="*/ 0 h 1143643"/>
              <a:gd name="connsiteX3" fmla="*/ 1208963 w 1208963"/>
              <a:gd name="connsiteY3" fmla="*/ 0 h 1143643"/>
              <a:gd name="connsiteX4" fmla="*/ 1208963 w 1208963"/>
              <a:gd name="connsiteY4" fmla="*/ 1143643 h 1143643"/>
              <a:gd name="connsiteX5" fmla="*/ 11132 w 1208963"/>
              <a:gd name="connsiteY5" fmla="*/ 1133621 h 1143643"/>
              <a:gd name="connsiteX6" fmla="*/ 1198945 w 1208963"/>
              <a:gd name="connsiteY6" fmla="*/ 1133621 h 1143643"/>
              <a:gd name="connsiteX7" fmla="*/ 1198945 w 1208963"/>
              <a:gd name="connsiteY7" fmla="*/ 11136 h 1143643"/>
              <a:gd name="connsiteX8" fmla="*/ 11132 w 1208963"/>
              <a:gd name="connsiteY8" fmla="*/ 11136 h 1143643"/>
              <a:gd name="connsiteX9" fmla="*/ 11132 w 1208963"/>
              <a:gd name="connsiteY9" fmla="*/ 1133621 h 1143643"/>
              <a:gd name="connsiteX10" fmla="*/ 11132 w 1208963"/>
              <a:gd name="connsiteY10" fmla="*/ 1133621 h 11436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08963" h="1143643">
                <a:moveTo>
                  <a:pt x="1208963" y="1143643"/>
                </a:moveTo>
                <a:lnTo>
                  <a:pt x="0" y="1143643"/>
                </a:lnTo>
                <a:lnTo>
                  <a:pt x="0" y="0"/>
                </a:lnTo>
                <a:lnTo>
                  <a:pt x="1208963" y="0"/>
                </a:lnTo>
                <a:lnTo>
                  <a:pt x="1208963" y="1143643"/>
                </a:lnTo>
                <a:close/>
                <a:moveTo>
                  <a:pt x="11132" y="1133621"/>
                </a:moveTo>
                <a:lnTo>
                  <a:pt x="1198945" y="1133621"/>
                </a:lnTo>
                <a:lnTo>
                  <a:pt x="1198945" y="11136"/>
                </a:lnTo>
                <a:lnTo>
                  <a:pt x="11132" y="11136"/>
                </a:lnTo>
                <a:lnTo>
                  <a:pt x="11132" y="1133621"/>
                </a:lnTo>
                <a:lnTo>
                  <a:pt x="11132" y="1133621"/>
                </a:lnTo>
                <a:close/>
              </a:path>
            </a:pathLst>
          </a:custGeom>
          <a:solidFill>
            <a:srgbClr val="000000"/>
          </a:solidFill>
          <a:ln w="11126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C4C721E-3918-53F2-7C70-23DF7461E8D9}"/>
              </a:ext>
            </a:extLst>
          </p:cNvPr>
          <p:cNvSpPr/>
          <p:nvPr/>
        </p:nvSpPr>
        <p:spPr>
          <a:xfrm>
            <a:off x="3734029" y="1913348"/>
            <a:ext cx="1099680" cy="341632"/>
          </a:xfrm>
          <a:prstGeom prst="rect">
            <a:avLst/>
          </a:prstGeom>
          <a:solidFill>
            <a:srgbClr val="22222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45720" tIns="45720" rIns="45720" bIns="45720" rtlCol="0" anchor="ctr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LLM ORCHESTRATION</a:t>
            </a:r>
          </a:p>
        </p:txBody>
      </p:sp>
      <p:sp>
        <p:nvSpPr>
          <p:cNvPr id="29" name="Freeform 889">
            <a:extLst>
              <a:ext uri="{FF2B5EF4-FFF2-40B4-BE49-F238E27FC236}">
                <a16:creationId xmlns:a16="http://schemas.microsoft.com/office/drawing/2014/main" id="{CC9B76C9-9974-4AA8-3FF2-C9F4B5BEEBEF}"/>
              </a:ext>
            </a:extLst>
          </p:cNvPr>
          <p:cNvSpPr/>
          <p:nvPr/>
        </p:nvSpPr>
        <p:spPr>
          <a:xfrm>
            <a:off x="1060175" y="4894515"/>
            <a:ext cx="2621647" cy="1144756"/>
          </a:xfrm>
          <a:custGeom>
            <a:avLst/>
            <a:gdLst>
              <a:gd name="connsiteX0" fmla="*/ 2621648 w 2621647"/>
              <a:gd name="connsiteY0" fmla="*/ 1144757 h 1144756"/>
              <a:gd name="connsiteX1" fmla="*/ 0 w 2621647"/>
              <a:gd name="connsiteY1" fmla="*/ 1144757 h 1144756"/>
              <a:gd name="connsiteX2" fmla="*/ 0 w 2621647"/>
              <a:gd name="connsiteY2" fmla="*/ 0 h 1144756"/>
              <a:gd name="connsiteX3" fmla="*/ 2621648 w 2621647"/>
              <a:gd name="connsiteY3" fmla="*/ 0 h 1144756"/>
              <a:gd name="connsiteX4" fmla="*/ 2621648 w 2621647"/>
              <a:gd name="connsiteY4" fmla="*/ 1144757 h 1144756"/>
              <a:gd name="connsiteX5" fmla="*/ 2621648 w 2621647"/>
              <a:gd name="connsiteY5" fmla="*/ 1144757 h 1144756"/>
              <a:gd name="connsiteX6" fmla="*/ 11132 w 2621647"/>
              <a:gd name="connsiteY6" fmla="*/ 1133621 h 1144756"/>
              <a:gd name="connsiteX7" fmla="*/ 2610515 w 2621647"/>
              <a:gd name="connsiteY7" fmla="*/ 1133621 h 1144756"/>
              <a:gd name="connsiteX8" fmla="*/ 2610515 w 2621647"/>
              <a:gd name="connsiteY8" fmla="*/ 11136 h 1144756"/>
              <a:gd name="connsiteX9" fmla="*/ 11132 w 2621647"/>
              <a:gd name="connsiteY9" fmla="*/ 11136 h 1144756"/>
              <a:gd name="connsiteX10" fmla="*/ 11132 w 2621647"/>
              <a:gd name="connsiteY10" fmla="*/ 1133621 h 1144756"/>
              <a:gd name="connsiteX11" fmla="*/ 11132 w 2621647"/>
              <a:gd name="connsiteY11" fmla="*/ 1133621 h 11447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621647" h="1144756">
                <a:moveTo>
                  <a:pt x="2621648" y="1144757"/>
                </a:moveTo>
                <a:lnTo>
                  <a:pt x="0" y="1144757"/>
                </a:lnTo>
                <a:lnTo>
                  <a:pt x="0" y="0"/>
                </a:lnTo>
                <a:lnTo>
                  <a:pt x="2621648" y="0"/>
                </a:lnTo>
                <a:lnTo>
                  <a:pt x="2621648" y="1144757"/>
                </a:lnTo>
                <a:lnTo>
                  <a:pt x="2621648" y="1144757"/>
                </a:lnTo>
                <a:close/>
                <a:moveTo>
                  <a:pt x="11132" y="1133621"/>
                </a:moveTo>
                <a:lnTo>
                  <a:pt x="2610515" y="1133621"/>
                </a:lnTo>
                <a:lnTo>
                  <a:pt x="2610515" y="11136"/>
                </a:lnTo>
                <a:lnTo>
                  <a:pt x="11132" y="11136"/>
                </a:lnTo>
                <a:lnTo>
                  <a:pt x="11132" y="1133621"/>
                </a:lnTo>
                <a:lnTo>
                  <a:pt x="11132" y="1133621"/>
                </a:lnTo>
                <a:close/>
              </a:path>
            </a:pathLst>
          </a:custGeom>
          <a:solidFill>
            <a:srgbClr val="000000"/>
          </a:solidFill>
          <a:ln w="11126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8CC53A4-3923-84FB-BA04-B3FCE49A8F2F}"/>
              </a:ext>
            </a:extLst>
          </p:cNvPr>
          <p:cNvSpPr/>
          <p:nvPr/>
        </p:nvSpPr>
        <p:spPr>
          <a:xfrm>
            <a:off x="1271408" y="4742583"/>
            <a:ext cx="2211426" cy="341632"/>
          </a:xfrm>
          <a:prstGeom prst="rect">
            <a:avLst/>
          </a:prstGeom>
          <a:solidFill>
            <a:srgbClr val="22222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45720" tIns="45720" rIns="45720" bIns="45720" rtlCol="0" anchor="ctr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RETRIEVAL AUGMENTATION SERVICES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43C90B7-F2AD-149A-8BBA-6410987FEC6E}"/>
              </a:ext>
            </a:extLst>
          </p:cNvPr>
          <p:cNvSpPr txBox="1"/>
          <p:nvPr/>
        </p:nvSpPr>
        <p:spPr>
          <a:xfrm>
            <a:off x="1854490" y="5688462"/>
            <a:ext cx="1141619" cy="34317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  <a:defRPr/>
            </a:pPr>
            <a:r>
              <a:rPr lang="en-US" sz="1100" kern="100">
                <a:solidFill>
                  <a:srgbClr val="000000"/>
                </a:solidFill>
                <a:latin typeface="Arial"/>
              </a:rPr>
              <a:t>Knowledge Corpus Data</a:t>
            </a:r>
          </a:p>
        </p:txBody>
      </p:sp>
      <p:pic>
        <p:nvPicPr>
          <p:cNvPr id="32" name="Graphic 31">
            <a:extLst>
              <a:ext uri="{FF2B5EF4-FFF2-40B4-BE49-F238E27FC236}">
                <a16:creationId xmlns:a16="http://schemas.microsoft.com/office/drawing/2014/main" id="{F6B73679-E8BB-F309-8A2F-14A0B88C86F2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2095235" y="5141324"/>
            <a:ext cx="563415" cy="563415"/>
          </a:xfrm>
          <a:prstGeom prst="rect">
            <a:avLst/>
          </a:prstGeom>
        </p:spPr>
      </p:pic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0643C590-6A50-1826-DBFB-F691F8B73AB1}"/>
              </a:ext>
            </a:extLst>
          </p:cNvPr>
          <p:cNvCxnSpPr>
            <a:cxnSpLocks/>
          </p:cNvCxnSpPr>
          <p:nvPr/>
        </p:nvCxnSpPr>
        <p:spPr>
          <a:xfrm>
            <a:off x="3709228" y="5581948"/>
            <a:ext cx="473962" cy="0"/>
          </a:xfrm>
          <a:prstGeom prst="line">
            <a:avLst/>
          </a:prstGeom>
          <a:noFill/>
          <a:ln w="12700" cap="rnd" cmpd="sng" algn="ctr">
            <a:solidFill>
              <a:srgbClr val="F29A36"/>
            </a:solidFill>
            <a:prstDash val="solid"/>
            <a:round/>
            <a:headEnd type="arrow" w="med" len="sm"/>
            <a:tailEnd type="none" w="med" len="sm"/>
          </a:ln>
          <a:effectLst/>
        </p:spPr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EA6A7C60-3B5E-CCF6-B13C-A3022F0585E4}"/>
              </a:ext>
            </a:extLst>
          </p:cNvPr>
          <p:cNvCxnSpPr>
            <a:cxnSpLocks/>
          </p:cNvCxnSpPr>
          <p:nvPr/>
        </p:nvCxnSpPr>
        <p:spPr>
          <a:xfrm flipV="1">
            <a:off x="3975965" y="3329126"/>
            <a:ext cx="0" cy="1969330"/>
          </a:xfrm>
          <a:prstGeom prst="line">
            <a:avLst/>
          </a:prstGeom>
          <a:noFill/>
          <a:ln w="12700" cap="rnd" cmpd="sng" algn="ctr">
            <a:solidFill>
              <a:srgbClr val="F29A36"/>
            </a:solidFill>
            <a:prstDash val="solid"/>
            <a:round/>
            <a:headEnd type="none" w="med" len="sm"/>
            <a:tailEnd type="arrow" w="med" len="sm"/>
          </a:ln>
          <a:effectLst/>
        </p:spPr>
      </p:cxnSp>
      <p:pic>
        <p:nvPicPr>
          <p:cNvPr id="35" name="Graphic 34">
            <a:extLst>
              <a:ext uri="{FF2B5EF4-FFF2-40B4-BE49-F238E27FC236}">
                <a16:creationId xmlns:a16="http://schemas.microsoft.com/office/drawing/2014/main" id="{8DFCFF81-4CD1-F6D2-F97F-DEE3ABDE3259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4123447" y="2509644"/>
            <a:ext cx="390525" cy="304800"/>
          </a:xfrm>
          <a:prstGeom prst="rect">
            <a:avLst/>
          </a:prstGeom>
        </p:spPr>
      </p:pic>
      <p:pic>
        <p:nvPicPr>
          <p:cNvPr id="36" name="Graphic 35">
            <a:extLst>
              <a:ext uri="{FF2B5EF4-FFF2-40B4-BE49-F238E27FC236}">
                <a16:creationId xmlns:a16="http://schemas.microsoft.com/office/drawing/2014/main" id="{E060A386-7983-529A-F50C-39EA43DD13A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5400000">
            <a:off x="10500389" y="4164088"/>
            <a:ext cx="476250" cy="476250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10A529B6-5A00-9E3F-5B36-BF94EF5089A1}"/>
              </a:ext>
            </a:extLst>
          </p:cNvPr>
          <p:cNvSpPr txBox="1"/>
          <p:nvPr/>
        </p:nvSpPr>
        <p:spPr>
          <a:xfrm>
            <a:off x="10340463" y="4634992"/>
            <a:ext cx="735581" cy="16543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  <a:defRPr/>
            </a:pPr>
            <a:r>
              <a:rPr lang="en-US" sz="1100" kern="100">
                <a:solidFill>
                  <a:srgbClr val="000000"/>
                </a:solidFill>
                <a:latin typeface="Arial"/>
              </a:rPr>
              <a:t>Queues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F9D930F6-249C-279E-EED8-465C91F42EFD}"/>
              </a:ext>
            </a:extLst>
          </p:cNvPr>
          <p:cNvCxnSpPr>
            <a:cxnSpLocks/>
          </p:cNvCxnSpPr>
          <p:nvPr/>
        </p:nvCxnSpPr>
        <p:spPr>
          <a:xfrm flipV="1">
            <a:off x="4183190" y="3236160"/>
            <a:ext cx="0" cy="2345788"/>
          </a:xfrm>
          <a:prstGeom prst="line">
            <a:avLst/>
          </a:prstGeom>
          <a:noFill/>
          <a:ln w="12700" cap="flat" cmpd="sng" algn="ctr">
            <a:solidFill>
              <a:srgbClr val="F29A36"/>
            </a:solidFill>
            <a:prstDash val="solid"/>
            <a:miter lim="800000"/>
          </a:ln>
          <a:effectLst/>
        </p:spPr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DF9C1375-52FA-20BA-069E-6EB702EFBAF0}"/>
              </a:ext>
            </a:extLst>
          </p:cNvPr>
          <p:cNvCxnSpPr>
            <a:cxnSpLocks/>
          </p:cNvCxnSpPr>
          <p:nvPr/>
        </p:nvCxnSpPr>
        <p:spPr>
          <a:xfrm flipH="1">
            <a:off x="6871737" y="5527168"/>
            <a:ext cx="2222078" cy="0"/>
          </a:xfrm>
          <a:prstGeom prst="line">
            <a:avLst/>
          </a:prstGeom>
          <a:noFill/>
          <a:ln w="12700" cap="flat" cmpd="sng" algn="ctr">
            <a:solidFill>
              <a:srgbClr val="F29A36"/>
            </a:solidFill>
            <a:prstDash val="solid"/>
            <a:miter lim="800000"/>
          </a:ln>
          <a:effectLst/>
        </p:spPr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5E2C6B3E-E7AC-F3FC-971C-0E3A0D177451}"/>
              </a:ext>
            </a:extLst>
          </p:cNvPr>
          <p:cNvCxnSpPr>
            <a:cxnSpLocks/>
          </p:cNvCxnSpPr>
          <p:nvPr/>
        </p:nvCxnSpPr>
        <p:spPr>
          <a:xfrm flipV="1">
            <a:off x="4654415" y="3236160"/>
            <a:ext cx="0" cy="2055014"/>
          </a:xfrm>
          <a:prstGeom prst="line">
            <a:avLst/>
          </a:prstGeom>
          <a:noFill/>
          <a:ln w="12700" cap="flat" cmpd="sng" algn="ctr">
            <a:solidFill>
              <a:srgbClr val="F29A36"/>
            </a:solidFill>
            <a:prstDash val="solid"/>
            <a:miter lim="800000"/>
          </a:ln>
          <a:effectLst/>
        </p:spPr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F02263E6-E064-85A5-3169-FF182DE5002D}"/>
              </a:ext>
            </a:extLst>
          </p:cNvPr>
          <p:cNvCxnSpPr>
            <a:cxnSpLocks/>
          </p:cNvCxnSpPr>
          <p:nvPr/>
        </p:nvCxnSpPr>
        <p:spPr>
          <a:xfrm flipH="1">
            <a:off x="4654415" y="5291174"/>
            <a:ext cx="352824" cy="0"/>
          </a:xfrm>
          <a:prstGeom prst="line">
            <a:avLst/>
          </a:prstGeom>
          <a:noFill/>
          <a:ln w="12700" cap="rnd" cmpd="sng" algn="ctr">
            <a:solidFill>
              <a:srgbClr val="F29A36"/>
            </a:solidFill>
            <a:prstDash val="solid"/>
            <a:round/>
            <a:headEnd type="arrow" w="med" len="sm"/>
            <a:tailEnd type="none" w="med" len="sm"/>
          </a:ln>
          <a:effectLst/>
        </p:spPr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6871C9D7-AA27-2A52-7225-CD0846DC9755}"/>
              </a:ext>
            </a:extLst>
          </p:cNvPr>
          <p:cNvCxnSpPr>
            <a:cxnSpLocks/>
          </p:cNvCxnSpPr>
          <p:nvPr/>
        </p:nvCxnSpPr>
        <p:spPr>
          <a:xfrm flipH="1">
            <a:off x="4447190" y="5581948"/>
            <a:ext cx="621759" cy="0"/>
          </a:xfrm>
          <a:prstGeom prst="line">
            <a:avLst/>
          </a:prstGeom>
          <a:noFill/>
          <a:ln w="12700" cap="flat" cmpd="sng" algn="ctr">
            <a:solidFill>
              <a:srgbClr val="F29A36"/>
            </a:solidFill>
            <a:prstDash val="solid"/>
            <a:miter lim="800000"/>
          </a:ln>
          <a:effectLst/>
        </p:spPr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291A8159-4D5D-87F0-86CA-BCDC9D813245}"/>
              </a:ext>
            </a:extLst>
          </p:cNvPr>
          <p:cNvCxnSpPr>
            <a:cxnSpLocks/>
          </p:cNvCxnSpPr>
          <p:nvPr/>
        </p:nvCxnSpPr>
        <p:spPr>
          <a:xfrm flipH="1" flipV="1">
            <a:off x="4447190" y="3329126"/>
            <a:ext cx="313" cy="2252822"/>
          </a:xfrm>
          <a:prstGeom prst="line">
            <a:avLst/>
          </a:prstGeom>
          <a:noFill/>
          <a:ln w="12700" cap="rnd" cmpd="sng" algn="ctr">
            <a:solidFill>
              <a:srgbClr val="F29A36"/>
            </a:solidFill>
            <a:prstDash val="solid"/>
            <a:round/>
            <a:headEnd type="none" w="med" len="sm"/>
            <a:tailEnd type="arrow" w="med" len="sm"/>
          </a:ln>
          <a:effectLst/>
        </p:spPr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03AE21D6-8D64-C492-C454-62BD7616AE21}"/>
              </a:ext>
            </a:extLst>
          </p:cNvPr>
          <p:cNvCxnSpPr>
            <a:cxnSpLocks/>
          </p:cNvCxnSpPr>
          <p:nvPr/>
        </p:nvCxnSpPr>
        <p:spPr>
          <a:xfrm flipH="1">
            <a:off x="3681178" y="5298456"/>
            <a:ext cx="294787" cy="0"/>
          </a:xfrm>
          <a:prstGeom prst="line">
            <a:avLst/>
          </a:prstGeom>
          <a:noFill/>
          <a:ln w="12700" cap="flat" cmpd="sng" algn="ctr">
            <a:solidFill>
              <a:srgbClr val="F29A36"/>
            </a:solidFill>
            <a:prstDash val="solid"/>
            <a:miter lim="800000"/>
          </a:ln>
          <a:effectLst/>
        </p:spPr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AC9E8F5B-3373-A397-FFE9-A12C9ED03BB6}"/>
              </a:ext>
            </a:extLst>
          </p:cNvPr>
          <p:cNvCxnSpPr>
            <a:cxnSpLocks/>
          </p:cNvCxnSpPr>
          <p:nvPr/>
        </p:nvCxnSpPr>
        <p:spPr>
          <a:xfrm flipV="1">
            <a:off x="9093815" y="4360748"/>
            <a:ext cx="0" cy="1166420"/>
          </a:xfrm>
          <a:prstGeom prst="line">
            <a:avLst/>
          </a:prstGeom>
          <a:noFill/>
          <a:ln w="12700" cap="flat" cmpd="sng" algn="ctr">
            <a:solidFill>
              <a:srgbClr val="F29A36"/>
            </a:solidFill>
            <a:prstDash val="solid"/>
            <a:miter lim="800000"/>
          </a:ln>
          <a:effectLst/>
        </p:spPr>
      </p:cxnSp>
      <p:sp>
        <p:nvSpPr>
          <p:cNvPr id="46" name="Freeform 1061">
            <a:extLst>
              <a:ext uri="{FF2B5EF4-FFF2-40B4-BE49-F238E27FC236}">
                <a16:creationId xmlns:a16="http://schemas.microsoft.com/office/drawing/2014/main" id="{A9C52E2E-0BA4-3BD7-F822-1655F700C9B4}"/>
              </a:ext>
            </a:extLst>
          </p:cNvPr>
          <p:cNvSpPr/>
          <p:nvPr/>
        </p:nvSpPr>
        <p:spPr>
          <a:xfrm>
            <a:off x="5471217" y="2027323"/>
            <a:ext cx="1592042" cy="1194663"/>
          </a:xfrm>
          <a:custGeom>
            <a:avLst/>
            <a:gdLst>
              <a:gd name="connsiteX0" fmla="*/ 1542932 w 1542931"/>
              <a:gd name="connsiteY0" fmla="*/ 3276142 h 3276142"/>
              <a:gd name="connsiteX1" fmla="*/ 0 w 1542931"/>
              <a:gd name="connsiteY1" fmla="*/ 3276142 h 3276142"/>
              <a:gd name="connsiteX2" fmla="*/ 0 w 1542931"/>
              <a:gd name="connsiteY2" fmla="*/ 0 h 3276142"/>
              <a:gd name="connsiteX3" fmla="*/ 1542932 w 1542931"/>
              <a:gd name="connsiteY3" fmla="*/ 0 h 3276142"/>
              <a:gd name="connsiteX4" fmla="*/ 1542932 w 1542931"/>
              <a:gd name="connsiteY4" fmla="*/ 3276142 h 3276142"/>
              <a:gd name="connsiteX5" fmla="*/ 1542932 w 1542931"/>
              <a:gd name="connsiteY5" fmla="*/ 3276142 h 3276142"/>
              <a:gd name="connsiteX6" fmla="*/ 11132 w 1542931"/>
              <a:gd name="connsiteY6" fmla="*/ 3265007 h 3276142"/>
              <a:gd name="connsiteX7" fmla="*/ 1531800 w 1542931"/>
              <a:gd name="connsiteY7" fmla="*/ 3265007 h 3276142"/>
              <a:gd name="connsiteX8" fmla="*/ 1531800 w 1542931"/>
              <a:gd name="connsiteY8" fmla="*/ 11136 h 3276142"/>
              <a:gd name="connsiteX9" fmla="*/ 11132 w 1542931"/>
              <a:gd name="connsiteY9" fmla="*/ 11136 h 3276142"/>
              <a:gd name="connsiteX10" fmla="*/ 11132 w 1542931"/>
              <a:gd name="connsiteY10" fmla="*/ 3265007 h 3276142"/>
              <a:gd name="connsiteX11" fmla="*/ 11132 w 1542931"/>
              <a:gd name="connsiteY11" fmla="*/ 3265007 h 327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542931" h="3276142">
                <a:moveTo>
                  <a:pt x="1542932" y="3276142"/>
                </a:moveTo>
                <a:lnTo>
                  <a:pt x="0" y="3276142"/>
                </a:lnTo>
                <a:lnTo>
                  <a:pt x="0" y="0"/>
                </a:lnTo>
                <a:lnTo>
                  <a:pt x="1542932" y="0"/>
                </a:lnTo>
                <a:lnTo>
                  <a:pt x="1542932" y="3276142"/>
                </a:lnTo>
                <a:lnTo>
                  <a:pt x="1542932" y="3276142"/>
                </a:lnTo>
                <a:close/>
                <a:moveTo>
                  <a:pt x="11132" y="3265007"/>
                </a:moveTo>
                <a:lnTo>
                  <a:pt x="1531800" y="3265007"/>
                </a:lnTo>
                <a:lnTo>
                  <a:pt x="1531800" y="11136"/>
                </a:lnTo>
                <a:lnTo>
                  <a:pt x="11132" y="11136"/>
                </a:lnTo>
                <a:lnTo>
                  <a:pt x="11132" y="3265007"/>
                </a:lnTo>
                <a:lnTo>
                  <a:pt x="11132" y="3265007"/>
                </a:lnTo>
                <a:close/>
              </a:path>
            </a:pathLst>
          </a:custGeom>
          <a:solidFill>
            <a:srgbClr val="000000"/>
          </a:solidFill>
          <a:ln w="11126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C16C00A6-71C1-EA28-7A2A-EE9F4DCC0A6C}"/>
              </a:ext>
            </a:extLst>
          </p:cNvPr>
          <p:cNvSpPr/>
          <p:nvPr/>
        </p:nvSpPr>
        <p:spPr>
          <a:xfrm>
            <a:off x="5747089" y="1851627"/>
            <a:ext cx="968918" cy="341632"/>
          </a:xfrm>
          <a:prstGeom prst="rect">
            <a:avLst/>
          </a:prstGeom>
          <a:solidFill>
            <a:srgbClr val="22222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45720" tIns="45720" rIns="45720" bIns="45720" rtlCol="0" anchor="ctr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F5 AI Guardrails</a:t>
            </a:r>
          </a:p>
        </p:txBody>
      </p:sp>
      <p:pic>
        <p:nvPicPr>
          <p:cNvPr id="50" name="Graphic 29">
            <a:extLst>
              <a:ext uri="{FF2B5EF4-FFF2-40B4-BE49-F238E27FC236}">
                <a16:creationId xmlns:a16="http://schemas.microsoft.com/office/drawing/2014/main" id="{7AD7E71D-9621-473C-F4BF-5A82B47D47BB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5997929" y="2423919"/>
            <a:ext cx="476250" cy="476250"/>
          </a:xfrm>
          <a:prstGeom prst="rect">
            <a:avLst/>
          </a:prstGeom>
        </p:spPr>
      </p:pic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D2AC8BB2-2C9F-8AA4-A7C6-5B6825164B15}"/>
              </a:ext>
            </a:extLst>
          </p:cNvPr>
          <p:cNvCxnSpPr>
            <a:cxnSpLocks/>
          </p:cNvCxnSpPr>
          <p:nvPr/>
        </p:nvCxnSpPr>
        <p:spPr>
          <a:xfrm flipV="1">
            <a:off x="4890141" y="2589136"/>
            <a:ext cx="1069819" cy="4007"/>
          </a:xfrm>
          <a:prstGeom prst="line">
            <a:avLst/>
          </a:prstGeom>
          <a:noFill/>
          <a:ln w="12700" cap="rnd" cmpd="sng" algn="ctr">
            <a:solidFill>
              <a:srgbClr val="F29A36"/>
            </a:solidFill>
            <a:prstDash val="solid"/>
            <a:round/>
            <a:headEnd type="none" w="med" len="sm"/>
            <a:tailEnd type="arrow" w="med" len="sm"/>
          </a:ln>
          <a:effectLst/>
        </p:spPr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51A25294-1AF8-7F0C-1D0D-D0F03A483ED8}"/>
              </a:ext>
            </a:extLst>
          </p:cNvPr>
          <p:cNvCxnSpPr>
            <a:cxnSpLocks/>
          </p:cNvCxnSpPr>
          <p:nvPr/>
        </p:nvCxnSpPr>
        <p:spPr>
          <a:xfrm>
            <a:off x="6505363" y="2589136"/>
            <a:ext cx="992667" cy="0"/>
          </a:xfrm>
          <a:prstGeom prst="line">
            <a:avLst/>
          </a:prstGeom>
          <a:noFill/>
          <a:ln w="12700" cap="rnd" cmpd="sng" algn="ctr">
            <a:solidFill>
              <a:srgbClr val="F29A36"/>
            </a:solidFill>
            <a:prstDash val="solid"/>
            <a:round/>
            <a:headEnd type="none" w="med" len="sm"/>
            <a:tailEnd type="arrow" w="med" len="sm"/>
          </a:ln>
          <a:effectLst/>
        </p:spPr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7B4A9B84-AAFA-557E-D809-BF6522E1A4A4}"/>
              </a:ext>
            </a:extLst>
          </p:cNvPr>
          <p:cNvCxnSpPr>
            <a:cxnSpLocks/>
          </p:cNvCxnSpPr>
          <p:nvPr/>
        </p:nvCxnSpPr>
        <p:spPr>
          <a:xfrm flipH="1">
            <a:off x="6505363" y="2744510"/>
            <a:ext cx="1036938" cy="0"/>
          </a:xfrm>
          <a:prstGeom prst="line">
            <a:avLst/>
          </a:prstGeom>
          <a:noFill/>
          <a:ln w="12700" cap="rnd" cmpd="sng" algn="ctr">
            <a:solidFill>
              <a:srgbClr val="F29A36"/>
            </a:solidFill>
            <a:prstDash val="solid"/>
            <a:round/>
            <a:headEnd type="none" w="med" len="sm"/>
            <a:tailEnd type="arrow" w="med" len="sm"/>
          </a:ln>
          <a:effectLst/>
        </p:spPr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46704D5D-2229-AED6-1409-0FA7CB749215}"/>
              </a:ext>
            </a:extLst>
          </p:cNvPr>
          <p:cNvCxnSpPr>
            <a:cxnSpLocks/>
          </p:cNvCxnSpPr>
          <p:nvPr/>
        </p:nvCxnSpPr>
        <p:spPr>
          <a:xfrm flipH="1">
            <a:off x="5007239" y="2744510"/>
            <a:ext cx="904144" cy="0"/>
          </a:xfrm>
          <a:prstGeom prst="line">
            <a:avLst/>
          </a:prstGeom>
          <a:noFill/>
          <a:ln w="12700" cap="rnd" cmpd="sng" algn="ctr">
            <a:solidFill>
              <a:srgbClr val="F29A36"/>
            </a:solidFill>
            <a:prstDash val="solid"/>
            <a:round/>
            <a:headEnd type="none" w="med" len="sm"/>
            <a:tailEnd type="arrow" w="med" len="sm"/>
          </a:ln>
          <a:effectLst/>
        </p:spPr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EEE749DB-AC76-7330-0076-A944DCD2FC88}"/>
              </a:ext>
            </a:extLst>
          </p:cNvPr>
          <p:cNvSpPr txBox="1"/>
          <p:nvPr/>
        </p:nvSpPr>
        <p:spPr>
          <a:xfrm>
            <a:off x="3257453" y="2246142"/>
            <a:ext cx="209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1</a:t>
            </a:r>
            <a:endParaRPr lang="LID4096" dirty="0">
              <a:solidFill>
                <a:schemeClr val="bg1"/>
              </a:solidFill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091D110-3D83-2B51-1B7B-310274C8A321}"/>
              </a:ext>
            </a:extLst>
          </p:cNvPr>
          <p:cNvSpPr txBox="1"/>
          <p:nvPr/>
        </p:nvSpPr>
        <p:spPr>
          <a:xfrm>
            <a:off x="5046366" y="2190053"/>
            <a:ext cx="209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2</a:t>
            </a:r>
            <a:endParaRPr lang="LID4096" dirty="0">
              <a:solidFill>
                <a:schemeClr val="bg1"/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6A8831C-6766-BE3A-01DC-E326F283E6A9}"/>
              </a:ext>
            </a:extLst>
          </p:cNvPr>
          <p:cNvSpPr txBox="1"/>
          <p:nvPr/>
        </p:nvSpPr>
        <p:spPr>
          <a:xfrm>
            <a:off x="7149805" y="2220091"/>
            <a:ext cx="209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3</a:t>
            </a:r>
            <a:endParaRPr lang="LID4096" dirty="0">
              <a:solidFill>
                <a:schemeClr val="bg1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C85D7A2-593C-E1AB-ABD1-E62C55943A44}"/>
              </a:ext>
            </a:extLst>
          </p:cNvPr>
          <p:cNvSpPr txBox="1"/>
          <p:nvPr/>
        </p:nvSpPr>
        <p:spPr>
          <a:xfrm>
            <a:off x="7109248" y="2715503"/>
            <a:ext cx="209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4</a:t>
            </a:r>
            <a:endParaRPr lang="LID4096" dirty="0">
              <a:solidFill>
                <a:schemeClr val="bg1"/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AE9661A-01FA-7A52-A9DB-7F53412FBAAC}"/>
              </a:ext>
            </a:extLst>
          </p:cNvPr>
          <p:cNvSpPr txBox="1"/>
          <p:nvPr/>
        </p:nvSpPr>
        <p:spPr>
          <a:xfrm>
            <a:off x="5046167" y="2774461"/>
            <a:ext cx="209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5</a:t>
            </a:r>
            <a:endParaRPr lang="LID4096" dirty="0">
              <a:solidFill>
                <a:schemeClr val="bg1"/>
              </a:solidFill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EE43467-E567-E521-8D22-F11916361F0A}"/>
              </a:ext>
            </a:extLst>
          </p:cNvPr>
          <p:cNvSpPr txBox="1"/>
          <p:nvPr/>
        </p:nvSpPr>
        <p:spPr>
          <a:xfrm>
            <a:off x="3264409" y="2753307"/>
            <a:ext cx="209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6</a:t>
            </a:r>
            <a:endParaRPr lang="LID4096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796623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E093EEA-5159-A081-25B8-62268AAFD4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798">
            <a:hlinkClick r:id="" action="ppaction://noaction"/>
            <a:extLst>
              <a:ext uri="{FF2B5EF4-FFF2-40B4-BE49-F238E27FC236}">
                <a16:creationId xmlns:a16="http://schemas.microsoft.com/office/drawing/2014/main" id="{75907FCC-5684-0E21-A0F6-756A6FBDA17D}"/>
              </a:ext>
            </a:extLst>
          </p:cNvPr>
          <p:cNvSpPr/>
          <p:nvPr/>
        </p:nvSpPr>
        <p:spPr>
          <a:xfrm>
            <a:off x="7542301" y="2079457"/>
            <a:ext cx="1208963" cy="1143643"/>
          </a:xfrm>
          <a:custGeom>
            <a:avLst/>
            <a:gdLst>
              <a:gd name="connsiteX0" fmla="*/ 1208963 w 1208963"/>
              <a:gd name="connsiteY0" fmla="*/ 1143643 h 1143643"/>
              <a:gd name="connsiteX1" fmla="*/ 0 w 1208963"/>
              <a:gd name="connsiteY1" fmla="*/ 1143643 h 1143643"/>
              <a:gd name="connsiteX2" fmla="*/ 0 w 1208963"/>
              <a:gd name="connsiteY2" fmla="*/ 0 h 1143643"/>
              <a:gd name="connsiteX3" fmla="*/ 1208963 w 1208963"/>
              <a:gd name="connsiteY3" fmla="*/ 0 h 1143643"/>
              <a:gd name="connsiteX4" fmla="*/ 1208963 w 1208963"/>
              <a:gd name="connsiteY4" fmla="*/ 1143643 h 1143643"/>
              <a:gd name="connsiteX5" fmla="*/ 11132 w 1208963"/>
              <a:gd name="connsiteY5" fmla="*/ 1133621 h 1143643"/>
              <a:gd name="connsiteX6" fmla="*/ 1198945 w 1208963"/>
              <a:gd name="connsiteY6" fmla="*/ 1133621 h 1143643"/>
              <a:gd name="connsiteX7" fmla="*/ 1198945 w 1208963"/>
              <a:gd name="connsiteY7" fmla="*/ 11136 h 1143643"/>
              <a:gd name="connsiteX8" fmla="*/ 11132 w 1208963"/>
              <a:gd name="connsiteY8" fmla="*/ 11136 h 1143643"/>
              <a:gd name="connsiteX9" fmla="*/ 11132 w 1208963"/>
              <a:gd name="connsiteY9" fmla="*/ 1133621 h 1143643"/>
              <a:gd name="connsiteX10" fmla="*/ 11132 w 1208963"/>
              <a:gd name="connsiteY10" fmla="*/ 1133621 h 11436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08963" h="1143643">
                <a:moveTo>
                  <a:pt x="1208963" y="1143643"/>
                </a:moveTo>
                <a:lnTo>
                  <a:pt x="0" y="1143643"/>
                </a:lnTo>
                <a:lnTo>
                  <a:pt x="0" y="0"/>
                </a:lnTo>
                <a:lnTo>
                  <a:pt x="1208963" y="0"/>
                </a:lnTo>
                <a:lnTo>
                  <a:pt x="1208963" y="1143643"/>
                </a:lnTo>
                <a:close/>
                <a:moveTo>
                  <a:pt x="11132" y="1133621"/>
                </a:moveTo>
                <a:lnTo>
                  <a:pt x="1198945" y="1133621"/>
                </a:lnTo>
                <a:lnTo>
                  <a:pt x="1198945" y="11136"/>
                </a:lnTo>
                <a:lnTo>
                  <a:pt x="11132" y="11136"/>
                </a:lnTo>
                <a:lnTo>
                  <a:pt x="11132" y="1133621"/>
                </a:lnTo>
                <a:lnTo>
                  <a:pt x="11132" y="1133621"/>
                </a:lnTo>
                <a:close/>
              </a:path>
            </a:pathLst>
          </a:custGeom>
          <a:solidFill>
            <a:srgbClr val="000000"/>
          </a:solidFill>
          <a:ln w="11126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Freeform 888">
            <a:extLst>
              <a:ext uri="{FF2B5EF4-FFF2-40B4-BE49-F238E27FC236}">
                <a16:creationId xmlns:a16="http://schemas.microsoft.com/office/drawing/2014/main" id="{3BFEA1FA-D918-CFFF-448F-B1E278851DF0}"/>
              </a:ext>
            </a:extLst>
          </p:cNvPr>
          <p:cNvSpPr/>
          <p:nvPr/>
        </p:nvSpPr>
        <p:spPr>
          <a:xfrm>
            <a:off x="5656732" y="5226385"/>
            <a:ext cx="454196" cy="465474"/>
          </a:xfrm>
          <a:custGeom>
            <a:avLst/>
            <a:gdLst>
              <a:gd name="connsiteX0" fmla="*/ 454197 w 454196"/>
              <a:gd name="connsiteY0" fmla="*/ 139197 h 465474"/>
              <a:gd name="connsiteX1" fmla="*/ 454197 w 454196"/>
              <a:gd name="connsiteY1" fmla="*/ 139197 h 465474"/>
              <a:gd name="connsiteX2" fmla="*/ 331742 w 454196"/>
              <a:gd name="connsiteY2" fmla="*/ 71269 h 465474"/>
              <a:gd name="connsiteX3" fmla="*/ 331742 w 454196"/>
              <a:gd name="connsiteY3" fmla="*/ 32294 h 465474"/>
              <a:gd name="connsiteX4" fmla="*/ 326176 w 454196"/>
              <a:gd name="connsiteY4" fmla="*/ 26726 h 465474"/>
              <a:gd name="connsiteX5" fmla="*/ 141380 w 454196"/>
              <a:gd name="connsiteY5" fmla="*/ 26726 h 465474"/>
              <a:gd name="connsiteX6" fmla="*/ 110210 w 454196"/>
              <a:gd name="connsiteY6" fmla="*/ 0 h 465474"/>
              <a:gd name="connsiteX7" fmla="*/ 77926 w 454196"/>
              <a:gd name="connsiteY7" fmla="*/ 32294 h 465474"/>
              <a:gd name="connsiteX8" fmla="*/ 110210 w 454196"/>
              <a:gd name="connsiteY8" fmla="*/ 64587 h 465474"/>
              <a:gd name="connsiteX9" fmla="*/ 141380 w 454196"/>
              <a:gd name="connsiteY9" fmla="*/ 37862 h 465474"/>
              <a:gd name="connsiteX10" fmla="*/ 320610 w 454196"/>
              <a:gd name="connsiteY10" fmla="*/ 37862 h 465474"/>
              <a:gd name="connsiteX11" fmla="*/ 320610 w 454196"/>
              <a:gd name="connsiteY11" fmla="*/ 71269 h 465474"/>
              <a:gd name="connsiteX12" fmla="*/ 198155 w 454196"/>
              <a:gd name="connsiteY12" fmla="*/ 139197 h 465474"/>
              <a:gd name="connsiteX13" fmla="*/ 198155 w 454196"/>
              <a:gd name="connsiteY13" fmla="*/ 142538 h 465474"/>
              <a:gd name="connsiteX14" fmla="*/ 198155 w 454196"/>
              <a:gd name="connsiteY14" fmla="*/ 142538 h 465474"/>
              <a:gd name="connsiteX15" fmla="*/ 198155 w 454196"/>
              <a:gd name="connsiteY15" fmla="*/ 160355 h 465474"/>
              <a:gd name="connsiteX16" fmla="*/ 63454 w 454196"/>
              <a:gd name="connsiteY16" fmla="*/ 160355 h 465474"/>
              <a:gd name="connsiteX17" fmla="*/ 32284 w 454196"/>
              <a:gd name="connsiteY17" fmla="*/ 133629 h 465474"/>
              <a:gd name="connsiteX18" fmla="*/ 0 w 454196"/>
              <a:gd name="connsiteY18" fmla="*/ 165923 h 465474"/>
              <a:gd name="connsiteX19" fmla="*/ 32284 w 454196"/>
              <a:gd name="connsiteY19" fmla="*/ 198217 h 465474"/>
              <a:gd name="connsiteX20" fmla="*/ 63454 w 454196"/>
              <a:gd name="connsiteY20" fmla="*/ 171491 h 465474"/>
              <a:gd name="connsiteX21" fmla="*/ 198155 w 454196"/>
              <a:gd name="connsiteY21" fmla="*/ 171491 h 465474"/>
              <a:gd name="connsiteX22" fmla="*/ 198155 w 454196"/>
              <a:gd name="connsiteY22" fmla="*/ 293984 h 465474"/>
              <a:gd name="connsiteX23" fmla="*/ 63454 w 454196"/>
              <a:gd name="connsiteY23" fmla="*/ 293984 h 465474"/>
              <a:gd name="connsiteX24" fmla="*/ 32284 w 454196"/>
              <a:gd name="connsiteY24" fmla="*/ 267258 h 465474"/>
              <a:gd name="connsiteX25" fmla="*/ 0 w 454196"/>
              <a:gd name="connsiteY25" fmla="*/ 299552 h 465474"/>
              <a:gd name="connsiteX26" fmla="*/ 32284 w 454196"/>
              <a:gd name="connsiteY26" fmla="*/ 331846 h 465474"/>
              <a:gd name="connsiteX27" fmla="*/ 63454 w 454196"/>
              <a:gd name="connsiteY27" fmla="*/ 305120 h 465474"/>
              <a:gd name="connsiteX28" fmla="*/ 198155 w 454196"/>
              <a:gd name="connsiteY28" fmla="*/ 305120 h 465474"/>
              <a:gd name="connsiteX29" fmla="*/ 198155 w 454196"/>
              <a:gd name="connsiteY29" fmla="*/ 326278 h 465474"/>
              <a:gd name="connsiteX30" fmla="*/ 320610 w 454196"/>
              <a:gd name="connsiteY30" fmla="*/ 394206 h 465474"/>
              <a:gd name="connsiteX31" fmla="*/ 320610 w 454196"/>
              <a:gd name="connsiteY31" fmla="*/ 427613 h 465474"/>
              <a:gd name="connsiteX32" fmla="*/ 141380 w 454196"/>
              <a:gd name="connsiteY32" fmla="*/ 427613 h 465474"/>
              <a:gd name="connsiteX33" fmla="*/ 110210 w 454196"/>
              <a:gd name="connsiteY33" fmla="*/ 400888 h 465474"/>
              <a:gd name="connsiteX34" fmla="*/ 77926 w 454196"/>
              <a:gd name="connsiteY34" fmla="*/ 433181 h 465474"/>
              <a:gd name="connsiteX35" fmla="*/ 110210 w 454196"/>
              <a:gd name="connsiteY35" fmla="*/ 465475 h 465474"/>
              <a:gd name="connsiteX36" fmla="*/ 141380 w 454196"/>
              <a:gd name="connsiteY36" fmla="*/ 438749 h 465474"/>
              <a:gd name="connsiteX37" fmla="*/ 326176 w 454196"/>
              <a:gd name="connsiteY37" fmla="*/ 438749 h 465474"/>
              <a:gd name="connsiteX38" fmla="*/ 331742 w 454196"/>
              <a:gd name="connsiteY38" fmla="*/ 433181 h 465474"/>
              <a:gd name="connsiteX39" fmla="*/ 331742 w 454196"/>
              <a:gd name="connsiteY39" fmla="*/ 394206 h 465474"/>
              <a:gd name="connsiteX40" fmla="*/ 454197 w 454196"/>
              <a:gd name="connsiteY40" fmla="*/ 326278 h 465474"/>
              <a:gd name="connsiteX41" fmla="*/ 454197 w 454196"/>
              <a:gd name="connsiteY41" fmla="*/ 281735 h 465474"/>
              <a:gd name="connsiteX42" fmla="*/ 454197 w 454196"/>
              <a:gd name="connsiteY42" fmla="*/ 281735 h 465474"/>
              <a:gd name="connsiteX43" fmla="*/ 454197 w 454196"/>
              <a:gd name="connsiteY43" fmla="*/ 276167 h 465474"/>
              <a:gd name="connsiteX44" fmla="*/ 454197 w 454196"/>
              <a:gd name="connsiteY44" fmla="*/ 276167 h 465474"/>
              <a:gd name="connsiteX45" fmla="*/ 454197 w 454196"/>
              <a:gd name="connsiteY45" fmla="*/ 216034 h 465474"/>
              <a:gd name="connsiteX46" fmla="*/ 454197 w 454196"/>
              <a:gd name="connsiteY46" fmla="*/ 216034 h 465474"/>
              <a:gd name="connsiteX47" fmla="*/ 454197 w 454196"/>
              <a:gd name="connsiteY47" fmla="*/ 210466 h 465474"/>
              <a:gd name="connsiteX48" fmla="*/ 454197 w 454196"/>
              <a:gd name="connsiteY48" fmla="*/ 210466 h 465474"/>
              <a:gd name="connsiteX49" fmla="*/ 454197 w 454196"/>
              <a:gd name="connsiteY49" fmla="*/ 139197 h 465474"/>
              <a:gd name="connsiteX50" fmla="*/ 454197 w 454196"/>
              <a:gd name="connsiteY50" fmla="*/ 139197 h 465474"/>
              <a:gd name="connsiteX51" fmla="*/ 454197 w 454196"/>
              <a:gd name="connsiteY51" fmla="*/ 139197 h 465474"/>
              <a:gd name="connsiteX52" fmla="*/ 110210 w 454196"/>
              <a:gd name="connsiteY52" fmla="*/ 53452 h 465474"/>
              <a:gd name="connsiteX53" fmla="*/ 89058 w 454196"/>
              <a:gd name="connsiteY53" fmla="*/ 32294 h 465474"/>
              <a:gd name="connsiteX54" fmla="*/ 110210 w 454196"/>
              <a:gd name="connsiteY54" fmla="*/ 11136 h 465474"/>
              <a:gd name="connsiteX55" fmla="*/ 131361 w 454196"/>
              <a:gd name="connsiteY55" fmla="*/ 32294 h 465474"/>
              <a:gd name="connsiteX56" fmla="*/ 110210 w 454196"/>
              <a:gd name="connsiteY56" fmla="*/ 53452 h 465474"/>
              <a:gd name="connsiteX57" fmla="*/ 32284 w 454196"/>
              <a:gd name="connsiteY57" fmla="*/ 187081 h 465474"/>
              <a:gd name="connsiteX58" fmla="*/ 11132 w 454196"/>
              <a:gd name="connsiteY58" fmla="*/ 165923 h 465474"/>
              <a:gd name="connsiteX59" fmla="*/ 32284 w 454196"/>
              <a:gd name="connsiteY59" fmla="*/ 144765 h 465474"/>
              <a:gd name="connsiteX60" fmla="*/ 53435 w 454196"/>
              <a:gd name="connsiteY60" fmla="*/ 165923 h 465474"/>
              <a:gd name="connsiteX61" fmla="*/ 32284 w 454196"/>
              <a:gd name="connsiteY61" fmla="*/ 187081 h 465474"/>
              <a:gd name="connsiteX62" fmla="*/ 32284 w 454196"/>
              <a:gd name="connsiteY62" fmla="*/ 320710 h 465474"/>
              <a:gd name="connsiteX63" fmla="*/ 11132 w 454196"/>
              <a:gd name="connsiteY63" fmla="*/ 299552 h 465474"/>
              <a:gd name="connsiteX64" fmla="*/ 32284 w 454196"/>
              <a:gd name="connsiteY64" fmla="*/ 278394 h 465474"/>
              <a:gd name="connsiteX65" fmla="*/ 53435 w 454196"/>
              <a:gd name="connsiteY65" fmla="*/ 299552 h 465474"/>
              <a:gd name="connsiteX66" fmla="*/ 32284 w 454196"/>
              <a:gd name="connsiteY66" fmla="*/ 320710 h 465474"/>
              <a:gd name="connsiteX67" fmla="*/ 110210 w 454196"/>
              <a:gd name="connsiteY67" fmla="*/ 454339 h 465474"/>
              <a:gd name="connsiteX68" fmla="*/ 89058 w 454196"/>
              <a:gd name="connsiteY68" fmla="*/ 433181 h 465474"/>
              <a:gd name="connsiteX69" fmla="*/ 110210 w 454196"/>
              <a:gd name="connsiteY69" fmla="*/ 412023 h 465474"/>
              <a:gd name="connsiteX70" fmla="*/ 131361 w 454196"/>
              <a:gd name="connsiteY70" fmla="*/ 433181 h 465474"/>
              <a:gd name="connsiteX71" fmla="*/ 110210 w 454196"/>
              <a:gd name="connsiteY71" fmla="*/ 454339 h 465474"/>
              <a:gd name="connsiteX72" fmla="*/ 209287 w 454196"/>
              <a:gd name="connsiteY72" fmla="*/ 167036 h 465474"/>
              <a:gd name="connsiteX73" fmla="*/ 326176 w 454196"/>
              <a:gd name="connsiteY73" fmla="*/ 207125 h 465474"/>
              <a:gd name="connsiteX74" fmla="*/ 443065 w 454196"/>
              <a:gd name="connsiteY74" fmla="*/ 167036 h 465474"/>
              <a:gd name="connsiteX75" fmla="*/ 443065 w 454196"/>
              <a:gd name="connsiteY75" fmla="*/ 201557 h 465474"/>
              <a:gd name="connsiteX76" fmla="*/ 443065 w 454196"/>
              <a:gd name="connsiteY76" fmla="*/ 201557 h 465474"/>
              <a:gd name="connsiteX77" fmla="*/ 326176 w 454196"/>
              <a:gd name="connsiteY77" fmla="*/ 258350 h 465474"/>
              <a:gd name="connsiteX78" fmla="*/ 209287 w 454196"/>
              <a:gd name="connsiteY78" fmla="*/ 201557 h 465474"/>
              <a:gd name="connsiteX79" fmla="*/ 209287 w 454196"/>
              <a:gd name="connsiteY79" fmla="*/ 201557 h 465474"/>
              <a:gd name="connsiteX80" fmla="*/ 209287 w 454196"/>
              <a:gd name="connsiteY80" fmla="*/ 167036 h 465474"/>
              <a:gd name="connsiteX81" fmla="*/ 209287 w 454196"/>
              <a:gd name="connsiteY81" fmla="*/ 167036 h 465474"/>
              <a:gd name="connsiteX82" fmla="*/ 209287 w 454196"/>
              <a:gd name="connsiteY82" fmla="*/ 229397 h 465474"/>
              <a:gd name="connsiteX83" fmla="*/ 326176 w 454196"/>
              <a:gd name="connsiteY83" fmla="*/ 269486 h 465474"/>
              <a:gd name="connsiteX84" fmla="*/ 443065 w 454196"/>
              <a:gd name="connsiteY84" fmla="*/ 229397 h 465474"/>
              <a:gd name="connsiteX85" fmla="*/ 443065 w 454196"/>
              <a:gd name="connsiteY85" fmla="*/ 263918 h 465474"/>
              <a:gd name="connsiteX86" fmla="*/ 443065 w 454196"/>
              <a:gd name="connsiteY86" fmla="*/ 263918 h 465474"/>
              <a:gd name="connsiteX87" fmla="*/ 326176 w 454196"/>
              <a:gd name="connsiteY87" fmla="*/ 320710 h 465474"/>
              <a:gd name="connsiteX88" fmla="*/ 209287 w 454196"/>
              <a:gd name="connsiteY88" fmla="*/ 263918 h 465474"/>
              <a:gd name="connsiteX89" fmla="*/ 209287 w 454196"/>
              <a:gd name="connsiteY89" fmla="*/ 263918 h 465474"/>
              <a:gd name="connsiteX90" fmla="*/ 209287 w 454196"/>
              <a:gd name="connsiteY90" fmla="*/ 229397 h 465474"/>
              <a:gd name="connsiteX91" fmla="*/ 209287 w 454196"/>
              <a:gd name="connsiteY91" fmla="*/ 229397 h 465474"/>
              <a:gd name="connsiteX92" fmla="*/ 320610 w 454196"/>
              <a:gd name="connsiteY92" fmla="*/ 82405 h 465474"/>
              <a:gd name="connsiteX93" fmla="*/ 320610 w 454196"/>
              <a:gd name="connsiteY93" fmla="*/ 132516 h 465474"/>
              <a:gd name="connsiteX94" fmla="*/ 326176 w 454196"/>
              <a:gd name="connsiteY94" fmla="*/ 138084 h 465474"/>
              <a:gd name="connsiteX95" fmla="*/ 331742 w 454196"/>
              <a:gd name="connsiteY95" fmla="*/ 132516 h 465474"/>
              <a:gd name="connsiteX96" fmla="*/ 331742 w 454196"/>
              <a:gd name="connsiteY96" fmla="*/ 82405 h 465474"/>
              <a:gd name="connsiteX97" fmla="*/ 443065 w 454196"/>
              <a:gd name="connsiteY97" fmla="*/ 139197 h 465474"/>
              <a:gd name="connsiteX98" fmla="*/ 326176 w 454196"/>
              <a:gd name="connsiteY98" fmla="*/ 195989 h 465474"/>
              <a:gd name="connsiteX99" fmla="*/ 209287 w 454196"/>
              <a:gd name="connsiteY99" fmla="*/ 139197 h 465474"/>
              <a:gd name="connsiteX100" fmla="*/ 320610 w 454196"/>
              <a:gd name="connsiteY100" fmla="*/ 82405 h 465474"/>
              <a:gd name="connsiteX101" fmla="*/ 326176 w 454196"/>
              <a:gd name="connsiteY101" fmla="*/ 383070 h 465474"/>
              <a:gd name="connsiteX102" fmla="*/ 209287 w 454196"/>
              <a:gd name="connsiteY102" fmla="*/ 326278 h 465474"/>
              <a:gd name="connsiteX103" fmla="*/ 209287 w 454196"/>
              <a:gd name="connsiteY103" fmla="*/ 291757 h 465474"/>
              <a:gd name="connsiteX104" fmla="*/ 326176 w 454196"/>
              <a:gd name="connsiteY104" fmla="*/ 331846 h 465474"/>
              <a:gd name="connsiteX105" fmla="*/ 443065 w 454196"/>
              <a:gd name="connsiteY105" fmla="*/ 291757 h 465474"/>
              <a:gd name="connsiteX106" fmla="*/ 443065 w 454196"/>
              <a:gd name="connsiteY106" fmla="*/ 326278 h 465474"/>
              <a:gd name="connsiteX107" fmla="*/ 326176 w 454196"/>
              <a:gd name="connsiteY107" fmla="*/ 383070 h 4654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</a:cxnLst>
            <a:rect l="l" t="t" r="r" b="b"/>
            <a:pathLst>
              <a:path w="454196" h="465474">
                <a:moveTo>
                  <a:pt x="454197" y="139197"/>
                </a:moveTo>
                <a:lnTo>
                  <a:pt x="454197" y="139197"/>
                </a:lnTo>
                <a:cubicBezTo>
                  <a:pt x="454197" y="102449"/>
                  <a:pt x="400761" y="73496"/>
                  <a:pt x="331742" y="71269"/>
                </a:cubicBezTo>
                <a:lnTo>
                  <a:pt x="331742" y="32294"/>
                </a:lnTo>
                <a:cubicBezTo>
                  <a:pt x="331742" y="28953"/>
                  <a:pt x="329515" y="26726"/>
                  <a:pt x="326176" y="26726"/>
                </a:cubicBezTo>
                <a:lnTo>
                  <a:pt x="141380" y="26726"/>
                </a:lnTo>
                <a:cubicBezTo>
                  <a:pt x="139153" y="12249"/>
                  <a:pt x="125795" y="0"/>
                  <a:pt x="110210" y="0"/>
                </a:cubicBezTo>
                <a:cubicBezTo>
                  <a:pt x="92398" y="0"/>
                  <a:pt x="77926" y="14476"/>
                  <a:pt x="77926" y="32294"/>
                </a:cubicBezTo>
                <a:cubicBezTo>
                  <a:pt x="77926" y="50111"/>
                  <a:pt x="92398" y="64587"/>
                  <a:pt x="110210" y="64587"/>
                </a:cubicBezTo>
                <a:cubicBezTo>
                  <a:pt x="125795" y="64587"/>
                  <a:pt x="139153" y="53452"/>
                  <a:pt x="141380" y="37862"/>
                </a:cubicBezTo>
                <a:lnTo>
                  <a:pt x="320610" y="37862"/>
                </a:lnTo>
                <a:lnTo>
                  <a:pt x="320610" y="71269"/>
                </a:lnTo>
                <a:cubicBezTo>
                  <a:pt x="251590" y="72382"/>
                  <a:pt x="198155" y="102449"/>
                  <a:pt x="198155" y="139197"/>
                </a:cubicBezTo>
                <a:lnTo>
                  <a:pt x="198155" y="142538"/>
                </a:lnTo>
                <a:lnTo>
                  <a:pt x="198155" y="142538"/>
                </a:lnTo>
                <a:lnTo>
                  <a:pt x="198155" y="160355"/>
                </a:lnTo>
                <a:lnTo>
                  <a:pt x="63454" y="160355"/>
                </a:lnTo>
                <a:cubicBezTo>
                  <a:pt x="61227" y="145879"/>
                  <a:pt x="47869" y="133629"/>
                  <a:pt x="32284" y="133629"/>
                </a:cubicBezTo>
                <a:cubicBezTo>
                  <a:pt x="14472" y="133629"/>
                  <a:pt x="0" y="148106"/>
                  <a:pt x="0" y="165923"/>
                </a:cubicBezTo>
                <a:cubicBezTo>
                  <a:pt x="0" y="183740"/>
                  <a:pt x="14472" y="198217"/>
                  <a:pt x="32284" y="198217"/>
                </a:cubicBezTo>
                <a:cubicBezTo>
                  <a:pt x="47869" y="198217"/>
                  <a:pt x="61227" y="187081"/>
                  <a:pt x="63454" y="171491"/>
                </a:cubicBezTo>
                <a:lnTo>
                  <a:pt x="198155" y="171491"/>
                </a:lnTo>
                <a:lnTo>
                  <a:pt x="198155" y="293984"/>
                </a:lnTo>
                <a:lnTo>
                  <a:pt x="63454" y="293984"/>
                </a:lnTo>
                <a:cubicBezTo>
                  <a:pt x="61227" y="279508"/>
                  <a:pt x="47869" y="267258"/>
                  <a:pt x="32284" y="267258"/>
                </a:cubicBezTo>
                <a:cubicBezTo>
                  <a:pt x="14472" y="267258"/>
                  <a:pt x="0" y="281735"/>
                  <a:pt x="0" y="299552"/>
                </a:cubicBezTo>
                <a:cubicBezTo>
                  <a:pt x="0" y="317369"/>
                  <a:pt x="14472" y="331846"/>
                  <a:pt x="32284" y="331846"/>
                </a:cubicBezTo>
                <a:cubicBezTo>
                  <a:pt x="47869" y="331846"/>
                  <a:pt x="61227" y="320710"/>
                  <a:pt x="63454" y="305120"/>
                </a:cubicBezTo>
                <a:lnTo>
                  <a:pt x="198155" y="305120"/>
                </a:lnTo>
                <a:lnTo>
                  <a:pt x="198155" y="326278"/>
                </a:lnTo>
                <a:cubicBezTo>
                  <a:pt x="198155" y="363026"/>
                  <a:pt x="251590" y="391979"/>
                  <a:pt x="320610" y="394206"/>
                </a:cubicBezTo>
                <a:lnTo>
                  <a:pt x="320610" y="427613"/>
                </a:lnTo>
                <a:lnTo>
                  <a:pt x="141380" y="427613"/>
                </a:lnTo>
                <a:cubicBezTo>
                  <a:pt x="139153" y="413137"/>
                  <a:pt x="125795" y="400888"/>
                  <a:pt x="110210" y="400888"/>
                </a:cubicBezTo>
                <a:cubicBezTo>
                  <a:pt x="92398" y="400888"/>
                  <a:pt x="77926" y="415364"/>
                  <a:pt x="77926" y="433181"/>
                </a:cubicBezTo>
                <a:cubicBezTo>
                  <a:pt x="77926" y="450998"/>
                  <a:pt x="92398" y="465475"/>
                  <a:pt x="110210" y="465475"/>
                </a:cubicBezTo>
                <a:cubicBezTo>
                  <a:pt x="125795" y="465475"/>
                  <a:pt x="139153" y="454339"/>
                  <a:pt x="141380" y="438749"/>
                </a:cubicBezTo>
                <a:lnTo>
                  <a:pt x="326176" y="438749"/>
                </a:lnTo>
                <a:cubicBezTo>
                  <a:pt x="329515" y="438749"/>
                  <a:pt x="331742" y="436522"/>
                  <a:pt x="331742" y="433181"/>
                </a:cubicBezTo>
                <a:lnTo>
                  <a:pt x="331742" y="394206"/>
                </a:lnTo>
                <a:cubicBezTo>
                  <a:pt x="400761" y="393093"/>
                  <a:pt x="454197" y="363026"/>
                  <a:pt x="454197" y="326278"/>
                </a:cubicBezTo>
                <a:lnTo>
                  <a:pt x="454197" y="281735"/>
                </a:lnTo>
                <a:lnTo>
                  <a:pt x="454197" y="281735"/>
                </a:lnTo>
                <a:lnTo>
                  <a:pt x="454197" y="276167"/>
                </a:lnTo>
                <a:lnTo>
                  <a:pt x="454197" y="276167"/>
                </a:lnTo>
                <a:lnTo>
                  <a:pt x="454197" y="216034"/>
                </a:lnTo>
                <a:lnTo>
                  <a:pt x="454197" y="216034"/>
                </a:lnTo>
                <a:lnTo>
                  <a:pt x="454197" y="210466"/>
                </a:lnTo>
                <a:lnTo>
                  <a:pt x="454197" y="210466"/>
                </a:lnTo>
                <a:lnTo>
                  <a:pt x="454197" y="139197"/>
                </a:lnTo>
                <a:lnTo>
                  <a:pt x="454197" y="139197"/>
                </a:lnTo>
                <a:lnTo>
                  <a:pt x="454197" y="139197"/>
                </a:lnTo>
                <a:close/>
                <a:moveTo>
                  <a:pt x="110210" y="53452"/>
                </a:moveTo>
                <a:cubicBezTo>
                  <a:pt x="99077" y="53452"/>
                  <a:pt x="89058" y="44543"/>
                  <a:pt x="89058" y="32294"/>
                </a:cubicBezTo>
                <a:cubicBezTo>
                  <a:pt x="89058" y="20044"/>
                  <a:pt x="97964" y="11136"/>
                  <a:pt x="110210" y="11136"/>
                </a:cubicBezTo>
                <a:cubicBezTo>
                  <a:pt x="122455" y="11136"/>
                  <a:pt x="131361" y="21158"/>
                  <a:pt x="131361" y="32294"/>
                </a:cubicBezTo>
                <a:cubicBezTo>
                  <a:pt x="131361" y="43430"/>
                  <a:pt x="121342" y="53452"/>
                  <a:pt x="110210" y="53452"/>
                </a:cubicBezTo>
                <a:close/>
                <a:moveTo>
                  <a:pt x="32284" y="187081"/>
                </a:moveTo>
                <a:cubicBezTo>
                  <a:pt x="21152" y="187081"/>
                  <a:pt x="11132" y="178172"/>
                  <a:pt x="11132" y="165923"/>
                </a:cubicBezTo>
                <a:cubicBezTo>
                  <a:pt x="11132" y="153674"/>
                  <a:pt x="20039" y="144765"/>
                  <a:pt x="32284" y="144765"/>
                </a:cubicBezTo>
                <a:cubicBezTo>
                  <a:pt x="44529" y="144765"/>
                  <a:pt x="53435" y="154787"/>
                  <a:pt x="53435" y="165923"/>
                </a:cubicBezTo>
                <a:cubicBezTo>
                  <a:pt x="53435" y="177059"/>
                  <a:pt x="43416" y="187081"/>
                  <a:pt x="32284" y="187081"/>
                </a:cubicBezTo>
                <a:close/>
                <a:moveTo>
                  <a:pt x="32284" y="320710"/>
                </a:moveTo>
                <a:cubicBezTo>
                  <a:pt x="21152" y="320710"/>
                  <a:pt x="11132" y="311801"/>
                  <a:pt x="11132" y="299552"/>
                </a:cubicBezTo>
                <a:cubicBezTo>
                  <a:pt x="11132" y="287303"/>
                  <a:pt x="20039" y="278394"/>
                  <a:pt x="32284" y="278394"/>
                </a:cubicBezTo>
                <a:cubicBezTo>
                  <a:pt x="44529" y="278394"/>
                  <a:pt x="53435" y="288416"/>
                  <a:pt x="53435" y="299552"/>
                </a:cubicBezTo>
                <a:cubicBezTo>
                  <a:pt x="53435" y="310688"/>
                  <a:pt x="43416" y="320710"/>
                  <a:pt x="32284" y="320710"/>
                </a:cubicBezTo>
                <a:close/>
                <a:moveTo>
                  <a:pt x="110210" y="454339"/>
                </a:moveTo>
                <a:cubicBezTo>
                  <a:pt x="99077" y="454339"/>
                  <a:pt x="89058" y="445431"/>
                  <a:pt x="89058" y="433181"/>
                </a:cubicBezTo>
                <a:cubicBezTo>
                  <a:pt x="89058" y="420932"/>
                  <a:pt x="97964" y="412023"/>
                  <a:pt x="110210" y="412023"/>
                </a:cubicBezTo>
                <a:cubicBezTo>
                  <a:pt x="122455" y="412023"/>
                  <a:pt x="131361" y="420932"/>
                  <a:pt x="131361" y="433181"/>
                </a:cubicBezTo>
                <a:cubicBezTo>
                  <a:pt x="131361" y="445431"/>
                  <a:pt x="121342" y="454339"/>
                  <a:pt x="110210" y="454339"/>
                </a:cubicBezTo>
                <a:close/>
                <a:moveTo>
                  <a:pt x="209287" y="167036"/>
                </a:moveTo>
                <a:cubicBezTo>
                  <a:pt x="229325" y="190422"/>
                  <a:pt x="273854" y="207125"/>
                  <a:pt x="326176" y="207125"/>
                </a:cubicBezTo>
                <a:cubicBezTo>
                  <a:pt x="378497" y="207125"/>
                  <a:pt x="423026" y="190422"/>
                  <a:pt x="443065" y="167036"/>
                </a:cubicBezTo>
                <a:lnTo>
                  <a:pt x="443065" y="201557"/>
                </a:lnTo>
                <a:lnTo>
                  <a:pt x="443065" y="201557"/>
                </a:lnTo>
                <a:cubicBezTo>
                  <a:pt x="443065" y="232738"/>
                  <a:pt x="389629" y="258350"/>
                  <a:pt x="326176" y="258350"/>
                </a:cubicBezTo>
                <a:cubicBezTo>
                  <a:pt x="262722" y="258350"/>
                  <a:pt x="209287" y="232738"/>
                  <a:pt x="209287" y="201557"/>
                </a:cubicBezTo>
                <a:lnTo>
                  <a:pt x="209287" y="201557"/>
                </a:lnTo>
                <a:lnTo>
                  <a:pt x="209287" y="167036"/>
                </a:lnTo>
                <a:lnTo>
                  <a:pt x="209287" y="167036"/>
                </a:lnTo>
                <a:close/>
                <a:moveTo>
                  <a:pt x="209287" y="229397"/>
                </a:moveTo>
                <a:cubicBezTo>
                  <a:pt x="229325" y="252782"/>
                  <a:pt x="273854" y="269486"/>
                  <a:pt x="326176" y="269486"/>
                </a:cubicBezTo>
                <a:cubicBezTo>
                  <a:pt x="378497" y="269486"/>
                  <a:pt x="423026" y="252782"/>
                  <a:pt x="443065" y="229397"/>
                </a:cubicBezTo>
                <a:lnTo>
                  <a:pt x="443065" y="263918"/>
                </a:lnTo>
                <a:lnTo>
                  <a:pt x="443065" y="263918"/>
                </a:lnTo>
                <a:cubicBezTo>
                  <a:pt x="443065" y="295098"/>
                  <a:pt x="389629" y="320710"/>
                  <a:pt x="326176" y="320710"/>
                </a:cubicBezTo>
                <a:cubicBezTo>
                  <a:pt x="262722" y="320710"/>
                  <a:pt x="209287" y="295098"/>
                  <a:pt x="209287" y="263918"/>
                </a:cubicBezTo>
                <a:lnTo>
                  <a:pt x="209287" y="263918"/>
                </a:lnTo>
                <a:lnTo>
                  <a:pt x="209287" y="229397"/>
                </a:lnTo>
                <a:lnTo>
                  <a:pt x="209287" y="229397"/>
                </a:lnTo>
                <a:close/>
                <a:moveTo>
                  <a:pt x="320610" y="82405"/>
                </a:moveTo>
                <a:lnTo>
                  <a:pt x="320610" y="132516"/>
                </a:lnTo>
                <a:cubicBezTo>
                  <a:pt x="320610" y="135856"/>
                  <a:pt x="322836" y="138084"/>
                  <a:pt x="326176" y="138084"/>
                </a:cubicBezTo>
                <a:cubicBezTo>
                  <a:pt x="329515" y="138084"/>
                  <a:pt x="331742" y="135856"/>
                  <a:pt x="331742" y="132516"/>
                </a:cubicBezTo>
                <a:lnTo>
                  <a:pt x="331742" y="82405"/>
                </a:lnTo>
                <a:cubicBezTo>
                  <a:pt x="392969" y="83518"/>
                  <a:pt x="443065" y="109130"/>
                  <a:pt x="443065" y="139197"/>
                </a:cubicBezTo>
                <a:cubicBezTo>
                  <a:pt x="443065" y="169264"/>
                  <a:pt x="389629" y="195989"/>
                  <a:pt x="326176" y="195989"/>
                </a:cubicBezTo>
                <a:cubicBezTo>
                  <a:pt x="262722" y="195989"/>
                  <a:pt x="209287" y="170377"/>
                  <a:pt x="209287" y="139197"/>
                </a:cubicBezTo>
                <a:cubicBezTo>
                  <a:pt x="209287" y="109130"/>
                  <a:pt x="259382" y="83518"/>
                  <a:pt x="320610" y="82405"/>
                </a:cubicBezTo>
                <a:close/>
                <a:moveTo>
                  <a:pt x="326176" y="383070"/>
                </a:moveTo>
                <a:cubicBezTo>
                  <a:pt x="262722" y="383070"/>
                  <a:pt x="209287" y="357458"/>
                  <a:pt x="209287" y="326278"/>
                </a:cubicBezTo>
                <a:lnTo>
                  <a:pt x="209287" y="291757"/>
                </a:lnTo>
                <a:cubicBezTo>
                  <a:pt x="229325" y="315142"/>
                  <a:pt x="273854" y="331846"/>
                  <a:pt x="326176" y="331846"/>
                </a:cubicBezTo>
                <a:cubicBezTo>
                  <a:pt x="378497" y="331846"/>
                  <a:pt x="423026" y="315142"/>
                  <a:pt x="443065" y="291757"/>
                </a:cubicBezTo>
                <a:lnTo>
                  <a:pt x="443065" y="326278"/>
                </a:lnTo>
                <a:cubicBezTo>
                  <a:pt x="443065" y="357458"/>
                  <a:pt x="389629" y="383070"/>
                  <a:pt x="326176" y="383070"/>
                </a:cubicBezTo>
                <a:close/>
              </a:path>
            </a:pathLst>
          </a:custGeom>
          <a:solidFill>
            <a:srgbClr val="000000"/>
          </a:solidFill>
          <a:ln w="11126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Freeform 1061">
            <a:extLst>
              <a:ext uri="{FF2B5EF4-FFF2-40B4-BE49-F238E27FC236}">
                <a16:creationId xmlns:a16="http://schemas.microsoft.com/office/drawing/2014/main" id="{1C2C2112-25F1-E4C4-055D-7BBE08380738}"/>
              </a:ext>
            </a:extLst>
          </p:cNvPr>
          <p:cNvSpPr/>
          <p:nvPr/>
        </p:nvSpPr>
        <p:spPr>
          <a:xfrm>
            <a:off x="9947921" y="1790929"/>
            <a:ext cx="1542931" cy="3276142"/>
          </a:xfrm>
          <a:custGeom>
            <a:avLst/>
            <a:gdLst>
              <a:gd name="connsiteX0" fmla="*/ 1542932 w 1542931"/>
              <a:gd name="connsiteY0" fmla="*/ 3276142 h 3276142"/>
              <a:gd name="connsiteX1" fmla="*/ 0 w 1542931"/>
              <a:gd name="connsiteY1" fmla="*/ 3276142 h 3276142"/>
              <a:gd name="connsiteX2" fmla="*/ 0 w 1542931"/>
              <a:gd name="connsiteY2" fmla="*/ 0 h 3276142"/>
              <a:gd name="connsiteX3" fmla="*/ 1542932 w 1542931"/>
              <a:gd name="connsiteY3" fmla="*/ 0 h 3276142"/>
              <a:gd name="connsiteX4" fmla="*/ 1542932 w 1542931"/>
              <a:gd name="connsiteY4" fmla="*/ 3276142 h 3276142"/>
              <a:gd name="connsiteX5" fmla="*/ 1542932 w 1542931"/>
              <a:gd name="connsiteY5" fmla="*/ 3276142 h 3276142"/>
              <a:gd name="connsiteX6" fmla="*/ 11132 w 1542931"/>
              <a:gd name="connsiteY6" fmla="*/ 3265007 h 3276142"/>
              <a:gd name="connsiteX7" fmla="*/ 1531800 w 1542931"/>
              <a:gd name="connsiteY7" fmla="*/ 3265007 h 3276142"/>
              <a:gd name="connsiteX8" fmla="*/ 1531800 w 1542931"/>
              <a:gd name="connsiteY8" fmla="*/ 11136 h 3276142"/>
              <a:gd name="connsiteX9" fmla="*/ 11132 w 1542931"/>
              <a:gd name="connsiteY9" fmla="*/ 11136 h 3276142"/>
              <a:gd name="connsiteX10" fmla="*/ 11132 w 1542931"/>
              <a:gd name="connsiteY10" fmla="*/ 3265007 h 3276142"/>
              <a:gd name="connsiteX11" fmla="*/ 11132 w 1542931"/>
              <a:gd name="connsiteY11" fmla="*/ 3265007 h 327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542931" h="3276142">
                <a:moveTo>
                  <a:pt x="1542932" y="3276142"/>
                </a:moveTo>
                <a:lnTo>
                  <a:pt x="0" y="3276142"/>
                </a:lnTo>
                <a:lnTo>
                  <a:pt x="0" y="0"/>
                </a:lnTo>
                <a:lnTo>
                  <a:pt x="1542932" y="0"/>
                </a:lnTo>
                <a:lnTo>
                  <a:pt x="1542932" y="3276142"/>
                </a:lnTo>
                <a:lnTo>
                  <a:pt x="1542932" y="3276142"/>
                </a:lnTo>
                <a:close/>
                <a:moveTo>
                  <a:pt x="11132" y="3265007"/>
                </a:moveTo>
                <a:lnTo>
                  <a:pt x="1531800" y="3265007"/>
                </a:lnTo>
                <a:lnTo>
                  <a:pt x="1531800" y="11136"/>
                </a:lnTo>
                <a:lnTo>
                  <a:pt x="11132" y="11136"/>
                </a:lnTo>
                <a:lnTo>
                  <a:pt x="11132" y="3265007"/>
                </a:lnTo>
                <a:lnTo>
                  <a:pt x="11132" y="3265007"/>
                </a:lnTo>
                <a:close/>
              </a:path>
            </a:pathLst>
          </a:custGeom>
          <a:solidFill>
            <a:srgbClr val="000000"/>
          </a:solidFill>
          <a:ln w="11126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Freeform 1161">
            <a:extLst>
              <a:ext uri="{FF2B5EF4-FFF2-40B4-BE49-F238E27FC236}">
                <a16:creationId xmlns:a16="http://schemas.microsoft.com/office/drawing/2014/main" id="{198477E3-699C-D2CB-C73D-CA887AE695D7}"/>
              </a:ext>
            </a:extLst>
          </p:cNvPr>
          <p:cNvSpPr/>
          <p:nvPr/>
        </p:nvSpPr>
        <p:spPr>
          <a:xfrm>
            <a:off x="5068949" y="4905675"/>
            <a:ext cx="1802788" cy="1144756"/>
          </a:xfrm>
          <a:custGeom>
            <a:avLst/>
            <a:gdLst>
              <a:gd name="connsiteX0" fmla="*/ 1703236 w 1704349"/>
              <a:gd name="connsiteY0" fmla="*/ 1144757 h 1144756"/>
              <a:gd name="connsiteX1" fmla="*/ 0 w 1704349"/>
              <a:gd name="connsiteY1" fmla="*/ 1144757 h 1144756"/>
              <a:gd name="connsiteX2" fmla="*/ 0 w 1704349"/>
              <a:gd name="connsiteY2" fmla="*/ 0 h 1144756"/>
              <a:gd name="connsiteX3" fmla="*/ 1704350 w 1704349"/>
              <a:gd name="connsiteY3" fmla="*/ 0 h 1144756"/>
              <a:gd name="connsiteX4" fmla="*/ 1704350 w 1704349"/>
              <a:gd name="connsiteY4" fmla="*/ 1144757 h 1144756"/>
              <a:gd name="connsiteX5" fmla="*/ 11132 w 1704349"/>
              <a:gd name="connsiteY5" fmla="*/ 1133621 h 1144756"/>
              <a:gd name="connsiteX6" fmla="*/ 1693217 w 1704349"/>
              <a:gd name="connsiteY6" fmla="*/ 1133621 h 1144756"/>
              <a:gd name="connsiteX7" fmla="*/ 1693217 w 1704349"/>
              <a:gd name="connsiteY7" fmla="*/ 11136 h 1144756"/>
              <a:gd name="connsiteX8" fmla="*/ 11132 w 1704349"/>
              <a:gd name="connsiteY8" fmla="*/ 11136 h 1144756"/>
              <a:gd name="connsiteX9" fmla="*/ 11132 w 1704349"/>
              <a:gd name="connsiteY9" fmla="*/ 1133621 h 11447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704349" h="1144756">
                <a:moveTo>
                  <a:pt x="1703236" y="1144757"/>
                </a:moveTo>
                <a:lnTo>
                  <a:pt x="0" y="1144757"/>
                </a:lnTo>
                <a:lnTo>
                  <a:pt x="0" y="0"/>
                </a:lnTo>
                <a:lnTo>
                  <a:pt x="1704350" y="0"/>
                </a:lnTo>
                <a:lnTo>
                  <a:pt x="1704350" y="1144757"/>
                </a:lnTo>
                <a:close/>
                <a:moveTo>
                  <a:pt x="11132" y="1133621"/>
                </a:moveTo>
                <a:lnTo>
                  <a:pt x="1693217" y="1133621"/>
                </a:lnTo>
                <a:lnTo>
                  <a:pt x="1693217" y="11136"/>
                </a:lnTo>
                <a:lnTo>
                  <a:pt x="11132" y="11136"/>
                </a:lnTo>
                <a:lnTo>
                  <a:pt x="11132" y="1133621"/>
                </a:lnTo>
                <a:close/>
              </a:path>
            </a:pathLst>
          </a:custGeom>
          <a:solidFill>
            <a:srgbClr val="000000"/>
          </a:solidFill>
          <a:ln w="11126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Freeform 1203">
            <a:extLst>
              <a:ext uri="{FF2B5EF4-FFF2-40B4-BE49-F238E27FC236}">
                <a16:creationId xmlns:a16="http://schemas.microsoft.com/office/drawing/2014/main" id="{F1105CBD-761A-D700-1DF3-D1EECFB5C12E}"/>
              </a:ext>
            </a:extLst>
          </p:cNvPr>
          <p:cNvSpPr/>
          <p:nvPr/>
        </p:nvSpPr>
        <p:spPr>
          <a:xfrm>
            <a:off x="1606337" y="2078343"/>
            <a:ext cx="1208963" cy="1143643"/>
          </a:xfrm>
          <a:custGeom>
            <a:avLst/>
            <a:gdLst>
              <a:gd name="connsiteX0" fmla="*/ 1208964 w 1208963"/>
              <a:gd name="connsiteY0" fmla="*/ 1143643 h 1143643"/>
              <a:gd name="connsiteX1" fmla="*/ 0 w 1208963"/>
              <a:gd name="connsiteY1" fmla="*/ 1143643 h 1143643"/>
              <a:gd name="connsiteX2" fmla="*/ 0 w 1208963"/>
              <a:gd name="connsiteY2" fmla="*/ 0 h 1143643"/>
              <a:gd name="connsiteX3" fmla="*/ 1208964 w 1208963"/>
              <a:gd name="connsiteY3" fmla="*/ 0 h 1143643"/>
              <a:gd name="connsiteX4" fmla="*/ 1208964 w 1208963"/>
              <a:gd name="connsiteY4" fmla="*/ 1143643 h 1143643"/>
              <a:gd name="connsiteX5" fmla="*/ 10019 w 1208963"/>
              <a:gd name="connsiteY5" fmla="*/ 1133621 h 1143643"/>
              <a:gd name="connsiteX6" fmla="*/ 1197831 w 1208963"/>
              <a:gd name="connsiteY6" fmla="*/ 1133621 h 1143643"/>
              <a:gd name="connsiteX7" fmla="*/ 1197831 w 1208963"/>
              <a:gd name="connsiteY7" fmla="*/ 10022 h 1143643"/>
              <a:gd name="connsiteX8" fmla="*/ 10019 w 1208963"/>
              <a:gd name="connsiteY8" fmla="*/ 10022 h 1143643"/>
              <a:gd name="connsiteX9" fmla="*/ 10019 w 1208963"/>
              <a:gd name="connsiteY9" fmla="*/ 1133621 h 11436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08963" h="1143643">
                <a:moveTo>
                  <a:pt x="1208964" y="1143643"/>
                </a:moveTo>
                <a:lnTo>
                  <a:pt x="0" y="1143643"/>
                </a:lnTo>
                <a:lnTo>
                  <a:pt x="0" y="0"/>
                </a:lnTo>
                <a:lnTo>
                  <a:pt x="1208964" y="0"/>
                </a:lnTo>
                <a:lnTo>
                  <a:pt x="1208964" y="1143643"/>
                </a:lnTo>
                <a:close/>
                <a:moveTo>
                  <a:pt x="10019" y="1133621"/>
                </a:moveTo>
                <a:lnTo>
                  <a:pt x="1197831" y="1133621"/>
                </a:lnTo>
                <a:lnTo>
                  <a:pt x="1197831" y="10022"/>
                </a:lnTo>
                <a:lnTo>
                  <a:pt x="10019" y="10022"/>
                </a:lnTo>
                <a:cubicBezTo>
                  <a:pt x="10019" y="10022"/>
                  <a:pt x="10019" y="1133621"/>
                  <a:pt x="10019" y="1133621"/>
                </a:cubicBezTo>
                <a:close/>
              </a:path>
            </a:pathLst>
          </a:custGeom>
          <a:solidFill>
            <a:srgbClr val="000000"/>
          </a:solidFill>
          <a:ln w="11126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AB16E56-BBF4-7F43-8F78-D3AC1658F16B}"/>
              </a:ext>
            </a:extLst>
          </p:cNvPr>
          <p:cNvSpPr/>
          <p:nvPr/>
        </p:nvSpPr>
        <p:spPr>
          <a:xfrm>
            <a:off x="1708197" y="1973216"/>
            <a:ext cx="994110" cy="216982"/>
          </a:xfrm>
          <a:prstGeom prst="rect">
            <a:avLst/>
          </a:prstGeom>
          <a:solidFill>
            <a:srgbClr val="22222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45720" tIns="45720" rIns="45720" bIns="45720" rtlCol="0" anchor="ctr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UI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DAB8276-A2BA-A2EC-2ABF-6AA891245E42}"/>
              </a:ext>
            </a:extLst>
          </p:cNvPr>
          <p:cNvSpPr/>
          <p:nvPr/>
        </p:nvSpPr>
        <p:spPr>
          <a:xfrm>
            <a:off x="7611878" y="1900288"/>
            <a:ext cx="1067585" cy="341632"/>
          </a:xfrm>
          <a:prstGeom prst="rect">
            <a:avLst/>
          </a:prstGeom>
          <a:solidFill>
            <a:srgbClr val="22222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45720" tIns="45720" rIns="45720" bIns="45720" rtlCol="0" anchor="ctr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INFERENCE SERVICES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038A6E4-4A52-B579-0058-894D85DE39FF}"/>
              </a:ext>
            </a:extLst>
          </p:cNvPr>
          <p:cNvSpPr/>
          <p:nvPr/>
        </p:nvSpPr>
        <p:spPr>
          <a:xfrm>
            <a:off x="5146448" y="4799434"/>
            <a:ext cx="1627025" cy="216982"/>
          </a:xfrm>
          <a:prstGeom prst="rect">
            <a:avLst/>
          </a:prstGeom>
          <a:solidFill>
            <a:srgbClr val="22222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45720" tIns="45720" rIns="45720" bIns="45720" rtlCol="0" anchor="ctr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MCP Servers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D0B934E-E6DE-AF08-9EB9-2B5D9E8709A6}"/>
              </a:ext>
            </a:extLst>
          </p:cNvPr>
          <p:cNvCxnSpPr>
            <a:cxnSpLocks/>
          </p:cNvCxnSpPr>
          <p:nvPr/>
        </p:nvCxnSpPr>
        <p:spPr>
          <a:xfrm>
            <a:off x="2886548" y="2744510"/>
            <a:ext cx="782597" cy="0"/>
          </a:xfrm>
          <a:prstGeom prst="line">
            <a:avLst/>
          </a:prstGeom>
          <a:noFill/>
          <a:ln w="12700" cap="rnd" cmpd="sng" algn="ctr">
            <a:solidFill>
              <a:srgbClr val="F29A36"/>
            </a:solidFill>
            <a:prstDash val="solid"/>
            <a:round/>
            <a:headEnd type="arrow" w="med" len="sm"/>
            <a:tailEnd type="none" w="med" len="sm"/>
          </a:ln>
          <a:effectLst/>
        </p:spPr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4DBB7C8-82DF-B851-44AD-29D6913331A6}"/>
              </a:ext>
            </a:extLst>
          </p:cNvPr>
          <p:cNvCxnSpPr>
            <a:cxnSpLocks/>
          </p:cNvCxnSpPr>
          <p:nvPr/>
        </p:nvCxnSpPr>
        <p:spPr>
          <a:xfrm>
            <a:off x="2815300" y="2615658"/>
            <a:ext cx="782597" cy="0"/>
          </a:xfrm>
          <a:prstGeom prst="line">
            <a:avLst/>
          </a:prstGeom>
          <a:noFill/>
          <a:ln w="12700" cap="rnd" cmpd="sng" algn="ctr">
            <a:solidFill>
              <a:srgbClr val="F29A36"/>
            </a:solidFill>
            <a:prstDash val="solid"/>
            <a:round/>
            <a:headEnd type="none" w="med" len="sm"/>
            <a:tailEnd type="arrow" w="med" len="sm"/>
          </a:ln>
          <a:effectLst/>
        </p:spPr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0A20B9A5-8ED6-345F-6DFD-A9696DDA4332}"/>
              </a:ext>
            </a:extLst>
          </p:cNvPr>
          <p:cNvSpPr txBox="1"/>
          <p:nvPr/>
        </p:nvSpPr>
        <p:spPr>
          <a:xfrm>
            <a:off x="380987" y="2886148"/>
            <a:ext cx="986586" cy="17235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  <a:defRPr/>
            </a:pPr>
            <a:r>
              <a:rPr lang="en-US" sz="1100" kern="100">
                <a:solidFill>
                  <a:srgbClr val="000000"/>
                </a:solidFill>
                <a:latin typeface="Arial"/>
              </a:rPr>
              <a:t>End Users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545717D-8DB0-163E-114B-FC85FC09AC02}"/>
              </a:ext>
            </a:extLst>
          </p:cNvPr>
          <p:cNvSpPr txBox="1"/>
          <p:nvPr/>
        </p:nvSpPr>
        <p:spPr>
          <a:xfrm>
            <a:off x="10340464" y="2916588"/>
            <a:ext cx="735581" cy="16543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  <a:defRPr/>
            </a:pPr>
            <a:r>
              <a:rPr lang="en-US" sz="1100" kern="100">
                <a:solidFill>
                  <a:srgbClr val="000000"/>
                </a:solidFill>
                <a:latin typeface="Arial"/>
              </a:rPr>
              <a:t>Databases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8976DA9-F2C7-1487-AE89-1C3A1702D121}"/>
              </a:ext>
            </a:extLst>
          </p:cNvPr>
          <p:cNvSpPr txBox="1"/>
          <p:nvPr/>
        </p:nvSpPr>
        <p:spPr>
          <a:xfrm>
            <a:off x="10340463" y="3834716"/>
            <a:ext cx="735581" cy="17235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  <a:defRPr/>
            </a:pPr>
            <a:r>
              <a:rPr lang="en-US" sz="1100" kern="100">
                <a:solidFill>
                  <a:srgbClr val="000000"/>
                </a:solidFill>
                <a:latin typeface="Arial"/>
              </a:rPr>
              <a:t>Websites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45E83AC-8886-C4B4-8ED1-3C19FA2988D7}"/>
              </a:ext>
            </a:extLst>
          </p:cNvPr>
          <p:cNvSpPr/>
          <p:nvPr/>
        </p:nvSpPr>
        <p:spPr>
          <a:xfrm>
            <a:off x="10223794" y="1612172"/>
            <a:ext cx="968918" cy="342401"/>
          </a:xfrm>
          <a:prstGeom prst="rect">
            <a:avLst/>
          </a:prstGeom>
          <a:solidFill>
            <a:srgbClr val="22222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45720" tIns="45720" rIns="45720" bIns="45720" rtlCol="0" anchor="ctr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DOWNSTREAM SERVICES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AACFAA6F-8644-A453-1B62-D8CAF4D93D54}"/>
              </a:ext>
            </a:extLst>
          </p:cNvPr>
          <p:cNvCxnSpPr>
            <a:cxnSpLocks/>
          </p:cNvCxnSpPr>
          <p:nvPr/>
        </p:nvCxnSpPr>
        <p:spPr>
          <a:xfrm>
            <a:off x="9093815" y="2624991"/>
            <a:ext cx="598174" cy="0"/>
          </a:xfrm>
          <a:prstGeom prst="line">
            <a:avLst/>
          </a:prstGeom>
          <a:noFill/>
          <a:ln w="12700" cap="rnd" cmpd="sng" algn="ctr">
            <a:solidFill>
              <a:srgbClr val="F29A36"/>
            </a:solidFill>
            <a:prstDash val="solid"/>
            <a:round/>
            <a:headEnd type="none" w="med" len="sm"/>
            <a:tailEnd type="arrow" w="med" len="sm"/>
          </a:ln>
          <a:effectLst/>
        </p:spPr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7A41C1F-3D53-E2B5-D782-CEF472B9C1E3}"/>
              </a:ext>
            </a:extLst>
          </p:cNvPr>
          <p:cNvCxnSpPr>
            <a:cxnSpLocks/>
          </p:cNvCxnSpPr>
          <p:nvPr/>
        </p:nvCxnSpPr>
        <p:spPr>
          <a:xfrm>
            <a:off x="9093815" y="4629862"/>
            <a:ext cx="598174" cy="0"/>
          </a:xfrm>
          <a:prstGeom prst="line">
            <a:avLst/>
          </a:prstGeom>
          <a:noFill/>
          <a:ln w="12700" cap="rnd" cmpd="sng" algn="ctr">
            <a:solidFill>
              <a:srgbClr val="F29A36"/>
            </a:solidFill>
            <a:prstDash val="solid"/>
            <a:round/>
            <a:headEnd type="none" w="med" len="sm"/>
            <a:tailEnd type="arrow" w="med" len="sm"/>
          </a:ln>
          <a:effectLst/>
        </p:spPr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84B7D3DE-E759-BB92-5B54-9631FE14E111}"/>
              </a:ext>
            </a:extLst>
          </p:cNvPr>
          <p:cNvCxnSpPr>
            <a:cxnSpLocks/>
          </p:cNvCxnSpPr>
          <p:nvPr/>
        </p:nvCxnSpPr>
        <p:spPr>
          <a:xfrm>
            <a:off x="9097602" y="3679671"/>
            <a:ext cx="594387" cy="0"/>
          </a:xfrm>
          <a:prstGeom prst="line">
            <a:avLst/>
          </a:prstGeom>
          <a:noFill/>
          <a:ln w="12700" cap="rnd" cmpd="sng" algn="ctr">
            <a:solidFill>
              <a:srgbClr val="F29A36"/>
            </a:solidFill>
            <a:prstDash val="solid"/>
            <a:round/>
            <a:headEnd type="none" w="med" len="sm"/>
            <a:tailEnd type="arrow" w="med" len="sm"/>
          </a:ln>
          <a:effectLst/>
        </p:spPr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3003EED6-D2E8-E4A2-D7C8-49B3F8BCB2FD}"/>
              </a:ext>
            </a:extLst>
          </p:cNvPr>
          <p:cNvCxnSpPr>
            <a:cxnSpLocks/>
          </p:cNvCxnSpPr>
          <p:nvPr/>
        </p:nvCxnSpPr>
        <p:spPr>
          <a:xfrm>
            <a:off x="9093815" y="2624991"/>
            <a:ext cx="0" cy="1735757"/>
          </a:xfrm>
          <a:prstGeom prst="line">
            <a:avLst/>
          </a:prstGeom>
          <a:noFill/>
          <a:ln w="12700" cap="flat" cmpd="sng" algn="ctr">
            <a:solidFill>
              <a:srgbClr val="F29A36"/>
            </a:solidFill>
            <a:prstDash val="solid"/>
            <a:miter lim="800000"/>
          </a:ln>
          <a:effectLst/>
        </p:spPr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52E5078-065F-EAFD-2D10-9F448952200B}"/>
              </a:ext>
            </a:extLst>
          </p:cNvPr>
          <p:cNvCxnSpPr>
            <a:cxnSpLocks/>
          </p:cNvCxnSpPr>
          <p:nvPr/>
        </p:nvCxnSpPr>
        <p:spPr>
          <a:xfrm>
            <a:off x="1084318" y="2687469"/>
            <a:ext cx="419750" cy="0"/>
          </a:xfrm>
          <a:prstGeom prst="line">
            <a:avLst/>
          </a:prstGeom>
          <a:noFill/>
          <a:ln w="12700" cap="rnd" cmpd="sng" algn="ctr">
            <a:solidFill>
              <a:srgbClr val="F29A36"/>
            </a:solidFill>
            <a:prstDash val="solid"/>
            <a:round/>
            <a:headEnd type="none" w="med" len="sm"/>
            <a:tailEnd type="arrow" w="med" len="sm"/>
          </a:ln>
          <a:effectLst/>
        </p:spPr>
      </p:cxnSp>
      <p:pic>
        <p:nvPicPr>
          <p:cNvPr id="22" name="Graphic 21">
            <a:extLst>
              <a:ext uri="{FF2B5EF4-FFF2-40B4-BE49-F238E27FC236}">
                <a16:creationId xmlns:a16="http://schemas.microsoft.com/office/drawing/2014/main" id="{CD18030B-8450-AF36-9E15-326A1E64A0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0565" y="2312389"/>
            <a:ext cx="561509" cy="561509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E117A965-D045-3A56-25AC-7A48EA2485F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954522" y="2317561"/>
            <a:ext cx="551421" cy="551421"/>
          </a:xfrm>
          <a:prstGeom prst="rect">
            <a:avLst/>
          </a:prstGeom>
        </p:spPr>
      </p:pic>
      <p:pic>
        <p:nvPicPr>
          <p:cNvPr id="24" name="Graphic 23">
            <a:extLst>
              <a:ext uri="{FF2B5EF4-FFF2-40B4-BE49-F238E27FC236}">
                <a16:creationId xmlns:a16="http://schemas.microsoft.com/office/drawing/2014/main" id="{88E7C852-23C3-DA29-3F7D-0170D564AC4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412995" y="3242451"/>
            <a:ext cx="660397" cy="660397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83E8C7F4-48A4-29B2-A105-70638958322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65217" y="2368341"/>
            <a:ext cx="546594" cy="546594"/>
          </a:xfrm>
          <a:prstGeom prst="rect">
            <a:avLst/>
          </a:prstGeom>
        </p:spPr>
      </p:pic>
      <p:pic>
        <p:nvPicPr>
          <p:cNvPr id="26" name="Graphic 25">
            <a:extLst>
              <a:ext uri="{FF2B5EF4-FFF2-40B4-BE49-F238E27FC236}">
                <a16:creationId xmlns:a16="http://schemas.microsoft.com/office/drawing/2014/main" id="{FC9078FC-304B-3B86-BA41-D2DE2FC77161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858041" y="2327260"/>
            <a:ext cx="597623" cy="597623"/>
          </a:xfrm>
          <a:prstGeom prst="rect">
            <a:avLst/>
          </a:prstGeom>
        </p:spPr>
      </p:pic>
      <p:sp>
        <p:nvSpPr>
          <p:cNvPr id="27" name="Freeform 798">
            <a:extLst>
              <a:ext uri="{FF2B5EF4-FFF2-40B4-BE49-F238E27FC236}">
                <a16:creationId xmlns:a16="http://schemas.microsoft.com/office/drawing/2014/main" id="{DA549909-3FD1-B36B-F307-E58CFA77198C}"/>
              </a:ext>
            </a:extLst>
          </p:cNvPr>
          <p:cNvSpPr/>
          <p:nvPr/>
        </p:nvSpPr>
        <p:spPr>
          <a:xfrm>
            <a:off x="3681178" y="2092517"/>
            <a:ext cx="1208963" cy="1143643"/>
          </a:xfrm>
          <a:custGeom>
            <a:avLst/>
            <a:gdLst>
              <a:gd name="connsiteX0" fmla="*/ 1208963 w 1208963"/>
              <a:gd name="connsiteY0" fmla="*/ 1143643 h 1143643"/>
              <a:gd name="connsiteX1" fmla="*/ 0 w 1208963"/>
              <a:gd name="connsiteY1" fmla="*/ 1143643 h 1143643"/>
              <a:gd name="connsiteX2" fmla="*/ 0 w 1208963"/>
              <a:gd name="connsiteY2" fmla="*/ 0 h 1143643"/>
              <a:gd name="connsiteX3" fmla="*/ 1208963 w 1208963"/>
              <a:gd name="connsiteY3" fmla="*/ 0 h 1143643"/>
              <a:gd name="connsiteX4" fmla="*/ 1208963 w 1208963"/>
              <a:gd name="connsiteY4" fmla="*/ 1143643 h 1143643"/>
              <a:gd name="connsiteX5" fmla="*/ 11132 w 1208963"/>
              <a:gd name="connsiteY5" fmla="*/ 1133621 h 1143643"/>
              <a:gd name="connsiteX6" fmla="*/ 1198945 w 1208963"/>
              <a:gd name="connsiteY6" fmla="*/ 1133621 h 1143643"/>
              <a:gd name="connsiteX7" fmla="*/ 1198945 w 1208963"/>
              <a:gd name="connsiteY7" fmla="*/ 11136 h 1143643"/>
              <a:gd name="connsiteX8" fmla="*/ 11132 w 1208963"/>
              <a:gd name="connsiteY8" fmla="*/ 11136 h 1143643"/>
              <a:gd name="connsiteX9" fmla="*/ 11132 w 1208963"/>
              <a:gd name="connsiteY9" fmla="*/ 1133621 h 1143643"/>
              <a:gd name="connsiteX10" fmla="*/ 11132 w 1208963"/>
              <a:gd name="connsiteY10" fmla="*/ 1133621 h 11436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08963" h="1143643">
                <a:moveTo>
                  <a:pt x="1208963" y="1143643"/>
                </a:moveTo>
                <a:lnTo>
                  <a:pt x="0" y="1143643"/>
                </a:lnTo>
                <a:lnTo>
                  <a:pt x="0" y="0"/>
                </a:lnTo>
                <a:lnTo>
                  <a:pt x="1208963" y="0"/>
                </a:lnTo>
                <a:lnTo>
                  <a:pt x="1208963" y="1143643"/>
                </a:lnTo>
                <a:close/>
                <a:moveTo>
                  <a:pt x="11132" y="1133621"/>
                </a:moveTo>
                <a:lnTo>
                  <a:pt x="1198945" y="1133621"/>
                </a:lnTo>
                <a:lnTo>
                  <a:pt x="1198945" y="11136"/>
                </a:lnTo>
                <a:lnTo>
                  <a:pt x="11132" y="11136"/>
                </a:lnTo>
                <a:lnTo>
                  <a:pt x="11132" y="1133621"/>
                </a:lnTo>
                <a:lnTo>
                  <a:pt x="11132" y="1133621"/>
                </a:lnTo>
                <a:close/>
              </a:path>
            </a:pathLst>
          </a:custGeom>
          <a:solidFill>
            <a:srgbClr val="000000"/>
          </a:solidFill>
          <a:ln w="11126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60E3F76-8157-BB01-343C-32794EFE354A}"/>
              </a:ext>
            </a:extLst>
          </p:cNvPr>
          <p:cNvSpPr/>
          <p:nvPr/>
        </p:nvSpPr>
        <p:spPr>
          <a:xfrm>
            <a:off x="3734029" y="1913348"/>
            <a:ext cx="1099680" cy="341632"/>
          </a:xfrm>
          <a:prstGeom prst="rect">
            <a:avLst/>
          </a:prstGeom>
          <a:solidFill>
            <a:srgbClr val="22222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45720" tIns="45720" rIns="45720" bIns="45720" rtlCol="0" anchor="ctr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LLM ORCHESTRATION</a:t>
            </a:r>
          </a:p>
        </p:txBody>
      </p:sp>
      <p:sp>
        <p:nvSpPr>
          <p:cNvPr id="29" name="Freeform 889">
            <a:extLst>
              <a:ext uri="{FF2B5EF4-FFF2-40B4-BE49-F238E27FC236}">
                <a16:creationId xmlns:a16="http://schemas.microsoft.com/office/drawing/2014/main" id="{42F3AB80-7525-5337-15CE-6818E0D02AF7}"/>
              </a:ext>
            </a:extLst>
          </p:cNvPr>
          <p:cNvSpPr/>
          <p:nvPr/>
        </p:nvSpPr>
        <p:spPr>
          <a:xfrm>
            <a:off x="1060175" y="4894515"/>
            <a:ext cx="2621647" cy="1144756"/>
          </a:xfrm>
          <a:custGeom>
            <a:avLst/>
            <a:gdLst>
              <a:gd name="connsiteX0" fmla="*/ 2621648 w 2621647"/>
              <a:gd name="connsiteY0" fmla="*/ 1144757 h 1144756"/>
              <a:gd name="connsiteX1" fmla="*/ 0 w 2621647"/>
              <a:gd name="connsiteY1" fmla="*/ 1144757 h 1144756"/>
              <a:gd name="connsiteX2" fmla="*/ 0 w 2621647"/>
              <a:gd name="connsiteY2" fmla="*/ 0 h 1144756"/>
              <a:gd name="connsiteX3" fmla="*/ 2621648 w 2621647"/>
              <a:gd name="connsiteY3" fmla="*/ 0 h 1144756"/>
              <a:gd name="connsiteX4" fmla="*/ 2621648 w 2621647"/>
              <a:gd name="connsiteY4" fmla="*/ 1144757 h 1144756"/>
              <a:gd name="connsiteX5" fmla="*/ 2621648 w 2621647"/>
              <a:gd name="connsiteY5" fmla="*/ 1144757 h 1144756"/>
              <a:gd name="connsiteX6" fmla="*/ 11132 w 2621647"/>
              <a:gd name="connsiteY6" fmla="*/ 1133621 h 1144756"/>
              <a:gd name="connsiteX7" fmla="*/ 2610515 w 2621647"/>
              <a:gd name="connsiteY7" fmla="*/ 1133621 h 1144756"/>
              <a:gd name="connsiteX8" fmla="*/ 2610515 w 2621647"/>
              <a:gd name="connsiteY8" fmla="*/ 11136 h 1144756"/>
              <a:gd name="connsiteX9" fmla="*/ 11132 w 2621647"/>
              <a:gd name="connsiteY9" fmla="*/ 11136 h 1144756"/>
              <a:gd name="connsiteX10" fmla="*/ 11132 w 2621647"/>
              <a:gd name="connsiteY10" fmla="*/ 1133621 h 1144756"/>
              <a:gd name="connsiteX11" fmla="*/ 11132 w 2621647"/>
              <a:gd name="connsiteY11" fmla="*/ 1133621 h 11447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621647" h="1144756">
                <a:moveTo>
                  <a:pt x="2621648" y="1144757"/>
                </a:moveTo>
                <a:lnTo>
                  <a:pt x="0" y="1144757"/>
                </a:lnTo>
                <a:lnTo>
                  <a:pt x="0" y="0"/>
                </a:lnTo>
                <a:lnTo>
                  <a:pt x="2621648" y="0"/>
                </a:lnTo>
                <a:lnTo>
                  <a:pt x="2621648" y="1144757"/>
                </a:lnTo>
                <a:lnTo>
                  <a:pt x="2621648" y="1144757"/>
                </a:lnTo>
                <a:close/>
                <a:moveTo>
                  <a:pt x="11132" y="1133621"/>
                </a:moveTo>
                <a:lnTo>
                  <a:pt x="2610515" y="1133621"/>
                </a:lnTo>
                <a:lnTo>
                  <a:pt x="2610515" y="11136"/>
                </a:lnTo>
                <a:lnTo>
                  <a:pt x="11132" y="11136"/>
                </a:lnTo>
                <a:lnTo>
                  <a:pt x="11132" y="1133621"/>
                </a:lnTo>
                <a:lnTo>
                  <a:pt x="11132" y="1133621"/>
                </a:lnTo>
                <a:close/>
              </a:path>
            </a:pathLst>
          </a:custGeom>
          <a:solidFill>
            <a:srgbClr val="000000"/>
          </a:solidFill>
          <a:ln w="11126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4D910F7-3604-5FB5-1EF2-188965D53173}"/>
              </a:ext>
            </a:extLst>
          </p:cNvPr>
          <p:cNvSpPr/>
          <p:nvPr/>
        </p:nvSpPr>
        <p:spPr>
          <a:xfrm>
            <a:off x="1271408" y="4742583"/>
            <a:ext cx="2211426" cy="341632"/>
          </a:xfrm>
          <a:prstGeom prst="rect">
            <a:avLst/>
          </a:prstGeom>
          <a:solidFill>
            <a:srgbClr val="22222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45720" tIns="45720" rIns="45720" bIns="45720" rtlCol="0" anchor="ctr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RETRIEVAL AUGMENTATION SERVICES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C9D9784-E6D8-E711-4292-606B8356E6E1}"/>
              </a:ext>
            </a:extLst>
          </p:cNvPr>
          <p:cNvSpPr txBox="1"/>
          <p:nvPr/>
        </p:nvSpPr>
        <p:spPr>
          <a:xfrm>
            <a:off x="1854490" y="5688462"/>
            <a:ext cx="1141619" cy="34317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  <a:defRPr/>
            </a:pPr>
            <a:r>
              <a:rPr lang="en-US" sz="1100" kern="100">
                <a:solidFill>
                  <a:srgbClr val="000000"/>
                </a:solidFill>
                <a:latin typeface="Arial"/>
              </a:rPr>
              <a:t>Knowledge Corpus Data</a:t>
            </a:r>
          </a:p>
        </p:txBody>
      </p:sp>
      <p:pic>
        <p:nvPicPr>
          <p:cNvPr id="32" name="Graphic 31">
            <a:extLst>
              <a:ext uri="{FF2B5EF4-FFF2-40B4-BE49-F238E27FC236}">
                <a16:creationId xmlns:a16="http://schemas.microsoft.com/office/drawing/2014/main" id="{99A6F6E3-3533-C9E9-8BC0-265C18F4C0E3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2095235" y="5141324"/>
            <a:ext cx="563415" cy="563415"/>
          </a:xfrm>
          <a:prstGeom prst="rect">
            <a:avLst/>
          </a:prstGeom>
        </p:spPr>
      </p:pic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38D43A75-6BAD-1397-CBA0-C77E17388F48}"/>
              </a:ext>
            </a:extLst>
          </p:cNvPr>
          <p:cNvCxnSpPr>
            <a:cxnSpLocks/>
          </p:cNvCxnSpPr>
          <p:nvPr/>
        </p:nvCxnSpPr>
        <p:spPr>
          <a:xfrm>
            <a:off x="3709228" y="5581948"/>
            <a:ext cx="473962" cy="0"/>
          </a:xfrm>
          <a:prstGeom prst="line">
            <a:avLst/>
          </a:prstGeom>
          <a:noFill/>
          <a:ln w="12700" cap="rnd" cmpd="sng" algn="ctr">
            <a:solidFill>
              <a:srgbClr val="F29A36"/>
            </a:solidFill>
            <a:prstDash val="solid"/>
            <a:round/>
            <a:headEnd type="arrow" w="med" len="sm"/>
            <a:tailEnd type="none" w="med" len="sm"/>
          </a:ln>
          <a:effectLst/>
        </p:spPr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7629D1CD-1991-8485-7BC4-F1C239118FAC}"/>
              </a:ext>
            </a:extLst>
          </p:cNvPr>
          <p:cNvCxnSpPr>
            <a:cxnSpLocks/>
          </p:cNvCxnSpPr>
          <p:nvPr/>
        </p:nvCxnSpPr>
        <p:spPr>
          <a:xfrm flipV="1">
            <a:off x="3975965" y="3329126"/>
            <a:ext cx="0" cy="1969330"/>
          </a:xfrm>
          <a:prstGeom prst="line">
            <a:avLst/>
          </a:prstGeom>
          <a:noFill/>
          <a:ln w="12700" cap="rnd" cmpd="sng" algn="ctr">
            <a:solidFill>
              <a:srgbClr val="F29A36"/>
            </a:solidFill>
            <a:prstDash val="solid"/>
            <a:round/>
            <a:headEnd type="none" w="med" len="sm"/>
            <a:tailEnd type="arrow" w="med" len="sm"/>
          </a:ln>
          <a:effectLst/>
        </p:spPr>
      </p:cxnSp>
      <p:pic>
        <p:nvPicPr>
          <p:cNvPr id="35" name="Graphic 34">
            <a:extLst>
              <a:ext uri="{FF2B5EF4-FFF2-40B4-BE49-F238E27FC236}">
                <a16:creationId xmlns:a16="http://schemas.microsoft.com/office/drawing/2014/main" id="{76E14EDD-FF54-0455-6749-0600480D8310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4123447" y="2509644"/>
            <a:ext cx="390525" cy="304800"/>
          </a:xfrm>
          <a:prstGeom prst="rect">
            <a:avLst/>
          </a:prstGeom>
        </p:spPr>
      </p:pic>
      <p:pic>
        <p:nvPicPr>
          <p:cNvPr id="36" name="Graphic 35">
            <a:extLst>
              <a:ext uri="{FF2B5EF4-FFF2-40B4-BE49-F238E27FC236}">
                <a16:creationId xmlns:a16="http://schemas.microsoft.com/office/drawing/2014/main" id="{5D48B65D-2871-1435-495D-602E1B678E1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5400000">
            <a:off x="10500389" y="4164088"/>
            <a:ext cx="476250" cy="476250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CF75FE2D-96DE-A007-821C-428B4F6244DE}"/>
              </a:ext>
            </a:extLst>
          </p:cNvPr>
          <p:cNvSpPr txBox="1"/>
          <p:nvPr/>
        </p:nvSpPr>
        <p:spPr>
          <a:xfrm>
            <a:off x="10340463" y="4634992"/>
            <a:ext cx="735581" cy="16543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  <a:defRPr/>
            </a:pPr>
            <a:r>
              <a:rPr lang="en-US" sz="1100" kern="100">
                <a:solidFill>
                  <a:srgbClr val="000000"/>
                </a:solidFill>
                <a:latin typeface="Arial"/>
              </a:rPr>
              <a:t>Queues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5DE0DE22-4C6D-638D-50B1-3582F167AE4D}"/>
              </a:ext>
            </a:extLst>
          </p:cNvPr>
          <p:cNvCxnSpPr>
            <a:cxnSpLocks/>
          </p:cNvCxnSpPr>
          <p:nvPr/>
        </p:nvCxnSpPr>
        <p:spPr>
          <a:xfrm flipV="1">
            <a:off x="4183190" y="3236160"/>
            <a:ext cx="0" cy="2345788"/>
          </a:xfrm>
          <a:prstGeom prst="line">
            <a:avLst/>
          </a:prstGeom>
          <a:noFill/>
          <a:ln w="12700" cap="flat" cmpd="sng" algn="ctr">
            <a:solidFill>
              <a:srgbClr val="F29A36"/>
            </a:solidFill>
            <a:prstDash val="solid"/>
            <a:miter lim="800000"/>
          </a:ln>
          <a:effectLst/>
        </p:spPr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FDA03F7E-BFD5-A39E-441A-DB39895290F6}"/>
              </a:ext>
            </a:extLst>
          </p:cNvPr>
          <p:cNvCxnSpPr>
            <a:cxnSpLocks/>
          </p:cNvCxnSpPr>
          <p:nvPr/>
        </p:nvCxnSpPr>
        <p:spPr>
          <a:xfrm flipH="1">
            <a:off x="6871737" y="5527168"/>
            <a:ext cx="2222078" cy="0"/>
          </a:xfrm>
          <a:prstGeom prst="line">
            <a:avLst/>
          </a:prstGeom>
          <a:noFill/>
          <a:ln w="12700" cap="flat" cmpd="sng" algn="ctr">
            <a:solidFill>
              <a:srgbClr val="F29A36"/>
            </a:solidFill>
            <a:prstDash val="solid"/>
            <a:miter lim="800000"/>
          </a:ln>
          <a:effectLst/>
        </p:spPr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5F613F59-794F-167C-4663-5E9EDFB80D27}"/>
              </a:ext>
            </a:extLst>
          </p:cNvPr>
          <p:cNvCxnSpPr>
            <a:cxnSpLocks/>
          </p:cNvCxnSpPr>
          <p:nvPr/>
        </p:nvCxnSpPr>
        <p:spPr>
          <a:xfrm flipV="1">
            <a:off x="4654415" y="3236160"/>
            <a:ext cx="0" cy="2055014"/>
          </a:xfrm>
          <a:prstGeom prst="line">
            <a:avLst/>
          </a:prstGeom>
          <a:noFill/>
          <a:ln w="12700" cap="flat" cmpd="sng" algn="ctr">
            <a:solidFill>
              <a:srgbClr val="F29A36"/>
            </a:solidFill>
            <a:prstDash val="solid"/>
            <a:miter lim="800000"/>
          </a:ln>
          <a:effectLst/>
        </p:spPr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76AC4907-BC1E-225C-1B1B-AA5997AD10C5}"/>
              </a:ext>
            </a:extLst>
          </p:cNvPr>
          <p:cNvCxnSpPr>
            <a:cxnSpLocks/>
          </p:cNvCxnSpPr>
          <p:nvPr/>
        </p:nvCxnSpPr>
        <p:spPr>
          <a:xfrm flipH="1">
            <a:off x="4654415" y="5291174"/>
            <a:ext cx="352824" cy="0"/>
          </a:xfrm>
          <a:prstGeom prst="line">
            <a:avLst/>
          </a:prstGeom>
          <a:noFill/>
          <a:ln w="12700" cap="rnd" cmpd="sng" algn="ctr">
            <a:solidFill>
              <a:srgbClr val="F29A36"/>
            </a:solidFill>
            <a:prstDash val="solid"/>
            <a:round/>
            <a:headEnd type="arrow" w="med" len="sm"/>
            <a:tailEnd type="none" w="med" len="sm"/>
          </a:ln>
          <a:effectLst/>
        </p:spPr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6992CC0D-D025-EFAC-7414-BD0FBBECE6B2}"/>
              </a:ext>
            </a:extLst>
          </p:cNvPr>
          <p:cNvCxnSpPr>
            <a:cxnSpLocks/>
          </p:cNvCxnSpPr>
          <p:nvPr/>
        </p:nvCxnSpPr>
        <p:spPr>
          <a:xfrm flipH="1">
            <a:off x="4447190" y="5581948"/>
            <a:ext cx="621759" cy="0"/>
          </a:xfrm>
          <a:prstGeom prst="line">
            <a:avLst/>
          </a:prstGeom>
          <a:noFill/>
          <a:ln w="12700" cap="flat" cmpd="sng" algn="ctr">
            <a:solidFill>
              <a:srgbClr val="F29A36"/>
            </a:solidFill>
            <a:prstDash val="solid"/>
            <a:miter lim="800000"/>
          </a:ln>
          <a:effectLst/>
        </p:spPr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634BB9CB-0A27-4515-4419-B9D85E4DFBD9}"/>
              </a:ext>
            </a:extLst>
          </p:cNvPr>
          <p:cNvCxnSpPr>
            <a:cxnSpLocks/>
          </p:cNvCxnSpPr>
          <p:nvPr/>
        </p:nvCxnSpPr>
        <p:spPr>
          <a:xfrm flipH="1" flipV="1">
            <a:off x="4447190" y="3329126"/>
            <a:ext cx="313" cy="2252822"/>
          </a:xfrm>
          <a:prstGeom prst="line">
            <a:avLst/>
          </a:prstGeom>
          <a:noFill/>
          <a:ln w="12700" cap="rnd" cmpd="sng" algn="ctr">
            <a:solidFill>
              <a:srgbClr val="F29A36"/>
            </a:solidFill>
            <a:prstDash val="solid"/>
            <a:round/>
            <a:headEnd type="none" w="med" len="sm"/>
            <a:tailEnd type="arrow" w="med" len="sm"/>
          </a:ln>
          <a:effectLst/>
        </p:spPr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58ABF903-19E8-44E0-B01D-A82C596021A9}"/>
              </a:ext>
            </a:extLst>
          </p:cNvPr>
          <p:cNvCxnSpPr>
            <a:cxnSpLocks/>
          </p:cNvCxnSpPr>
          <p:nvPr/>
        </p:nvCxnSpPr>
        <p:spPr>
          <a:xfrm flipH="1">
            <a:off x="3681178" y="5298456"/>
            <a:ext cx="294787" cy="0"/>
          </a:xfrm>
          <a:prstGeom prst="line">
            <a:avLst/>
          </a:prstGeom>
          <a:noFill/>
          <a:ln w="12700" cap="flat" cmpd="sng" algn="ctr">
            <a:solidFill>
              <a:srgbClr val="F29A36"/>
            </a:solidFill>
            <a:prstDash val="solid"/>
            <a:miter lim="800000"/>
          </a:ln>
          <a:effectLst/>
        </p:spPr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E751CC19-7EF6-0345-11DB-1DDED1B2C6B3}"/>
              </a:ext>
            </a:extLst>
          </p:cNvPr>
          <p:cNvCxnSpPr>
            <a:cxnSpLocks/>
          </p:cNvCxnSpPr>
          <p:nvPr/>
        </p:nvCxnSpPr>
        <p:spPr>
          <a:xfrm flipV="1">
            <a:off x="9093815" y="4360748"/>
            <a:ext cx="0" cy="1166420"/>
          </a:xfrm>
          <a:prstGeom prst="line">
            <a:avLst/>
          </a:prstGeom>
          <a:noFill/>
          <a:ln w="12700" cap="flat" cmpd="sng" algn="ctr">
            <a:solidFill>
              <a:srgbClr val="F29A36"/>
            </a:solidFill>
            <a:prstDash val="solid"/>
            <a:miter lim="800000"/>
          </a:ln>
          <a:effectLst/>
        </p:spPr>
      </p:cxnSp>
      <p:sp>
        <p:nvSpPr>
          <p:cNvPr id="46" name="Freeform 1061">
            <a:extLst>
              <a:ext uri="{FF2B5EF4-FFF2-40B4-BE49-F238E27FC236}">
                <a16:creationId xmlns:a16="http://schemas.microsoft.com/office/drawing/2014/main" id="{FE6FED1D-553C-CD04-AC73-87D3EF57E7D3}"/>
              </a:ext>
            </a:extLst>
          </p:cNvPr>
          <p:cNvSpPr/>
          <p:nvPr/>
        </p:nvSpPr>
        <p:spPr>
          <a:xfrm>
            <a:off x="5314907" y="232831"/>
            <a:ext cx="1592042" cy="1194663"/>
          </a:xfrm>
          <a:custGeom>
            <a:avLst/>
            <a:gdLst>
              <a:gd name="connsiteX0" fmla="*/ 1542932 w 1542931"/>
              <a:gd name="connsiteY0" fmla="*/ 3276142 h 3276142"/>
              <a:gd name="connsiteX1" fmla="*/ 0 w 1542931"/>
              <a:gd name="connsiteY1" fmla="*/ 3276142 h 3276142"/>
              <a:gd name="connsiteX2" fmla="*/ 0 w 1542931"/>
              <a:gd name="connsiteY2" fmla="*/ 0 h 3276142"/>
              <a:gd name="connsiteX3" fmla="*/ 1542932 w 1542931"/>
              <a:gd name="connsiteY3" fmla="*/ 0 h 3276142"/>
              <a:gd name="connsiteX4" fmla="*/ 1542932 w 1542931"/>
              <a:gd name="connsiteY4" fmla="*/ 3276142 h 3276142"/>
              <a:gd name="connsiteX5" fmla="*/ 1542932 w 1542931"/>
              <a:gd name="connsiteY5" fmla="*/ 3276142 h 3276142"/>
              <a:gd name="connsiteX6" fmla="*/ 11132 w 1542931"/>
              <a:gd name="connsiteY6" fmla="*/ 3265007 h 3276142"/>
              <a:gd name="connsiteX7" fmla="*/ 1531800 w 1542931"/>
              <a:gd name="connsiteY7" fmla="*/ 3265007 h 3276142"/>
              <a:gd name="connsiteX8" fmla="*/ 1531800 w 1542931"/>
              <a:gd name="connsiteY8" fmla="*/ 11136 h 3276142"/>
              <a:gd name="connsiteX9" fmla="*/ 11132 w 1542931"/>
              <a:gd name="connsiteY9" fmla="*/ 11136 h 3276142"/>
              <a:gd name="connsiteX10" fmla="*/ 11132 w 1542931"/>
              <a:gd name="connsiteY10" fmla="*/ 3265007 h 3276142"/>
              <a:gd name="connsiteX11" fmla="*/ 11132 w 1542931"/>
              <a:gd name="connsiteY11" fmla="*/ 3265007 h 327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542931" h="3276142">
                <a:moveTo>
                  <a:pt x="1542932" y="3276142"/>
                </a:moveTo>
                <a:lnTo>
                  <a:pt x="0" y="3276142"/>
                </a:lnTo>
                <a:lnTo>
                  <a:pt x="0" y="0"/>
                </a:lnTo>
                <a:lnTo>
                  <a:pt x="1542932" y="0"/>
                </a:lnTo>
                <a:lnTo>
                  <a:pt x="1542932" y="3276142"/>
                </a:lnTo>
                <a:lnTo>
                  <a:pt x="1542932" y="3276142"/>
                </a:lnTo>
                <a:close/>
                <a:moveTo>
                  <a:pt x="11132" y="3265007"/>
                </a:moveTo>
                <a:lnTo>
                  <a:pt x="1531800" y="3265007"/>
                </a:lnTo>
                <a:lnTo>
                  <a:pt x="1531800" y="11136"/>
                </a:lnTo>
                <a:lnTo>
                  <a:pt x="11132" y="11136"/>
                </a:lnTo>
                <a:lnTo>
                  <a:pt x="11132" y="3265007"/>
                </a:lnTo>
                <a:lnTo>
                  <a:pt x="11132" y="3265007"/>
                </a:lnTo>
                <a:close/>
              </a:path>
            </a:pathLst>
          </a:custGeom>
          <a:solidFill>
            <a:srgbClr val="000000"/>
          </a:solidFill>
          <a:ln w="11126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1AAA0EC4-0803-2F5E-72F5-E246379A7F74}"/>
              </a:ext>
            </a:extLst>
          </p:cNvPr>
          <p:cNvSpPr/>
          <p:nvPr/>
        </p:nvSpPr>
        <p:spPr>
          <a:xfrm>
            <a:off x="5590779" y="57135"/>
            <a:ext cx="968918" cy="341632"/>
          </a:xfrm>
          <a:prstGeom prst="rect">
            <a:avLst/>
          </a:prstGeom>
          <a:solidFill>
            <a:srgbClr val="22222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45720" tIns="45720" rIns="45720" bIns="45720" rtlCol="0" anchor="ctr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F5 AI Guardrails</a:t>
            </a:r>
          </a:p>
        </p:txBody>
      </p:sp>
      <p:pic>
        <p:nvPicPr>
          <p:cNvPr id="50" name="Graphic 29">
            <a:extLst>
              <a:ext uri="{FF2B5EF4-FFF2-40B4-BE49-F238E27FC236}">
                <a16:creationId xmlns:a16="http://schemas.microsoft.com/office/drawing/2014/main" id="{67AA742C-98DF-EC8B-442E-1DDF9787B942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5841619" y="629427"/>
            <a:ext cx="476250" cy="476250"/>
          </a:xfrm>
          <a:prstGeom prst="rect">
            <a:avLst/>
          </a:prstGeom>
        </p:spPr>
      </p:pic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24406CE2-50B7-7988-A689-13FBCAF29BCE}"/>
              </a:ext>
            </a:extLst>
          </p:cNvPr>
          <p:cNvCxnSpPr>
            <a:cxnSpLocks/>
          </p:cNvCxnSpPr>
          <p:nvPr/>
        </p:nvCxnSpPr>
        <p:spPr>
          <a:xfrm flipV="1">
            <a:off x="4890141" y="2574136"/>
            <a:ext cx="2488859" cy="19007"/>
          </a:xfrm>
          <a:prstGeom prst="line">
            <a:avLst/>
          </a:prstGeom>
          <a:noFill/>
          <a:ln w="12700" cap="rnd" cmpd="sng" algn="ctr">
            <a:solidFill>
              <a:srgbClr val="F29A36"/>
            </a:solidFill>
            <a:prstDash val="solid"/>
            <a:round/>
            <a:headEnd type="none" w="med" len="sm"/>
            <a:tailEnd type="arrow" w="med" len="sm"/>
          </a:ln>
          <a:effectLst/>
        </p:spPr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42281D11-8B8A-4BF2-3796-E68F32D374CB}"/>
              </a:ext>
            </a:extLst>
          </p:cNvPr>
          <p:cNvCxnSpPr>
            <a:cxnSpLocks/>
          </p:cNvCxnSpPr>
          <p:nvPr/>
        </p:nvCxnSpPr>
        <p:spPr>
          <a:xfrm flipV="1">
            <a:off x="4380168" y="799301"/>
            <a:ext cx="766280" cy="899492"/>
          </a:xfrm>
          <a:prstGeom prst="line">
            <a:avLst/>
          </a:prstGeom>
          <a:noFill/>
          <a:ln w="12700" cap="rnd" cmpd="sng" algn="ctr">
            <a:solidFill>
              <a:srgbClr val="F29A36"/>
            </a:solidFill>
            <a:prstDash val="solid"/>
            <a:round/>
            <a:headEnd type="none" w="med" len="sm"/>
            <a:tailEnd type="arrow" w="med" len="sm"/>
          </a:ln>
          <a:effectLst/>
        </p:spPr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B688C592-5F04-CB1C-B090-480153C18F60}"/>
              </a:ext>
            </a:extLst>
          </p:cNvPr>
          <p:cNvCxnSpPr>
            <a:cxnSpLocks/>
          </p:cNvCxnSpPr>
          <p:nvPr/>
        </p:nvCxnSpPr>
        <p:spPr>
          <a:xfrm flipH="1">
            <a:off x="4654415" y="1115789"/>
            <a:ext cx="544237" cy="663661"/>
          </a:xfrm>
          <a:prstGeom prst="line">
            <a:avLst/>
          </a:prstGeom>
          <a:noFill/>
          <a:ln w="12700" cap="rnd" cmpd="sng" algn="ctr">
            <a:solidFill>
              <a:srgbClr val="F29A36"/>
            </a:solidFill>
            <a:prstDash val="solid"/>
            <a:round/>
            <a:headEnd type="none" w="med" len="sm"/>
            <a:tailEnd type="arrow" w="med" len="sm"/>
          </a:ln>
          <a:effectLst/>
        </p:spPr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940D6FA8-F506-D761-2AC7-BEB51DA541CE}"/>
              </a:ext>
            </a:extLst>
          </p:cNvPr>
          <p:cNvCxnSpPr>
            <a:cxnSpLocks/>
          </p:cNvCxnSpPr>
          <p:nvPr/>
        </p:nvCxnSpPr>
        <p:spPr>
          <a:xfrm flipH="1">
            <a:off x="5007239" y="2744510"/>
            <a:ext cx="2320750" cy="0"/>
          </a:xfrm>
          <a:prstGeom prst="line">
            <a:avLst/>
          </a:prstGeom>
          <a:noFill/>
          <a:ln w="12700" cap="rnd" cmpd="sng" algn="ctr">
            <a:solidFill>
              <a:srgbClr val="F29A36"/>
            </a:solidFill>
            <a:prstDash val="solid"/>
            <a:round/>
            <a:headEnd type="none" w="med" len="sm"/>
            <a:tailEnd type="arrow" w="med" len="sm"/>
          </a:ln>
          <a:effectLst/>
        </p:spPr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BECE883F-0830-4DEA-06C1-2E736AFC7381}"/>
              </a:ext>
            </a:extLst>
          </p:cNvPr>
          <p:cNvSpPr txBox="1"/>
          <p:nvPr/>
        </p:nvSpPr>
        <p:spPr>
          <a:xfrm>
            <a:off x="3257453" y="2246142"/>
            <a:ext cx="209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1</a:t>
            </a:r>
            <a:endParaRPr lang="LID4096" dirty="0">
              <a:solidFill>
                <a:schemeClr val="bg1"/>
              </a:solidFill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31BA106-362A-F574-8B00-A2AFC8EFD59D}"/>
              </a:ext>
            </a:extLst>
          </p:cNvPr>
          <p:cNvSpPr txBox="1"/>
          <p:nvPr/>
        </p:nvSpPr>
        <p:spPr>
          <a:xfrm>
            <a:off x="4073926" y="1301469"/>
            <a:ext cx="209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2</a:t>
            </a:r>
            <a:endParaRPr lang="LID4096" dirty="0">
              <a:solidFill>
                <a:schemeClr val="bg1"/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B6616C1-6C28-5617-BB36-05F251CE7D5B}"/>
              </a:ext>
            </a:extLst>
          </p:cNvPr>
          <p:cNvSpPr txBox="1"/>
          <p:nvPr/>
        </p:nvSpPr>
        <p:spPr>
          <a:xfrm>
            <a:off x="4785169" y="1510508"/>
            <a:ext cx="209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3</a:t>
            </a:r>
            <a:endParaRPr lang="LID4096" dirty="0">
              <a:solidFill>
                <a:schemeClr val="bg1"/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677BBDB-9897-A3F4-BB75-0BD0D350DB05}"/>
              </a:ext>
            </a:extLst>
          </p:cNvPr>
          <p:cNvSpPr txBox="1"/>
          <p:nvPr/>
        </p:nvSpPr>
        <p:spPr>
          <a:xfrm>
            <a:off x="5089641" y="2124147"/>
            <a:ext cx="209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4</a:t>
            </a:r>
            <a:endParaRPr lang="LID4096" dirty="0">
              <a:solidFill>
                <a:schemeClr val="bg1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B8D05FF-6F3C-2A9E-3490-81159D7EA1FB}"/>
              </a:ext>
            </a:extLst>
          </p:cNvPr>
          <p:cNvSpPr txBox="1"/>
          <p:nvPr/>
        </p:nvSpPr>
        <p:spPr>
          <a:xfrm>
            <a:off x="6851037" y="2720950"/>
            <a:ext cx="209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5</a:t>
            </a:r>
            <a:endParaRPr lang="LID4096" dirty="0">
              <a:solidFill>
                <a:schemeClr val="bg1"/>
              </a:solidFill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4FFC168-6831-D8C9-00B6-D40C7062BAEA}"/>
              </a:ext>
            </a:extLst>
          </p:cNvPr>
          <p:cNvSpPr txBox="1"/>
          <p:nvPr/>
        </p:nvSpPr>
        <p:spPr>
          <a:xfrm>
            <a:off x="4433188" y="967418"/>
            <a:ext cx="209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6</a:t>
            </a:r>
            <a:endParaRPr lang="LID4096" dirty="0">
              <a:solidFill>
                <a:schemeClr val="bg1"/>
              </a:solidFill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7E55CD0-2B14-BB87-3D95-A19C16806F14}"/>
              </a:ext>
            </a:extLst>
          </p:cNvPr>
          <p:cNvSpPr txBox="1"/>
          <p:nvPr/>
        </p:nvSpPr>
        <p:spPr>
          <a:xfrm>
            <a:off x="4946908" y="1260793"/>
            <a:ext cx="209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7</a:t>
            </a:r>
            <a:endParaRPr lang="LID4096" dirty="0">
              <a:solidFill>
                <a:schemeClr val="bg1"/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6B9AF98-8BE8-626E-BDCA-729C57B41AC5}"/>
              </a:ext>
            </a:extLst>
          </p:cNvPr>
          <p:cNvSpPr txBox="1"/>
          <p:nvPr/>
        </p:nvSpPr>
        <p:spPr>
          <a:xfrm>
            <a:off x="3274963" y="2719276"/>
            <a:ext cx="209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8</a:t>
            </a:r>
            <a:endParaRPr lang="LID4096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485059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EA1B074-4354-C390-60F7-A31FF8A1E7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798">
            <a:hlinkClick r:id="" action="ppaction://noaction"/>
            <a:extLst>
              <a:ext uri="{FF2B5EF4-FFF2-40B4-BE49-F238E27FC236}">
                <a16:creationId xmlns:a16="http://schemas.microsoft.com/office/drawing/2014/main" id="{F07B408A-64E6-9262-B0DA-7F194FE808BF}"/>
              </a:ext>
            </a:extLst>
          </p:cNvPr>
          <p:cNvSpPr/>
          <p:nvPr/>
        </p:nvSpPr>
        <p:spPr>
          <a:xfrm>
            <a:off x="7542301" y="2079457"/>
            <a:ext cx="1208963" cy="1143643"/>
          </a:xfrm>
          <a:custGeom>
            <a:avLst/>
            <a:gdLst>
              <a:gd name="connsiteX0" fmla="*/ 1208963 w 1208963"/>
              <a:gd name="connsiteY0" fmla="*/ 1143643 h 1143643"/>
              <a:gd name="connsiteX1" fmla="*/ 0 w 1208963"/>
              <a:gd name="connsiteY1" fmla="*/ 1143643 h 1143643"/>
              <a:gd name="connsiteX2" fmla="*/ 0 w 1208963"/>
              <a:gd name="connsiteY2" fmla="*/ 0 h 1143643"/>
              <a:gd name="connsiteX3" fmla="*/ 1208963 w 1208963"/>
              <a:gd name="connsiteY3" fmla="*/ 0 h 1143643"/>
              <a:gd name="connsiteX4" fmla="*/ 1208963 w 1208963"/>
              <a:gd name="connsiteY4" fmla="*/ 1143643 h 1143643"/>
              <a:gd name="connsiteX5" fmla="*/ 11132 w 1208963"/>
              <a:gd name="connsiteY5" fmla="*/ 1133621 h 1143643"/>
              <a:gd name="connsiteX6" fmla="*/ 1198945 w 1208963"/>
              <a:gd name="connsiteY6" fmla="*/ 1133621 h 1143643"/>
              <a:gd name="connsiteX7" fmla="*/ 1198945 w 1208963"/>
              <a:gd name="connsiteY7" fmla="*/ 11136 h 1143643"/>
              <a:gd name="connsiteX8" fmla="*/ 11132 w 1208963"/>
              <a:gd name="connsiteY8" fmla="*/ 11136 h 1143643"/>
              <a:gd name="connsiteX9" fmla="*/ 11132 w 1208963"/>
              <a:gd name="connsiteY9" fmla="*/ 1133621 h 1143643"/>
              <a:gd name="connsiteX10" fmla="*/ 11132 w 1208963"/>
              <a:gd name="connsiteY10" fmla="*/ 1133621 h 11436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08963" h="1143643">
                <a:moveTo>
                  <a:pt x="1208963" y="1143643"/>
                </a:moveTo>
                <a:lnTo>
                  <a:pt x="0" y="1143643"/>
                </a:lnTo>
                <a:lnTo>
                  <a:pt x="0" y="0"/>
                </a:lnTo>
                <a:lnTo>
                  <a:pt x="1208963" y="0"/>
                </a:lnTo>
                <a:lnTo>
                  <a:pt x="1208963" y="1143643"/>
                </a:lnTo>
                <a:close/>
                <a:moveTo>
                  <a:pt x="11132" y="1133621"/>
                </a:moveTo>
                <a:lnTo>
                  <a:pt x="1198945" y="1133621"/>
                </a:lnTo>
                <a:lnTo>
                  <a:pt x="1198945" y="11136"/>
                </a:lnTo>
                <a:lnTo>
                  <a:pt x="11132" y="11136"/>
                </a:lnTo>
                <a:lnTo>
                  <a:pt x="11132" y="1133621"/>
                </a:lnTo>
                <a:lnTo>
                  <a:pt x="11132" y="1133621"/>
                </a:lnTo>
                <a:close/>
              </a:path>
            </a:pathLst>
          </a:custGeom>
          <a:solidFill>
            <a:srgbClr val="000000"/>
          </a:solidFill>
          <a:ln w="11126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Freeform 888">
            <a:extLst>
              <a:ext uri="{FF2B5EF4-FFF2-40B4-BE49-F238E27FC236}">
                <a16:creationId xmlns:a16="http://schemas.microsoft.com/office/drawing/2014/main" id="{DEA9D77D-72CE-6561-B0E8-48C561F179CA}"/>
              </a:ext>
            </a:extLst>
          </p:cNvPr>
          <p:cNvSpPr/>
          <p:nvPr/>
        </p:nvSpPr>
        <p:spPr>
          <a:xfrm>
            <a:off x="5656732" y="5226385"/>
            <a:ext cx="454196" cy="465474"/>
          </a:xfrm>
          <a:custGeom>
            <a:avLst/>
            <a:gdLst>
              <a:gd name="connsiteX0" fmla="*/ 454197 w 454196"/>
              <a:gd name="connsiteY0" fmla="*/ 139197 h 465474"/>
              <a:gd name="connsiteX1" fmla="*/ 454197 w 454196"/>
              <a:gd name="connsiteY1" fmla="*/ 139197 h 465474"/>
              <a:gd name="connsiteX2" fmla="*/ 331742 w 454196"/>
              <a:gd name="connsiteY2" fmla="*/ 71269 h 465474"/>
              <a:gd name="connsiteX3" fmla="*/ 331742 w 454196"/>
              <a:gd name="connsiteY3" fmla="*/ 32294 h 465474"/>
              <a:gd name="connsiteX4" fmla="*/ 326176 w 454196"/>
              <a:gd name="connsiteY4" fmla="*/ 26726 h 465474"/>
              <a:gd name="connsiteX5" fmla="*/ 141380 w 454196"/>
              <a:gd name="connsiteY5" fmla="*/ 26726 h 465474"/>
              <a:gd name="connsiteX6" fmla="*/ 110210 w 454196"/>
              <a:gd name="connsiteY6" fmla="*/ 0 h 465474"/>
              <a:gd name="connsiteX7" fmla="*/ 77926 w 454196"/>
              <a:gd name="connsiteY7" fmla="*/ 32294 h 465474"/>
              <a:gd name="connsiteX8" fmla="*/ 110210 w 454196"/>
              <a:gd name="connsiteY8" fmla="*/ 64587 h 465474"/>
              <a:gd name="connsiteX9" fmla="*/ 141380 w 454196"/>
              <a:gd name="connsiteY9" fmla="*/ 37862 h 465474"/>
              <a:gd name="connsiteX10" fmla="*/ 320610 w 454196"/>
              <a:gd name="connsiteY10" fmla="*/ 37862 h 465474"/>
              <a:gd name="connsiteX11" fmla="*/ 320610 w 454196"/>
              <a:gd name="connsiteY11" fmla="*/ 71269 h 465474"/>
              <a:gd name="connsiteX12" fmla="*/ 198155 w 454196"/>
              <a:gd name="connsiteY12" fmla="*/ 139197 h 465474"/>
              <a:gd name="connsiteX13" fmla="*/ 198155 w 454196"/>
              <a:gd name="connsiteY13" fmla="*/ 142538 h 465474"/>
              <a:gd name="connsiteX14" fmla="*/ 198155 w 454196"/>
              <a:gd name="connsiteY14" fmla="*/ 142538 h 465474"/>
              <a:gd name="connsiteX15" fmla="*/ 198155 w 454196"/>
              <a:gd name="connsiteY15" fmla="*/ 160355 h 465474"/>
              <a:gd name="connsiteX16" fmla="*/ 63454 w 454196"/>
              <a:gd name="connsiteY16" fmla="*/ 160355 h 465474"/>
              <a:gd name="connsiteX17" fmla="*/ 32284 w 454196"/>
              <a:gd name="connsiteY17" fmla="*/ 133629 h 465474"/>
              <a:gd name="connsiteX18" fmla="*/ 0 w 454196"/>
              <a:gd name="connsiteY18" fmla="*/ 165923 h 465474"/>
              <a:gd name="connsiteX19" fmla="*/ 32284 w 454196"/>
              <a:gd name="connsiteY19" fmla="*/ 198217 h 465474"/>
              <a:gd name="connsiteX20" fmla="*/ 63454 w 454196"/>
              <a:gd name="connsiteY20" fmla="*/ 171491 h 465474"/>
              <a:gd name="connsiteX21" fmla="*/ 198155 w 454196"/>
              <a:gd name="connsiteY21" fmla="*/ 171491 h 465474"/>
              <a:gd name="connsiteX22" fmla="*/ 198155 w 454196"/>
              <a:gd name="connsiteY22" fmla="*/ 293984 h 465474"/>
              <a:gd name="connsiteX23" fmla="*/ 63454 w 454196"/>
              <a:gd name="connsiteY23" fmla="*/ 293984 h 465474"/>
              <a:gd name="connsiteX24" fmla="*/ 32284 w 454196"/>
              <a:gd name="connsiteY24" fmla="*/ 267258 h 465474"/>
              <a:gd name="connsiteX25" fmla="*/ 0 w 454196"/>
              <a:gd name="connsiteY25" fmla="*/ 299552 h 465474"/>
              <a:gd name="connsiteX26" fmla="*/ 32284 w 454196"/>
              <a:gd name="connsiteY26" fmla="*/ 331846 h 465474"/>
              <a:gd name="connsiteX27" fmla="*/ 63454 w 454196"/>
              <a:gd name="connsiteY27" fmla="*/ 305120 h 465474"/>
              <a:gd name="connsiteX28" fmla="*/ 198155 w 454196"/>
              <a:gd name="connsiteY28" fmla="*/ 305120 h 465474"/>
              <a:gd name="connsiteX29" fmla="*/ 198155 w 454196"/>
              <a:gd name="connsiteY29" fmla="*/ 326278 h 465474"/>
              <a:gd name="connsiteX30" fmla="*/ 320610 w 454196"/>
              <a:gd name="connsiteY30" fmla="*/ 394206 h 465474"/>
              <a:gd name="connsiteX31" fmla="*/ 320610 w 454196"/>
              <a:gd name="connsiteY31" fmla="*/ 427613 h 465474"/>
              <a:gd name="connsiteX32" fmla="*/ 141380 w 454196"/>
              <a:gd name="connsiteY32" fmla="*/ 427613 h 465474"/>
              <a:gd name="connsiteX33" fmla="*/ 110210 w 454196"/>
              <a:gd name="connsiteY33" fmla="*/ 400888 h 465474"/>
              <a:gd name="connsiteX34" fmla="*/ 77926 w 454196"/>
              <a:gd name="connsiteY34" fmla="*/ 433181 h 465474"/>
              <a:gd name="connsiteX35" fmla="*/ 110210 w 454196"/>
              <a:gd name="connsiteY35" fmla="*/ 465475 h 465474"/>
              <a:gd name="connsiteX36" fmla="*/ 141380 w 454196"/>
              <a:gd name="connsiteY36" fmla="*/ 438749 h 465474"/>
              <a:gd name="connsiteX37" fmla="*/ 326176 w 454196"/>
              <a:gd name="connsiteY37" fmla="*/ 438749 h 465474"/>
              <a:gd name="connsiteX38" fmla="*/ 331742 w 454196"/>
              <a:gd name="connsiteY38" fmla="*/ 433181 h 465474"/>
              <a:gd name="connsiteX39" fmla="*/ 331742 w 454196"/>
              <a:gd name="connsiteY39" fmla="*/ 394206 h 465474"/>
              <a:gd name="connsiteX40" fmla="*/ 454197 w 454196"/>
              <a:gd name="connsiteY40" fmla="*/ 326278 h 465474"/>
              <a:gd name="connsiteX41" fmla="*/ 454197 w 454196"/>
              <a:gd name="connsiteY41" fmla="*/ 281735 h 465474"/>
              <a:gd name="connsiteX42" fmla="*/ 454197 w 454196"/>
              <a:gd name="connsiteY42" fmla="*/ 281735 h 465474"/>
              <a:gd name="connsiteX43" fmla="*/ 454197 w 454196"/>
              <a:gd name="connsiteY43" fmla="*/ 276167 h 465474"/>
              <a:gd name="connsiteX44" fmla="*/ 454197 w 454196"/>
              <a:gd name="connsiteY44" fmla="*/ 276167 h 465474"/>
              <a:gd name="connsiteX45" fmla="*/ 454197 w 454196"/>
              <a:gd name="connsiteY45" fmla="*/ 216034 h 465474"/>
              <a:gd name="connsiteX46" fmla="*/ 454197 w 454196"/>
              <a:gd name="connsiteY46" fmla="*/ 216034 h 465474"/>
              <a:gd name="connsiteX47" fmla="*/ 454197 w 454196"/>
              <a:gd name="connsiteY47" fmla="*/ 210466 h 465474"/>
              <a:gd name="connsiteX48" fmla="*/ 454197 w 454196"/>
              <a:gd name="connsiteY48" fmla="*/ 210466 h 465474"/>
              <a:gd name="connsiteX49" fmla="*/ 454197 w 454196"/>
              <a:gd name="connsiteY49" fmla="*/ 139197 h 465474"/>
              <a:gd name="connsiteX50" fmla="*/ 454197 w 454196"/>
              <a:gd name="connsiteY50" fmla="*/ 139197 h 465474"/>
              <a:gd name="connsiteX51" fmla="*/ 454197 w 454196"/>
              <a:gd name="connsiteY51" fmla="*/ 139197 h 465474"/>
              <a:gd name="connsiteX52" fmla="*/ 110210 w 454196"/>
              <a:gd name="connsiteY52" fmla="*/ 53452 h 465474"/>
              <a:gd name="connsiteX53" fmla="*/ 89058 w 454196"/>
              <a:gd name="connsiteY53" fmla="*/ 32294 h 465474"/>
              <a:gd name="connsiteX54" fmla="*/ 110210 w 454196"/>
              <a:gd name="connsiteY54" fmla="*/ 11136 h 465474"/>
              <a:gd name="connsiteX55" fmla="*/ 131361 w 454196"/>
              <a:gd name="connsiteY55" fmla="*/ 32294 h 465474"/>
              <a:gd name="connsiteX56" fmla="*/ 110210 w 454196"/>
              <a:gd name="connsiteY56" fmla="*/ 53452 h 465474"/>
              <a:gd name="connsiteX57" fmla="*/ 32284 w 454196"/>
              <a:gd name="connsiteY57" fmla="*/ 187081 h 465474"/>
              <a:gd name="connsiteX58" fmla="*/ 11132 w 454196"/>
              <a:gd name="connsiteY58" fmla="*/ 165923 h 465474"/>
              <a:gd name="connsiteX59" fmla="*/ 32284 w 454196"/>
              <a:gd name="connsiteY59" fmla="*/ 144765 h 465474"/>
              <a:gd name="connsiteX60" fmla="*/ 53435 w 454196"/>
              <a:gd name="connsiteY60" fmla="*/ 165923 h 465474"/>
              <a:gd name="connsiteX61" fmla="*/ 32284 w 454196"/>
              <a:gd name="connsiteY61" fmla="*/ 187081 h 465474"/>
              <a:gd name="connsiteX62" fmla="*/ 32284 w 454196"/>
              <a:gd name="connsiteY62" fmla="*/ 320710 h 465474"/>
              <a:gd name="connsiteX63" fmla="*/ 11132 w 454196"/>
              <a:gd name="connsiteY63" fmla="*/ 299552 h 465474"/>
              <a:gd name="connsiteX64" fmla="*/ 32284 w 454196"/>
              <a:gd name="connsiteY64" fmla="*/ 278394 h 465474"/>
              <a:gd name="connsiteX65" fmla="*/ 53435 w 454196"/>
              <a:gd name="connsiteY65" fmla="*/ 299552 h 465474"/>
              <a:gd name="connsiteX66" fmla="*/ 32284 w 454196"/>
              <a:gd name="connsiteY66" fmla="*/ 320710 h 465474"/>
              <a:gd name="connsiteX67" fmla="*/ 110210 w 454196"/>
              <a:gd name="connsiteY67" fmla="*/ 454339 h 465474"/>
              <a:gd name="connsiteX68" fmla="*/ 89058 w 454196"/>
              <a:gd name="connsiteY68" fmla="*/ 433181 h 465474"/>
              <a:gd name="connsiteX69" fmla="*/ 110210 w 454196"/>
              <a:gd name="connsiteY69" fmla="*/ 412023 h 465474"/>
              <a:gd name="connsiteX70" fmla="*/ 131361 w 454196"/>
              <a:gd name="connsiteY70" fmla="*/ 433181 h 465474"/>
              <a:gd name="connsiteX71" fmla="*/ 110210 w 454196"/>
              <a:gd name="connsiteY71" fmla="*/ 454339 h 465474"/>
              <a:gd name="connsiteX72" fmla="*/ 209287 w 454196"/>
              <a:gd name="connsiteY72" fmla="*/ 167036 h 465474"/>
              <a:gd name="connsiteX73" fmla="*/ 326176 w 454196"/>
              <a:gd name="connsiteY73" fmla="*/ 207125 h 465474"/>
              <a:gd name="connsiteX74" fmla="*/ 443065 w 454196"/>
              <a:gd name="connsiteY74" fmla="*/ 167036 h 465474"/>
              <a:gd name="connsiteX75" fmla="*/ 443065 w 454196"/>
              <a:gd name="connsiteY75" fmla="*/ 201557 h 465474"/>
              <a:gd name="connsiteX76" fmla="*/ 443065 w 454196"/>
              <a:gd name="connsiteY76" fmla="*/ 201557 h 465474"/>
              <a:gd name="connsiteX77" fmla="*/ 326176 w 454196"/>
              <a:gd name="connsiteY77" fmla="*/ 258350 h 465474"/>
              <a:gd name="connsiteX78" fmla="*/ 209287 w 454196"/>
              <a:gd name="connsiteY78" fmla="*/ 201557 h 465474"/>
              <a:gd name="connsiteX79" fmla="*/ 209287 w 454196"/>
              <a:gd name="connsiteY79" fmla="*/ 201557 h 465474"/>
              <a:gd name="connsiteX80" fmla="*/ 209287 w 454196"/>
              <a:gd name="connsiteY80" fmla="*/ 167036 h 465474"/>
              <a:gd name="connsiteX81" fmla="*/ 209287 w 454196"/>
              <a:gd name="connsiteY81" fmla="*/ 167036 h 465474"/>
              <a:gd name="connsiteX82" fmla="*/ 209287 w 454196"/>
              <a:gd name="connsiteY82" fmla="*/ 229397 h 465474"/>
              <a:gd name="connsiteX83" fmla="*/ 326176 w 454196"/>
              <a:gd name="connsiteY83" fmla="*/ 269486 h 465474"/>
              <a:gd name="connsiteX84" fmla="*/ 443065 w 454196"/>
              <a:gd name="connsiteY84" fmla="*/ 229397 h 465474"/>
              <a:gd name="connsiteX85" fmla="*/ 443065 w 454196"/>
              <a:gd name="connsiteY85" fmla="*/ 263918 h 465474"/>
              <a:gd name="connsiteX86" fmla="*/ 443065 w 454196"/>
              <a:gd name="connsiteY86" fmla="*/ 263918 h 465474"/>
              <a:gd name="connsiteX87" fmla="*/ 326176 w 454196"/>
              <a:gd name="connsiteY87" fmla="*/ 320710 h 465474"/>
              <a:gd name="connsiteX88" fmla="*/ 209287 w 454196"/>
              <a:gd name="connsiteY88" fmla="*/ 263918 h 465474"/>
              <a:gd name="connsiteX89" fmla="*/ 209287 w 454196"/>
              <a:gd name="connsiteY89" fmla="*/ 263918 h 465474"/>
              <a:gd name="connsiteX90" fmla="*/ 209287 w 454196"/>
              <a:gd name="connsiteY90" fmla="*/ 229397 h 465474"/>
              <a:gd name="connsiteX91" fmla="*/ 209287 w 454196"/>
              <a:gd name="connsiteY91" fmla="*/ 229397 h 465474"/>
              <a:gd name="connsiteX92" fmla="*/ 320610 w 454196"/>
              <a:gd name="connsiteY92" fmla="*/ 82405 h 465474"/>
              <a:gd name="connsiteX93" fmla="*/ 320610 w 454196"/>
              <a:gd name="connsiteY93" fmla="*/ 132516 h 465474"/>
              <a:gd name="connsiteX94" fmla="*/ 326176 w 454196"/>
              <a:gd name="connsiteY94" fmla="*/ 138084 h 465474"/>
              <a:gd name="connsiteX95" fmla="*/ 331742 w 454196"/>
              <a:gd name="connsiteY95" fmla="*/ 132516 h 465474"/>
              <a:gd name="connsiteX96" fmla="*/ 331742 w 454196"/>
              <a:gd name="connsiteY96" fmla="*/ 82405 h 465474"/>
              <a:gd name="connsiteX97" fmla="*/ 443065 w 454196"/>
              <a:gd name="connsiteY97" fmla="*/ 139197 h 465474"/>
              <a:gd name="connsiteX98" fmla="*/ 326176 w 454196"/>
              <a:gd name="connsiteY98" fmla="*/ 195989 h 465474"/>
              <a:gd name="connsiteX99" fmla="*/ 209287 w 454196"/>
              <a:gd name="connsiteY99" fmla="*/ 139197 h 465474"/>
              <a:gd name="connsiteX100" fmla="*/ 320610 w 454196"/>
              <a:gd name="connsiteY100" fmla="*/ 82405 h 465474"/>
              <a:gd name="connsiteX101" fmla="*/ 326176 w 454196"/>
              <a:gd name="connsiteY101" fmla="*/ 383070 h 465474"/>
              <a:gd name="connsiteX102" fmla="*/ 209287 w 454196"/>
              <a:gd name="connsiteY102" fmla="*/ 326278 h 465474"/>
              <a:gd name="connsiteX103" fmla="*/ 209287 w 454196"/>
              <a:gd name="connsiteY103" fmla="*/ 291757 h 465474"/>
              <a:gd name="connsiteX104" fmla="*/ 326176 w 454196"/>
              <a:gd name="connsiteY104" fmla="*/ 331846 h 465474"/>
              <a:gd name="connsiteX105" fmla="*/ 443065 w 454196"/>
              <a:gd name="connsiteY105" fmla="*/ 291757 h 465474"/>
              <a:gd name="connsiteX106" fmla="*/ 443065 w 454196"/>
              <a:gd name="connsiteY106" fmla="*/ 326278 h 465474"/>
              <a:gd name="connsiteX107" fmla="*/ 326176 w 454196"/>
              <a:gd name="connsiteY107" fmla="*/ 383070 h 4654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</a:cxnLst>
            <a:rect l="l" t="t" r="r" b="b"/>
            <a:pathLst>
              <a:path w="454196" h="465474">
                <a:moveTo>
                  <a:pt x="454197" y="139197"/>
                </a:moveTo>
                <a:lnTo>
                  <a:pt x="454197" y="139197"/>
                </a:lnTo>
                <a:cubicBezTo>
                  <a:pt x="454197" y="102449"/>
                  <a:pt x="400761" y="73496"/>
                  <a:pt x="331742" y="71269"/>
                </a:cubicBezTo>
                <a:lnTo>
                  <a:pt x="331742" y="32294"/>
                </a:lnTo>
                <a:cubicBezTo>
                  <a:pt x="331742" y="28953"/>
                  <a:pt x="329515" y="26726"/>
                  <a:pt x="326176" y="26726"/>
                </a:cubicBezTo>
                <a:lnTo>
                  <a:pt x="141380" y="26726"/>
                </a:lnTo>
                <a:cubicBezTo>
                  <a:pt x="139153" y="12249"/>
                  <a:pt x="125795" y="0"/>
                  <a:pt x="110210" y="0"/>
                </a:cubicBezTo>
                <a:cubicBezTo>
                  <a:pt x="92398" y="0"/>
                  <a:pt x="77926" y="14476"/>
                  <a:pt x="77926" y="32294"/>
                </a:cubicBezTo>
                <a:cubicBezTo>
                  <a:pt x="77926" y="50111"/>
                  <a:pt x="92398" y="64587"/>
                  <a:pt x="110210" y="64587"/>
                </a:cubicBezTo>
                <a:cubicBezTo>
                  <a:pt x="125795" y="64587"/>
                  <a:pt x="139153" y="53452"/>
                  <a:pt x="141380" y="37862"/>
                </a:cubicBezTo>
                <a:lnTo>
                  <a:pt x="320610" y="37862"/>
                </a:lnTo>
                <a:lnTo>
                  <a:pt x="320610" y="71269"/>
                </a:lnTo>
                <a:cubicBezTo>
                  <a:pt x="251590" y="72382"/>
                  <a:pt x="198155" y="102449"/>
                  <a:pt x="198155" y="139197"/>
                </a:cubicBezTo>
                <a:lnTo>
                  <a:pt x="198155" y="142538"/>
                </a:lnTo>
                <a:lnTo>
                  <a:pt x="198155" y="142538"/>
                </a:lnTo>
                <a:lnTo>
                  <a:pt x="198155" y="160355"/>
                </a:lnTo>
                <a:lnTo>
                  <a:pt x="63454" y="160355"/>
                </a:lnTo>
                <a:cubicBezTo>
                  <a:pt x="61227" y="145879"/>
                  <a:pt x="47869" y="133629"/>
                  <a:pt x="32284" y="133629"/>
                </a:cubicBezTo>
                <a:cubicBezTo>
                  <a:pt x="14472" y="133629"/>
                  <a:pt x="0" y="148106"/>
                  <a:pt x="0" y="165923"/>
                </a:cubicBezTo>
                <a:cubicBezTo>
                  <a:pt x="0" y="183740"/>
                  <a:pt x="14472" y="198217"/>
                  <a:pt x="32284" y="198217"/>
                </a:cubicBezTo>
                <a:cubicBezTo>
                  <a:pt x="47869" y="198217"/>
                  <a:pt x="61227" y="187081"/>
                  <a:pt x="63454" y="171491"/>
                </a:cubicBezTo>
                <a:lnTo>
                  <a:pt x="198155" y="171491"/>
                </a:lnTo>
                <a:lnTo>
                  <a:pt x="198155" y="293984"/>
                </a:lnTo>
                <a:lnTo>
                  <a:pt x="63454" y="293984"/>
                </a:lnTo>
                <a:cubicBezTo>
                  <a:pt x="61227" y="279508"/>
                  <a:pt x="47869" y="267258"/>
                  <a:pt x="32284" y="267258"/>
                </a:cubicBezTo>
                <a:cubicBezTo>
                  <a:pt x="14472" y="267258"/>
                  <a:pt x="0" y="281735"/>
                  <a:pt x="0" y="299552"/>
                </a:cubicBezTo>
                <a:cubicBezTo>
                  <a:pt x="0" y="317369"/>
                  <a:pt x="14472" y="331846"/>
                  <a:pt x="32284" y="331846"/>
                </a:cubicBezTo>
                <a:cubicBezTo>
                  <a:pt x="47869" y="331846"/>
                  <a:pt x="61227" y="320710"/>
                  <a:pt x="63454" y="305120"/>
                </a:cubicBezTo>
                <a:lnTo>
                  <a:pt x="198155" y="305120"/>
                </a:lnTo>
                <a:lnTo>
                  <a:pt x="198155" y="326278"/>
                </a:lnTo>
                <a:cubicBezTo>
                  <a:pt x="198155" y="363026"/>
                  <a:pt x="251590" y="391979"/>
                  <a:pt x="320610" y="394206"/>
                </a:cubicBezTo>
                <a:lnTo>
                  <a:pt x="320610" y="427613"/>
                </a:lnTo>
                <a:lnTo>
                  <a:pt x="141380" y="427613"/>
                </a:lnTo>
                <a:cubicBezTo>
                  <a:pt x="139153" y="413137"/>
                  <a:pt x="125795" y="400888"/>
                  <a:pt x="110210" y="400888"/>
                </a:cubicBezTo>
                <a:cubicBezTo>
                  <a:pt x="92398" y="400888"/>
                  <a:pt x="77926" y="415364"/>
                  <a:pt x="77926" y="433181"/>
                </a:cubicBezTo>
                <a:cubicBezTo>
                  <a:pt x="77926" y="450998"/>
                  <a:pt x="92398" y="465475"/>
                  <a:pt x="110210" y="465475"/>
                </a:cubicBezTo>
                <a:cubicBezTo>
                  <a:pt x="125795" y="465475"/>
                  <a:pt x="139153" y="454339"/>
                  <a:pt x="141380" y="438749"/>
                </a:cubicBezTo>
                <a:lnTo>
                  <a:pt x="326176" y="438749"/>
                </a:lnTo>
                <a:cubicBezTo>
                  <a:pt x="329515" y="438749"/>
                  <a:pt x="331742" y="436522"/>
                  <a:pt x="331742" y="433181"/>
                </a:cubicBezTo>
                <a:lnTo>
                  <a:pt x="331742" y="394206"/>
                </a:lnTo>
                <a:cubicBezTo>
                  <a:pt x="400761" y="393093"/>
                  <a:pt x="454197" y="363026"/>
                  <a:pt x="454197" y="326278"/>
                </a:cubicBezTo>
                <a:lnTo>
                  <a:pt x="454197" y="281735"/>
                </a:lnTo>
                <a:lnTo>
                  <a:pt x="454197" y="281735"/>
                </a:lnTo>
                <a:lnTo>
                  <a:pt x="454197" y="276167"/>
                </a:lnTo>
                <a:lnTo>
                  <a:pt x="454197" y="276167"/>
                </a:lnTo>
                <a:lnTo>
                  <a:pt x="454197" y="216034"/>
                </a:lnTo>
                <a:lnTo>
                  <a:pt x="454197" y="216034"/>
                </a:lnTo>
                <a:lnTo>
                  <a:pt x="454197" y="210466"/>
                </a:lnTo>
                <a:lnTo>
                  <a:pt x="454197" y="210466"/>
                </a:lnTo>
                <a:lnTo>
                  <a:pt x="454197" y="139197"/>
                </a:lnTo>
                <a:lnTo>
                  <a:pt x="454197" y="139197"/>
                </a:lnTo>
                <a:lnTo>
                  <a:pt x="454197" y="139197"/>
                </a:lnTo>
                <a:close/>
                <a:moveTo>
                  <a:pt x="110210" y="53452"/>
                </a:moveTo>
                <a:cubicBezTo>
                  <a:pt x="99077" y="53452"/>
                  <a:pt x="89058" y="44543"/>
                  <a:pt x="89058" y="32294"/>
                </a:cubicBezTo>
                <a:cubicBezTo>
                  <a:pt x="89058" y="20044"/>
                  <a:pt x="97964" y="11136"/>
                  <a:pt x="110210" y="11136"/>
                </a:cubicBezTo>
                <a:cubicBezTo>
                  <a:pt x="122455" y="11136"/>
                  <a:pt x="131361" y="21158"/>
                  <a:pt x="131361" y="32294"/>
                </a:cubicBezTo>
                <a:cubicBezTo>
                  <a:pt x="131361" y="43430"/>
                  <a:pt x="121342" y="53452"/>
                  <a:pt x="110210" y="53452"/>
                </a:cubicBezTo>
                <a:close/>
                <a:moveTo>
                  <a:pt x="32284" y="187081"/>
                </a:moveTo>
                <a:cubicBezTo>
                  <a:pt x="21152" y="187081"/>
                  <a:pt x="11132" y="178172"/>
                  <a:pt x="11132" y="165923"/>
                </a:cubicBezTo>
                <a:cubicBezTo>
                  <a:pt x="11132" y="153674"/>
                  <a:pt x="20039" y="144765"/>
                  <a:pt x="32284" y="144765"/>
                </a:cubicBezTo>
                <a:cubicBezTo>
                  <a:pt x="44529" y="144765"/>
                  <a:pt x="53435" y="154787"/>
                  <a:pt x="53435" y="165923"/>
                </a:cubicBezTo>
                <a:cubicBezTo>
                  <a:pt x="53435" y="177059"/>
                  <a:pt x="43416" y="187081"/>
                  <a:pt x="32284" y="187081"/>
                </a:cubicBezTo>
                <a:close/>
                <a:moveTo>
                  <a:pt x="32284" y="320710"/>
                </a:moveTo>
                <a:cubicBezTo>
                  <a:pt x="21152" y="320710"/>
                  <a:pt x="11132" y="311801"/>
                  <a:pt x="11132" y="299552"/>
                </a:cubicBezTo>
                <a:cubicBezTo>
                  <a:pt x="11132" y="287303"/>
                  <a:pt x="20039" y="278394"/>
                  <a:pt x="32284" y="278394"/>
                </a:cubicBezTo>
                <a:cubicBezTo>
                  <a:pt x="44529" y="278394"/>
                  <a:pt x="53435" y="288416"/>
                  <a:pt x="53435" y="299552"/>
                </a:cubicBezTo>
                <a:cubicBezTo>
                  <a:pt x="53435" y="310688"/>
                  <a:pt x="43416" y="320710"/>
                  <a:pt x="32284" y="320710"/>
                </a:cubicBezTo>
                <a:close/>
                <a:moveTo>
                  <a:pt x="110210" y="454339"/>
                </a:moveTo>
                <a:cubicBezTo>
                  <a:pt x="99077" y="454339"/>
                  <a:pt x="89058" y="445431"/>
                  <a:pt x="89058" y="433181"/>
                </a:cubicBezTo>
                <a:cubicBezTo>
                  <a:pt x="89058" y="420932"/>
                  <a:pt x="97964" y="412023"/>
                  <a:pt x="110210" y="412023"/>
                </a:cubicBezTo>
                <a:cubicBezTo>
                  <a:pt x="122455" y="412023"/>
                  <a:pt x="131361" y="420932"/>
                  <a:pt x="131361" y="433181"/>
                </a:cubicBezTo>
                <a:cubicBezTo>
                  <a:pt x="131361" y="445431"/>
                  <a:pt x="121342" y="454339"/>
                  <a:pt x="110210" y="454339"/>
                </a:cubicBezTo>
                <a:close/>
                <a:moveTo>
                  <a:pt x="209287" y="167036"/>
                </a:moveTo>
                <a:cubicBezTo>
                  <a:pt x="229325" y="190422"/>
                  <a:pt x="273854" y="207125"/>
                  <a:pt x="326176" y="207125"/>
                </a:cubicBezTo>
                <a:cubicBezTo>
                  <a:pt x="378497" y="207125"/>
                  <a:pt x="423026" y="190422"/>
                  <a:pt x="443065" y="167036"/>
                </a:cubicBezTo>
                <a:lnTo>
                  <a:pt x="443065" y="201557"/>
                </a:lnTo>
                <a:lnTo>
                  <a:pt x="443065" y="201557"/>
                </a:lnTo>
                <a:cubicBezTo>
                  <a:pt x="443065" y="232738"/>
                  <a:pt x="389629" y="258350"/>
                  <a:pt x="326176" y="258350"/>
                </a:cubicBezTo>
                <a:cubicBezTo>
                  <a:pt x="262722" y="258350"/>
                  <a:pt x="209287" y="232738"/>
                  <a:pt x="209287" y="201557"/>
                </a:cubicBezTo>
                <a:lnTo>
                  <a:pt x="209287" y="201557"/>
                </a:lnTo>
                <a:lnTo>
                  <a:pt x="209287" y="167036"/>
                </a:lnTo>
                <a:lnTo>
                  <a:pt x="209287" y="167036"/>
                </a:lnTo>
                <a:close/>
                <a:moveTo>
                  <a:pt x="209287" y="229397"/>
                </a:moveTo>
                <a:cubicBezTo>
                  <a:pt x="229325" y="252782"/>
                  <a:pt x="273854" y="269486"/>
                  <a:pt x="326176" y="269486"/>
                </a:cubicBezTo>
                <a:cubicBezTo>
                  <a:pt x="378497" y="269486"/>
                  <a:pt x="423026" y="252782"/>
                  <a:pt x="443065" y="229397"/>
                </a:cubicBezTo>
                <a:lnTo>
                  <a:pt x="443065" y="263918"/>
                </a:lnTo>
                <a:lnTo>
                  <a:pt x="443065" y="263918"/>
                </a:lnTo>
                <a:cubicBezTo>
                  <a:pt x="443065" y="295098"/>
                  <a:pt x="389629" y="320710"/>
                  <a:pt x="326176" y="320710"/>
                </a:cubicBezTo>
                <a:cubicBezTo>
                  <a:pt x="262722" y="320710"/>
                  <a:pt x="209287" y="295098"/>
                  <a:pt x="209287" y="263918"/>
                </a:cubicBezTo>
                <a:lnTo>
                  <a:pt x="209287" y="263918"/>
                </a:lnTo>
                <a:lnTo>
                  <a:pt x="209287" y="229397"/>
                </a:lnTo>
                <a:lnTo>
                  <a:pt x="209287" y="229397"/>
                </a:lnTo>
                <a:close/>
                <a:moveTo>
                  <a:pt x="320610" y="82405"/>
                </a:moveTo>
                <a:lnTo>
                  <a:pt x="320610" y="132516"/>
                </a:lnTo>
                <a:cubicBezTo>
                  <a:pt x="320610" y="135856"/>
                  <a:pt x="322836" y="138084"/>
                  <a:pt x="326176" y="138084"/>
                </a:cubicBezTo>
                <a:cubicBezTo>
                  <a:pt x="329515" y="138084"/>
                  <a:pt x="331742" y="135856"/>
                  <a:pt x="331742" y="132516"/>
                </a:cubicBezTo>
                <a:lnTo>
                  <a:pt x="331742" y="82405"/>
                </a:lnTo>
                <a:cubicBezTo>
                  <a:pt x="392969" y="83518"/>
                  <a:pt x="443065" y="109130"/>
                  <a:pt x="443065" y="139197"/>
                </a:cubicBezTo>
                <a:cubicBezTo>
                  <a:pt x="443065" y="169264"/>
                  <a:pt x="389629" y="195989"/>
                  <a:pt x="326176" y="195989"/>
                </a:cubicBezTo>
                <a:cubicBezTo>
                  <a:pt x="262722" y="195989"/>
                  <a:pt x="209287" y="170377"/>
                  <a:pt x="209287" y="139197"/>
                </a:cubicBezTo>
                <a:cubicBezTo>
                  <a:pt x="209287" y="109130"/>
                  <a:pt x="259382" y="83518"/>
                  <a:pt x="320610" y="82405"/>
                </a:cubicBezTo>
                <a:close/>
                <a:moveTo>
                  <a:pt x="326176" y="383070"/>
                </a:moveTo>
                <a:cubicBezTo>
                  <a:pt x="262722" y="383070"/>
                  <a:pt x="209287" y="357458"/>
                  <a:pt x="209287" y="326278"/>
                </a:cubicBezTo>
                <a:lnTo>
                  <a:pt x="209287" y="291757"/>
                </a:lnTo>
                <a:cubicBezTo>
                  <a:pt x="229325" y="315142"/>
                  <a:pt x="273854" y="331846"/>
                  <a:pt x="326176" y="331846"/>
                </a:cubicBezTo>
                <a:cubicBezTo>
                  <a:pt x="378497" y="331846"/>
                  <a:pt x="423026" y="315142"/>
                  <a:pt x="443065" y="291757"/>
                </a:cubicBezTo>
                <a:lnTo>
                  <a:pt x="443065" y="326278"/>
                </a:lnTo>
                <a:cubicBezTo>
                  <a:pt x="443065" y="357458"/>
                  <a:pt x="389629" y="383070"/>
                  <a:pt x="326176" y="383070"/>
                </a:cubicBezTo>
                <a:close/>
              </a:path>
            </a:pathLst>
          </a:custGeom>
          <a:solidFill>
            <a:srgbClr val="000000"/>
          </a:solidFill>
          <a:ln w="11126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Freeform 1061">
            <a:extLst>
              <a:ext uri="{FF2B5EF4-FFF2-40B4-BE49-F238E27FC236}">
                <a16:creationId xmlns:a16="http://schemas.microsoft.com/office/drawing/2014/main" id="{6D983303-F0C9-C0C7-F4A5-DE9230B716C8}"/>
              </a:ext>
            </a:extLst>
          </p:cNvPr>
          <p:cNvSpPr/>
          <p:nvPr/>
        </p:nvSpPr>
        <p:spPr>
          <a:xfrm>
            <a:off x="9947921" y="1790929"/>
            <a:ext cx="1542931" cy="3276142"/>
          </a:xfrm>
          <a:custGeom>
            <a:avLst/>
            <a:gdLst>
              <a:gd name="connsiteX0" fmla="*/ 1542932 w 1542931"/>
              <a:gd name="connsiteY0" fmla="*/ 3276142 h 3276142"/>
              <a:gd name="connsiteX1" fmla="*/ 0 w 1542931"/>
              <a:gd name="connsiteY1" fmla="*/ 3276142 h 3276142"/>
              <a:gd name="connsiteX2" fmla="*/ 0 w 1542931"/>
              <a:gd name="connsiteY2" fmla="*/ 0 h 3276142"/>
              <a:gd name="connsiteX3" fmla="*/ 1542932 w 1542931"/>
              <a:gd name="connsiteY3" fmla="*/ 0 h 3276142"/>
              <a:gd name="connsiteX4" fmla="*/ 1542932 w 1542931"/>
              <a:gd name="connsiteY4" fmla="*/ 3276142 h 3276142"/>
              <a:gd name="connsiteX5" fmla="*/ 1542932 w 1542931"/>
              <a:gd name="connsiteY5" fmla="*/ 3276142 h 3276142"/>
              <a:gd name="connsiteX6" fmla="*/ 11132 w 1542931"/>
              <a:gd name="connsiteY6" fmla="*/ 3265007 h 3276142"/>
              <a:gd name="connsiteX7" fmla="*/ 1531800 w 1542931"/>
              <a:gd name="connsiteY7" fmla="*/ 3265007 h 3276142"/>
              <a:gd name="connsiteX8" fmla="*/ 1531800 w 1542931"/>
              <a:gd name="connsiteY8" fmla="*/ 11136 h 3276142"/>
              <a:gd name="connsiteX9" fmla="*/ 11132 w 1542931"/>
              <a:gd name="connsiteY9" fmla="*/ 11136 h 3276142"/>
              <a:gd name="connsiteX10" fmla="*/ 11132 w 1542931"/>
              <a:gd name="connsiteY10" fmla="*/ 3265007 h 3276142"/>
              <a:gd name="connsiteX11" fmla="*/ 11132 w 1542931"/>
              <a:gd name="connsiteY11" fmla="*/ 3265007 h 327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542931" h="3276142">
                <a:moveTo>
                  <a:pt x="1542932" y="3276142"/>
                </a:moveTo>
                <a:lnTo>
                  <a:pt x="0" y="3276142"/>
                </a:lnTo>
                <a:lnTo>
                  <a:pt x="0" y="0"/>
                </a:lnTo>
                <a:lnTo>
                  <a:pt x="1542932" y="0"/>
                </a:lnTo>
                <a:lnTo>
                  <a:pt x="1542932" y="3276142"/>
                </a:lnTo>
                <a:lnTo>
                  <a:pt x="1542932" y="3276142"/>
                </a:lnTo>
                <a:close/>
                <a:moveTo>
                  <a:pt x="11132" y="3265007"/>
                </a:moveTo>
                <a:lnTo>
                  <a:pt x="1531800" y="3265007"/>
                </a:lnTo>
                <a:lnTo>
                  <a:pt x="1531800" y="11136"/>
                </a:lnTo>
                <a:lnTo>
                  <a:pt x="11132" y="11136"/>
                </a:lnTo>
                <a:lnTo>
                  <a:pt x="11132" y="3265007"/>
                </a:lnTo>
                <a:lnTo>
                  <a:pt x="11132" y="3265007"/>
                </a:lnTo>
                <a:close/>
              </a:path>
            </a:pathLst>
          </a:custGeom>
          <a:solidFill>
            <a:srgbClr val="000000"/>
          </a:solidFill>
          <a:ln w="11126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Freeform 1161">
            <a:extLst>
              <a:ext uri="{FF2B5EF4-FFF2-40B4-BE49-F238E27FC236}">
                <a16:creationId xmlns:a16="http://schemas.microsoft.com/office/drawing/2014/main" id="{9745FB34-CBA0-FC43-24BB-D1ABFB9A0E8D}"/>
              </a:ext>
            </a:extLst>
          </p:cNvPr>
          <p:cNvSpPr/>
          <p:nvPr/>
        </p:nvSpPr>
        <p:spPr>
          <a:xfrm>
            <a:off x="5068949" y="4905675"/>
            <a:ext cx="1802788" cy="1144756"/>
          </a:xfrm>
          <a:custGeom>
            <a:avLst/>
            <a:gdLst>
              <a:gd name="connsiteX0" fmla="*/ 1703236 w 1704349"/>
              <a:gd name="connsiteY0" fmla="*/ 1144757 h 1144756"/>
              <a:gd name="connsiteX1" fmla="*/ 0 w 1704349"/>
              <a:gd name="connsiteY1" fmla="*/ 1144757 h 1144756"/>
              <a:gd name="connsiteX2" fmla="*/ 0 w 1704349"/>
              <a:gd name="connsiteY2" fmla="*/ 0 h 1144756"/>
              <a:gd name="connsiteX3" fmla="*/ 1704350 w 1704349"/>
              <a:gd name="connsiteY3" fmla="*/ 0 h 1144756"/>
              <a:gd name="connsiteX4" fmla="*/ 1704350 w 1704349"/>
              <a:gd name="connsiteY4" fmla="*/ 1144757 h 1144756"/>
              <a:gd name="connsiteX5" fmla="*/ 11132 w 1704349"/>
              <a:gd name="connsiteY5" fmla="*/ 1133621 h 1144756"/>
              <a:gd name="connsiteX6" fmla="*/ 1693217 w 1704349"/>
              <a:gd name="connsiteY6" fmla="*/ 1133621 h 1144756"/>
              <a:gd name="connsiteX7" fmla="*/ 1693217 w 1704349"/>
              <a:gd name="connsiteY7" fmla="*/ 11136 h 1144756"/>
              <a:gd name="connsiteX8" fmla="*/ 11132 w 1704349"/>
              <a:gd name="connsiteY8" fmla="*/ 11136 h 1144756"/>
              <a:gd name="connsiteX9" fmla="*/ 11132 w 1704349"/>
              <a:gd name="connsiteY9" fmla="*/ 1133621 h 11447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704349" h="1144756">
                <a:moveTo>
                  <a:pt x="1703236" y="1144757"/>
                </a:moveTo>
                <a:lnTo>
                  <a:pt x="0" y="1144757"/>
                </a:lnTo>
                <a:lnTo>
                  <a:pt x="0" y="0"/>
                </a:lnTo>
                <a:lnTo>
                  <a:pt x="1704350" y="0"/>
                </a:lnTo>
                <a:lnTo>
                  <a:pt x="1704350" y="1144757"/>
                </a:lnTo>
                <a:close/>
                <a:moveTo>
                  <a:pt x="11132" y="1133621"/>
                </a:moveTo>
                <a:lnTo>
                  <a:pt x="1693217" y="1133621"/>
                </a:lnTo>
                <a:lnTo>
                  <a:pt x="1693217" y="11136"/>
                </a:lnTo>
                <a:lnTo>
                  <a:pt x="11132" y="11136"/>
                </a:lnTo>
                <a:lnTo>
                  <a:pt x="11132" y="1133621"/>
                </a:lnTo>
                <a:close/>
              </a:path>
            </a:pathLst>
          </a:custGeom>
          <a:solidFill>
            <a:srgbClr val="000000"/>
          </a:solidFill>
          <a:ln w="11126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Freeform 1203">
            <a:extLst>
              <a:ext uri="{FF2B5EF4-FFF2-40B4-BE49-F238E27FC236}">
                <a16:creationId xmlns:a16="http://schemas.microsoft.com/office/drawing/2014/main" id="{4669B617-0AFD-54ED-25B8-8F0D8BE78B4E}"/>
              </a:ext>
            </a:extLst>
          </p:cNvPr>
          <p:cNvSpPr/>
          <p:nvPr/>
        </p:nvSpPr>
        <p:spPr>
          <a:xfrm>
            <a:off x="1606337" y="2078343"/>
            <a:ext cx="1208963" cy="1143643"/>
          </a:xfrm>
          <a:custGeom>
            <a:avLst/>
            <a:gdLst>
              <a:gd name="connsiteX0" fmla="*/ 1208964 w 1208963"/>
              <a:gd name="connsiteY0" fmla="*/ 1143643 h 1143643"/>
              <a:gd name="connsiteX1" fmla="*/ 0 w 1208963"/>
              <a:gd name="connsiteY1" fmla="*/ 1143643 h 1143643"/>
              <a:gd name="connsiteX2" fmla="*/ 0 w 1208963"/>
              <a:gd name="connsiteY2" fmla="*/ 0 h 1143643"/>
              <a:gd name="connsiteX3" fmla="*/ 1208964 w 1208963"/>
              <a:gd name="connsiteY3" fmla="*/ 0 h 1143643"/>
              <a:gd name="connsiteX4" fmla="*/ 1208964 w 1208963"/>
              <a:gd name="connsiteY4" fmla="*/ 1143643 h 1143643"/>
              <a:gd name="connsiteX5" fmla="*/ 10019 w 1208963"/>
              <a:gd name="connsiteY5" fmla="*/ 1133621 h 1143643"/>
              <a:gd name="connsiteX6" fmla="*/ 1197831 w 1208963"/>
              <a:gd name="connsiteY6" fmla="*/ 1133621 h 1143643"/>
              <a:gd name="connsiteX7" fmla="*/ 1197831 w 1208963"/>
              <a:gd name="connsiteY7" fmla="*/ 10022 h 1143643"/>
              <a:gd name="connsiteX8" fmla="*/ 10019 w 1208963"/>
              <a:gd name="connsiteY8" fmla="*/ 10022 h 1143643"/>
              <a:gd name="connsiteX9" fmla="*/ 10019 w 1208963"/>
              <a:gd name="connsiteY9" fmla="*/ 1133621 h 11436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08963" h="1143643">
                <a:moveTo>
                  <a:pt x="1208964" y="1143643"/>
                </a:moveTo>
                <a:lnTo>
                  <a:pt x="0" y="1143643"/>
                </a:lnTo>
                <a:lnTo>
                  <a:pt x="0" y="0"/>
                </a:lnTo>
                <a:lnTo>
                  <a:pt x="1208964" y="0"/>
                </a:lnTo>
                <a:lnTo>
                  <a:pt x="1208964" y="1143643"/>
                </a:lnTo>
                <a:close/>
                <a:moveTo>
                  <a:pt x="10019" y="1133621"/>
                </a:moveTo>
                <a:lnTo>
                  <a:pt x="1197831" y="1133621"/>
                </a:lnTo>
                <a:lnTo>
                  <a:pt x="1197831" y="10022"/>
                </a:lnTo>
                <a:lnTo>
                  <a:pt x="10019" y="10022"/>
                </a:lnTo>
                <a:cubicBezTo>
                  <a:pt x="10019" y="10022"/>
                  <a:pt x="10019" y="1133621"/>
                  <a:pt x="10019" y="1133621"/>
                </a:cubicBezTo>
                <a:close/>
              </a:path>
            </a:pathLst>
          </a:custGeom>
          <a:solidFill>
            <a:srgbClr val="000000"/>
          </a:solidFill>
          <a:ln w="11126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4BA729A-83D8-2182-08DC-63A21529C33B}"/>
              </a:ext>
            </a:extLst>
          </p:cNvPr>
          <p:cNvSpPr/>
          <p:nvPr/>
        </p:nvSpPr>
        <p:spPr>
          <a:xfrm>
            <a:off x="1708197" y="1973216"/>
            <a:ext cx="994110" cy="216982"/>
          </a:xfrm>
          <a:prstGeom prst="rect">
            <a:avLst/>
          </a:prstGeom>
          <a:solidFill>
            <a:srgbClr val="22222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45720" tIns="45720" rIns="45720" bIns="45720" rtlCol="0" anchor="ctr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UI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AF194F1-F59B-267E-FBE7-AD5B19FFB3D3}"/>
              </a:ext>
            </a:extLst>
          </p:cNvPr>
          <p:cNvSpPr/>
          <p:nvPr/>
        </p:nvSpPr>
        <p:spPr>
          <a:xfrm>
            <a:off x="7611878" y="1900288"/>
            <a:ext cx="1067585" cy="341632"/>
          </a:xfrm>
          <a:prstGeom prst="rect">
            <a:avLst/>
          </a:prstGeom>
          <a:solidFill>
            <a:srgbClr val="22222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45720" tIns="45720" rIns="45720" bIns="45720" rtlCol="0" anchor="ctr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INFERENCE SERVICES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3DC43B3-FBD7-7F8E-2661-819A2657CA50}"/>
              </a:ext>
            </a:extLst>
          </p:cNvPr>
          <p:cNvSpPr/>
          <p:nvPr/>
        </p:nvSpPr>
        <p:spPr>
          <a:xfrm>
            <a:off x="5146448" y="4799434"/>
            <a:ext cx="1627025" cy="216982"/>
          </a:xfrm>
          <a:prstGeom prst="rect">
            <a:avLst/>
          </a:prstGeom>
          <a:solidFill>
            <a:srgbClr val="22222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45720" tIns="45720" rIns="45720" bIns="45720" rtlCol="0" anchor="ctr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MCP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D12CD9C-5256-1E11-CBD7-6056F6D607A2}"/>
              </a:ext>
            </a:extLst>
          </p:cNvPr>
          <p:cNvCxnSpPr>
            <a:cxnSpLocks/>
          </p:cNvCxnSpPr>
          <p:nvPr/>
        </p:nvCxnSpPr>
        <p:spPr>
          <a:xfrm>
            <a:off x="2886548" y="2744510"/>
            <a:ext cx="782597" cy="0"/>
          </a:xfrm>
          <a:prstGeom prst="line">
            <a:avLst/>
          </a:prstGeom>
          <a:noFill/>
          <a:ln w="12700" cap="rnd" cmpd="sng" algn="ctr">
            <a:solidFill>
              <a:srgbClr val="F29A36"/>
            </a:solidFill>
            <a:prstDash val="solid"/>
            <a:round/>
            <a:headEnd type="arrow" w="med" len="sm"/>
            <a:tailEnd type="none" w="med" len="sm"/>
          </a:ln>
          <a:effectLst/>
        </p:spPr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4C1F623-B364-3085-4872-A34A4A0EF38A}"/>
              </a:ext>
            </a:extLst>
          </p:cNvPr>
          <p:cNvCxnSpPr>
            <a:cxnSpLocks/>
          </p:cNvCxnSpPr>
          <p:nvPr/>
        </p:nvCxnSpPr>
        <p:spPr>
          <a:xfrm>
            <a:off x="2815300" y="2615658"/>
            <a:ext cx="782597" cy="0"/>
          </a:xfrm>
          <a:prstGeom prst="line">
            <a:avLst/>
          </a:prstGeom>
          <a:noFill/>
          <a:ln w="12700" cap="rnd" cmpd="sng" algn="ctr">
            <a:solidFill>
              <a:srgbClr val="F29A36"/>
            </a:solidFill>
            <a:prstDash val="solid"/>
            <a:round/>
            <a:headEnd type="none" w="med" len="sm"/>
            <a:tailEnd type="arrow" w="med" len="sm"/>
          </a:ln>
          <a:effectLst/>
        </p:spPr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B48B2C0-5539-20D5-CE57-9EC473A560FB}"/>
              </a:ext>
            </a:extLst>
          </p:cNvPr>
          <p:cNvSpPr txBox="1"/>
          <p:nvPr/>
        </p:nvSpPr>
        <p:spPr>
          <a:xfrm>
            <a:off x="380987" y="2886148"/>
            <a:ext cx="986586" cy="17235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  <a:defRPr/>
            </a:pPr>
            <a:r>
              <a:rPr lang="en-US" sz="1100" kern="100">
                <a:solidFill>
                  <a:srgbClr val="000000"/>
                </a:solidFill>
                <a:latin typeface="Arial"/>
              </a:rPr>
              <a:t>End Users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5BE023A-2319-B4DF-9FA6-7F6EC2C0CBD9}"/>
              </a:ext>
            </a:extLst>
          </p:cNvPr>
          <p:cNvSpPr txBox="1"/>
          <p:nvPr/>
        </p:nvSpPr>
        <p:spPr>
          <a:xfrm>
            <a:off x="10340464" y="2916588"/>
            <a:ext cx="735581" cy="16543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  <a:defRPr/>
            </a:pPr>
            <a:r>
              <a:rPr lang="en-US" sz="1100" kern="100">
                <a:solidFill>
                  <a:srgbClr val="000000"/>
                </a:solidFill>
                <a:latin typeface="Arial"/>
              </a:rPr>
              <a:t>Databases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7ABA702-95A6-2285-E04D-DBDC2811CD2C}"/>
              </a:ext>
            </a:extLst>
          </p:cNvPr>
          <p:cNvSpPr txBox="1"/>
          <p:nvPr/>
        </p:nvSpPr>
        <p:spPr>
          <a:xfrm>
            <a:off x="10340463" y="3834716"/>
            <a:ext cx="735581" cy="17235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  <a:defRPr/>
            </a:pPr>
            <a:r>
              <a:rPr lang="en-US" sz="1100" kern="100">
                <a:solidFill>
                  <a:srgbClr val="000000"/>
                </a:solidFill>
                <a:latin typeface="Arial"/>
              </a:rPr>
              <a:t>Websites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D8709A7-17FA-8155-5FCF-228A39E1B1AE}"/>
              </a:ext>
            </a:extLst>
          </p:cNvPr>
          <p:cNvSpPr/>
          <p:nvPr/>
        </p:nvSpPr>
        <p:spPr>
          <a:xfrm>
            <a:off x="10223794" y="1612172"/>
            <a:ext cx="968918" cy="342401"/>
          </a:xfrm>
          <a:prstGeom prst="rect">
            <a:avLst/>
          </a:prstGeom>
          <a:solidFill>
            <a:srgbClr val="22222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45720" tIns="45720" rIns="45720" bIns="45720" rtlCol="0" anchor="ctr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DOWNSTREAM SERVICES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BBF1CED-75BC-ACE9-C0FF-789D51C9C0B1}"/>
              </a:ext>
            </a:extLst>
          </p:cNvPr>
          <p:cNvCxnSpPr>
            <a:cxnSpLocks/>
          </p:cNvCxnSpPr>
          <p:nvPr/>
        </p:nvCxnSpPr>
        <p:spPr>
          <a:xfrm>
            <a:off x="9093815" y="2624991"/>
            <a:ext cx="598174" cy="0"/>
          </a:xfrm>
          <a:prstGeom prst="line">
            <a:avLst/>
          </a:prstGeom>
          <a:noFill/>
          <a:ln w="12700" cap="rnd" cmpd="sng" algn="ctr">
            <a:solidFill>
              <a:srgbClr val="F29A36"/>
            </a:solidFill>
            <a:prstDash val="solid"/>
            <a:round/>
            <a:headEnd type="none" w="med" len="sm"/>
            <a:tailEnd type="arrow" w="med" len="sm"/>
          </a:ln>
          <a:effectLst/>
        </p:spPr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2939C48C-095C-F251-DFE0-1886E20B951F}"/>
              </a:ext>
            </a:extLst>
          </p:cNvPr>
          <p:cNvCxnSpPr>
            <a:cxnSpLocks/>
          </p:cNvCxnSpPr>
          <p:nvPr/>
        </p:nvCxnSpPr>
        <p:spPr>
          <a:xfrm>
            <a:off x="9093815" y="4629862"/>
            <a:ext cx="598174" cy="0"/>
          </a:xfrm>
          <a:prstGeom prst="line">
            <a:avLst/>
          </a:prstGeom>
          <a:noFill/>
          <a:ln w="12700" cap="rnd" cmpd="sng" algn="ctr">
            <a:solidFill>
              <a:srgbClr val="F29A36"/>
            </a:solidFill>
            <a:prstDash val="solid"/>
            <a:round/>
            <a:headEnd type="none" w="med" len="sm"/>
            <a:tailEnd type="arrow" w="med" len="sm"/>
          </a:ln>
          <a:effectLst/>
        </p:spPr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1F5DA66-6345-65B1-A6BE-4FFFD9681969}"/>
              </a:ext>
            </a:extLst>
          </p:cNvPr>
          <p:cNvCxnSpPr>
            <a:cxnSpLocks/>
          </p:cNvCxnSpPr>
          <p:nvPr/>
        </p:nvCxnSpPr>
        <p:spPr>
          <a:xfrm>
            <a:off x="9097602" y="3679671"/>
            <a:ext cx="594387" cy="0"/>
          </a:xfrm>
          <a:prstGeom prst="line">
            <a:avLst/>
          </a:prstGeom>
          <a:noFill/>
          <a:ln w="12700" cap="rnd" cmpd="sng" algn="ctr">
            <a:solidFill>
              <a:srgbClr val="F29A36"/>
            </a:solidFill>
            <a:prstDash val="solid"/>
            <a:round/>
            <a:headEnd type="none" w="med" len="sm"/>
            <a:tailEnd type="arrow" w="med" len="sm"/>
          </a:ln>
          <a:effectLst/>
        </p:spPr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85194D3D-F373-1337-A611-9FACE44138AF}"/>
              </a:ext>
            </a:extLst>
          </p:cNvPr>
          <p:cNvCxnSpPr>
            <a:cxnSpLocks/>
          </p:cNvCxnSpPr>
          <p:nvPr/>
        </p:nvCxnSpPr>
        <p:spPr>
          <a:xfrm>
            <a:off x="9093815" y="2624991"/>
            <a:ext cx="0" cy="1735757"/>
          </a:xfrm>
          <a:prstGeom prst="line">
            <a:avLst/>
          </a:prstGeom>
          <a:noFill/>
          <a:ln w="12700" cap="flat" cmpd="sng" algn="ctr">
            <a:solidFill>
              <a:srgbClr val="F29A36"/>
            </a:solidFill>
            <a:prstDash val="solid"/>
            <a:miter lim="800000"/>
          </a:ln>
          <a:effectLst/>
        </p:spPr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8FB1815A-3211-CF66-D376-F517ECE5B3E7}"/>
              </a:ext>
            </a:extLst>
          </p:cNvPr>
          <p:cNvCxnSpPr>
            <a:cxnSpLocks/>
          </p:cNvCxnSpPr>
          <p:nvPr/>
        </p:nvCxnSpPr>
        <p:spPr>
          <a:xfrm>
            <a:off x="1084318" y="2687469"/>
            <a:ext cx="419750" cy="0"/>
          </a:xfrm>
          <a:prstGeom prst="line">
            <a:avLst/>
          </a:prstGeom>
          <a:noFill/>
          <a:ln w="12700" cap="rnd" cmpd="sng" algn="ctr">
            <a:solidFill>
              <a:srgbClr val="F29A36"/>
            </a:solidFill>
            <a:prstDash val="solid"/>
            <a:round/>
            <a:headEnd type="none" w="med" len="sm"/>
            <a:tailEnd type="arrow" w="med" len="sm"/>
          </a:ln>
          <a:effectLst/>
        </p:spPr>
      </p:cxnSp>
      <p:pic>
        <p:nvPicPr>
          <p:cNvPr id="22" name="Graphic 21">
            <a:extLst>
              <a:ext uri="{FF2B5EF4-FFF2-40B4-BE49-F238E27FC236}">
                <a16:creationId xmlns:a16="http://schemas.microsoft.com/office/drawing/2014/main" id="{E87F038D-EFE8-18F6-5803-3BE5F770FE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0565" y="2312389"/>
            <a:ext cx="561509" cy="561509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587EADFF-5446-139B-17EA-466D8B48ECA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954522" y="2317561"/>
            <a:ext cx="551421" cy="551421"/>
          </a:xfrm>
          <a:prstGeom prst="rect">
            <a:avLst/>
          </a:prstGeom>
        </p:spPr>
      </p:pic>
      <p:pic>
        <p:nvPicPr>
          <p:cNvPr id="24" name="Graphic 23">
            <a:extLst>
              <a:ext uri="{FF2B5EF4-FFF2-40B4-BE49-F238E27FC236}">
                <a16:creationId xmlns:a16="http://schemas.microsoft.com/office/drawing/2014/main" id="{BE9824F3-C90D-DD15-EBD6-05B3F4ADBBB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412995" y="3242451"/>
            <a:ext cx="660397" cy="660397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B3B58CDD-8BB9-7E39-DE3A-8B2E57A0D3E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65217" y="2368341"/>
            <a:ext cx="546594" cy="546594"/>
          </a:xfrm>
          <a:prstGeom prst="rect">
            <a:avLst/>
          </a:prstGeom>
        </p:spPr>
      </p:pic>
      <p:pic>
        <p:nvPicPr>
          <p:cNvPr id="26" name="Graphic 25">
            <a:extLst>
              <a:ext uri="{FF2B5EF4-FFF2-40B4-BE49-F238E27FC236}">
                <a16:creationId xmlns:a16="http://schemas.microsoft.com/office/drawing/2014/main" id="{7ECD4427-A39F-8AEA-6A7D-5E595450F6D0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858041" y="2327260"/>
            <a:ext cx="597623" cy="597623"/>
          </a:xfrm>
          <a:prstGeom prst="rect">
            <a:avLst/>
          </a:prstGeom>
        </p:spPr>
      </p:pic>
      <p:sp>
        <p:nvSpPr>
          <p:cNvPr id="27" name="Freeform 798">
            <a:extLst>
              <a:ext uri="{FF2B5EF4-FFF2-40B4-BE49-F238E27FC236}">
                <a16:creationId xmlns:a16="http://schemas.microsoft.com/office/drawing/2014/main" id="{2C7B0A58-9E81-D4AD-6B12-EF59079B0CD1}"/>
              </a:ext>
            </a:extLst>
          </p:cNvPr>
          <p:cNvSpPr/>
          <p:nvPr/>
        </p:nvSpPr>
        <p:spPr>
          <a:xfrm>
            <a:off x="3681178" y="2092517"/>
            <a:ext cx="1208963" cy="1143643"/>
          </a:xfrm>
          <a:custGeom>
            <a:avLst/>
            <a:gdLst>
              <a:gd name="connsiteX0" fmla="*/ 1208963 w 1208963"/>
              <a:gd name="connsiteY0" fmla="*/ 1143643 h 1143643"/>
              <a:gd name="connsiteX1" fmla="*/ 0 w 1208963"/>
              <a:gd name="connsiteY1" fmla="*/ 1143643 h 1143643"/>
              <a:gd name="connsiteX2" fmla="*/ 0 w 1208963"/>
              <a:gd name="connsiteY2" fmla="*/ 0 h 1143643"/>
              <a:gd name="connsiteX3" fmla="*/ 1208963 w 1208963"/>
              <a:gd name="connsiteY3" fmla="*/ 0 h 1143643"/>
              <a:gd name="connsiteX4" fmla="*/ 1208963 w 1208963"/>
              <a:gd name="connsiteY4" fmla="*/ 1143643 h 1143643"/>
              <a:gd name="connsiteX5" fmla="*/ 11132 w 1208963"/>
              <a:gd name="connsiteY5" fmla="*/ 1133621 h 1143643"/>
              <a:gd name="connsiteX6" fmla="*/ 1198945 w 1208963"/>
              <a:gd name="connsiteY6" fmla="*/ 1133621 h 1143643"/>
              <a:gd name="connsiteX7" fmla="*/ 1198945 w 1208963"/>
              <a:gd name="connsiteY7" fmla="*/ 11136 h 1143643"/>
              <a:gd name="connsiteX8" fmla="*/ 11132 w 1208963"/>
              <a:gd name="connsiteY8" fmla="*/ 11136 h 1143643"/>
              <a:gd name="connsiteX9" fmla="*/ 11132 w 1208963"/>
              <a:gd name="connsiteY9" fmla="*/ 1133621 h 1143643"/>
              <a:gd name="connsiteX10" fmla="*/ 11132 w 1208963"/>
              <a:gd name="connsiteY10" fmla="*/ 1133621 h 11436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08963" h="1143643">
                <a:moveTo>
                  <a:pt x="1208963" y="1143643"/>
                </a:moveTo>
                <a:lnTo>
                  <a:pt x="0" y="1143643"/>
                </a:lnTo>
                <a:lnTo>
                  <a:pt x="0" y="0"/>
                </a:lnTo>
                <a:lnTo>
                  <a:pt x="1208963" y="0"/>
                </a:lnTo>
                <a:lnTo>
                  <a:pt x="1208963" y="1143643"/>
                </a:lnTo>
                <a:close/>
                <a:moveTo>
                  <a:pt x="11132" y="1133621"/>
                </a:moveTo>
                <a:lnTo>
                  <a:pt x="1198945" y="1133621"/>
                </a:lnTo>
                <a:lnTo>
                  <a:pt x="1198945" y="11136"/>
                </a:lnTo>
                <a:lnTo>
                  <a:pt x="11132" y="11136"/>
                </a:lnTo>
                <a:lnTo>
                  <a:pt x="11132" y="1133621"/>
                </a:lnTo>
                <a:lnTo>
                  <a:pt x="11132" y="1133621"/>
                </a:lnTo>
                <a:close/>
              </a:path>
            </a:pathLst>
          </a:custGeom>
          <a:solidFill>
            <a:srgbClr val="000000"/>
          </a:solidFill>
          <a:ln w="11126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72AEAD1-8B4E-F8C7-DB90-7927526E9A53}"/>
              </a:ext>
            </a:extLst>
          </p:cNvPr>
          <p:cNvSpPr/>
          <p:nvPr/>
        </p:nvSpPr>
        <p:spPr>
          <a:xfrm>
            <a:off x="3734029" y="1913348"/>
            <a:ext cx="1099680" cy="341632"/>
          </a:xfrm>
          <a:prstGeom prst="rect">
            <a:avLst/>
          </a:prstGeom>
          <a:solidFill>
            <a:srgbClr val="22222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45720" tIns="45720" rIns="45720" bIns="45720" rtlCol="0" anchor="ctr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LLM ORCHESTRATION</a:t>
            </a:r>
          </a:p>
        </p:txBody>
      </p:sp>
      <p:sp>
        <p:nvSpPr>
          <p:cNvPr id="29" name="Freeform 889">
            <a:extLst>
              <a:ext uri="{FF2B5EF4-FFF2-40B4-BE49-F238E27FC236}">
                <a16:creationId xmlns:a16="http://schemas.microsoft.com/office/drawing/2014/main" id="{DDC79DB5-088F-1A86-6E67-2AEA1A1D2923}"/>
              </a:ext>
            </a:extLst>
          </p:cNvPr>
          <p:cNvSpPr/>
          <p:nvPr/>
        </p:nvSpPr>
        <p:spPr>
          <a:xfrm>
            <a:off x="1060175" y="4894515"/>
            <a:ext cx="2621647" cy="1144756"/>
          </a:xfrm>
          <a:custGeom>
            <a:avLst/>
            <a:gdLst>
              <a:gd name="connsiteX0" fmla="*/ 2621648 w 2621647"/>
              <a:gd name="connsiteY0" fmla="*/ 1144757 h 1144756"/>
              <a:gd name="connsiteX1" fmla="*/ 0 w 2621647"/>
              <a:gd name="connsiteY1" fmla="*/ 1144757 h 1144756"/>
              <a:gd name="connsiteX2" fmla="*/ 0 w 2621647"/>
              <a:gd name="connsiteY2" fmla="*/ 0 h 1144756"/>
              <a:gd name="connsiteX3" fmla="*/ 2621648 w 2621647"/>
              <a:gd name="connsiteY3" fmla="*/ 0 h 1144756"/>
              <a:gd name="connsiteX4" fmla="*/ 2621648 w 2621647"/>
              <a:gd name="connsiteY4" fmla="*/ 1144757 h 1144756"/>
              <a:gd name="connsiteX5" fmla="*/ 2621648 w 2621647"/>
              <a:gd name="connsiteY5" fmla="*/ 1144757 h 1144756"/>
              <a:gd name="connsiteX6" fmla="*/ 11132 w 2621647"/>
              <a:gd name="connsiteY6" fmla="*/ 1133621 h 1144756"/>
              <a:gd name="connsiteX7" fmla="*/ 2610515 w 2621647"/>
              <a:gd name="connsiteY7" fmla="*/ 1133621 h 1144756"/>
              <a:gd name="connsiteX8" fmla="*/ 2610515 w 2621647"/>
              <a:gd name="connsiteY8" fmla="*/ 11136 h 1144756"/>
              <a:gd name="connsiteX9" fmla="*/ 11132 w 2621647"/>
              <a:gd name="connsiteY9" fmla="*/ 11136 h 1144756"/>
              <a:gd name="connsiteX10" fmla="*/ 11132 w 2621647"/>
              <a:gd name="connsiteY10" fmla="*/ 1133621 h 1144756"/>
              <a:gd name="connsiteX11" fmla="*/ 11132 w 2621647"/>
              <a:gd name="connsiteY11" fmla="*/ 1133621 h 11447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621647" h="1144756">
                <a:moveTo>
                  <a:pt x="2621648" y="1144757"/>
                </a:moveTo>
                <a:lnTo>
                  <a:pt x="0" y="1144757"/>
                </a:lnTo>
                <a:lnTo>
                  <a:pt x="0" y="0"/>
                </a:lnTo>
                <a:lnTo>
                  <a:pt x="2621648" y="0"/>
                </a:lnTo>
                <a:lnTo>
                  <a:pt x="2621648" y="1144757"/>
                </a:lnTo>
                <a:lnTo>
                  <a:pt x="2621648" y="1144757"/>
                </a:lnTo>
                <a:close/>
                <a:moveTo>
                  <a:pt x="11132" y="1133621"/>
                </a:moveTo>
                <a:lnTo>
                  <a:pt x="2610515" y="1133621"/>
                </a:lnTo>
                <a:lnTo>
                  <a:pt x="2610515" y="11136"/>
                </a:lnTo>
                <a:lnTo>
                  <a:pt x="11132" y="11136"/>
                </a:lnTo>
                <a:lnTo>
                  <a:pt x="11132" y="1133621"/>
                </a:lnTo>
                <a:lnTo>
                  <a:pt x="11132" y="1133621"/>
                </a:lnTo>
                <a:close/>
              </a:path>
            </a:pathLst>
          </a:custGeom>
          <a:solidFill>
            <a:srgbClr val="000000"/>
          </a:solidFill>
          <a:ln w="11126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4A1D164-AD9B-AE90-646D-B02A4BF60167}"/>
              </a:ext>
            </a:extLst>
          </p:cNvPr>
          <p:cNvSpPr/>
          <p:nvPr/>
        </p:nvSpPr>
        <p:spPr>
          <a:xfrm>
            <a:off x="1271408" y="4742583"/>
            <a:ext cx="2211426" cy="341632"/>
          </a:xfrm>
          <a:prstGeom prst="rect">
            <a:avLst/>
          </a:prstGeom>
          <a:solidFill>
            <a:srgbClr val="22222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45720" tIns="45720" rIns="45720" bIns="45720" rtlCol="0" anchor="ctr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RETRIEVAL AUGMENTATION SERVICES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469DA7F-1A8A-96F3-4049-908A2BB59A51}"/>
              </a:ext>
            </a:extLst>
          </p:cNvPr>
          <p:cNvSpPr txBox="1"/>
          <p:nvPr/>
        </p:nvSpPr>
        <p:spPr>
          <a:xfrm>
            <a:off x="1854490" y="5688462"/>
            <a:ext cx="1141619" cy="34317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  <a:defRPr/>
            </a:pPr>
            <a:r>
              <a:rPr lang="en-US" sz="1100" kern="100">
                <a:solidFill>
                  <a:srgbClr val="000000"/>
                </a:solidFill>
                <a:latin typeface="Arial"/>
              </a:rPr>
              <a:t>Knowledge Corpus Data</a:t>
            </a:r>
          </a:p>
        </p:txBody>
      </p:sp>
      <p:pic>
        <p:nvPicPr>
          <p:cNvPr id="32" name="Graphic 31">
            <a:extLst>
              <a:ext uri="{FF2B5EF4-FFF2-40B4-BE49-F238E27FC236}">
                <a16:creationId xmlns:a16="http://schemas.microsoft.com/office/drawing/2014/main" id="{80CB63AE-28CF-72DF-F625-BFAE9C002EE0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2095235" y="5141324"/>
            <a:ext cx="563415" cy="563415"/>
          </a:xfrm>
          <a:prstGeom prst="rect">
            <a:avLst/>
          </a:prstGeom>
        </p:spPr>
      </p:pic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BAF0FCF9-69B6-623A-53C5-80D1F5FEFEA3}"/>
              </a:ext>
            </a:extLst>
          </p:cNvPr>
          <p:cNvCxnSpPr>
            <a:cxnSpLocks/>
          </p:cNvCxnSpPr>
          <p:nvPr/>
        </p:nvCxnSpPr>
        <p:spPr>
          <a:xfrm>
            <a:off x="3709228" y="5581948"/>
            <a:ext cx="473962" cy="0"/>
          </a:xfrm>
          <a:prstGeom prst="line">
            <a:avLst/>
          </a:prstGeom>
          <a:noFill/>
          <a:ln w="12700" cap="rnd" cmpd="sng" algn="ctr">
            <a:solidFill>
              <a:srgbClr val="F29A36"/>
            </a:solidFill>
            <a:prstDash val="solid"/>
            <a:round/>
            <a:headEnd type="arrow" w="med" len="sm"/>
            <a:tailEnd type="none" w="med" len="sm"/>
          </a:ln>
          <a:effectLst/>
        </p:spPr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C0ED1CAD-207C-F6B6-970D-6AB58AF496E7}"/>
              </a:ext>
            </a:extLst>
          </p:cNvPr>
          <p:cNvCxnSpPr>
            <a:cxnSpLocks/>
          </p:cNvCxnSpPr>
          <p:nvPr/>
        </p:nvCxnSpPr>
        <p:spPr>
          <a:xfrm flipV="1">
            <a:off x="3975965" y="3329126"/>
            <a:ext cx="0" cy="1969330"/>
          </a:xfrm>
          <a:prstGeom prst="line">
            <a:avLst/>
          </a:prstGeom>
          <a:noFill/>
          <a:ln w="12700" cap="rnd" cmpd="sng" algn="ctr">
            <a:solidFill>
              <a:srgbClr val="F29A36"/>
            </a:solidFill>
            <a:prstDash val="solid"/>
            <a:round/>
            <a:headEnd type="none" w="med" len="sm"/>
            <a:tailEnd type="arrow" w="med" len="sm"/>
          </a:ln>
          <a:effectLst/>
        </p:spPr>
      </p:cxnSp>
      <p:pic>
        <p:nvPicPr>
          <p:cNvPr id="35" name="Graphic 34">
            <a:extLst>
              <a:ext uri="{FF2B5EF4-FFF2-40B4-BE49-F238E27FC236}">
                <a16:creationId xmlns:a16="http://schemas.microsoft.com/office/drawing/2014/main" id="{39636EAB-24EC-E6D4-DD5D-9AE0B07F4439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4123447" y="2509644"/>
            <a:ext cx="390525" cy="304800"/>
          </a:xfrm>
          <a:prstGeom prst="rect">
            <a:avLst/>
          </a:prstGeom>
        </p:spPr>
      </p:pic>
      <p:pic>
        <p:nvPicPr>
          <p:cNvPr id="36" name="Graphic 35">
            <a:extLst>
              <a:ext uri="{FF2B5EF4-FFF2-40B4-BE49-F238E27FC236}">
                <a16:creationId xmlns:a16="http://schemas.microsoft.com/office/drawing/2014/main" id="{2FF20492-E2BE-24EB-A6EE-B88FBEE2898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5400000">
            <a:off x="10500389" y="4164088"/>
            <a:ext cx="476250" cy="476250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F1DEDB98-0EFC-1303-2DA0-B6FC5BDF0613}"/>
              </a:ext>
            </a:extLst>
          </p:cNvPr>
          <p:cNvSpPr txBox="1"/>
          <p:nvPr/>
        </p:nvSpPr>
        <p:spPr>
          <a:xfrm>
            <a:off x="10340463" y="4634992"/>
            <a:ext cx="735581" cy="16543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  <a:defRPr/>
            </a:pPr>
            <a:r>
              <a:rPr lang="en-US" sz="1100" kern="100">
                <a:solidFill>
                  <a:srgbClr val="000000"/>
                </a:solidFill>
                <a:latin typeface="Arial"/>
              </a:rPr>
              <a:t>Queues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F4301E84-BB90-033C-708F-749CA7488788}"/>
              </a:ext>
            </a:extLst>
          </p:cNvPr>
          <p:cNvCxnSpPr>
            <a:cxnSpLocks/>
          </p:cNvCxnSpPr>
          <p:nvPr/>
        </p:nvCxnSpPr>
        <p:spPr>
          <a:xfrm flipV="1">
            <a:off x="4183190" y="3236160"/>
            <a:ext cx="0" cy="2345788"/>
          </a:xfrm>
          <a:prstGeom prst="line">
            <a:avLst/>
          </a:prstGeom>
          <a:noFill/>
          <a:ln w="12700" cap="flat" cmpd="sng" algn="ctr">
            <a:solidFill>
              <a:srgbClr val="F29A36"/>
            </a:solidFill>
            <a:prstDash val="solid"/>
            <a:miter lim="800000"/>
          </a:ln>
          <a:effectLst/>
        </p:spPr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BD7307A8-9C57-BDEC-B353-2F9A12783FF6}"/>
              </a:ext>
            </a:extLst>
          </p:cNvPr>
          <p:cNvCxnSpPr>
            <a:cxnSpLocks/>
          </p:cNvCxnSpPr>
          <p:nvPr/>
        </p:nvCxnSpPr>
        <p:spPr>
          <a:xfrm flipH="1">
            <a:off x="6871737" y="5527168"/>
            <a:ext cx="2222078" cy="0"/>
          </a:xfrm>
          <a:prstGeom prst="line">
            <a:avLst/>
          </a:prstGeom>
          <a:noFill/>
          <a:ln w="12700" cap="flat" cmpd="sng" algn="ctr">
            <a:solidFill>
              <a:srgbClr val="F29A36"/>
            </a:solidFill>
            <a:prstDash val="solid"/>
            <a:miter lim="800000"/>
          </a:ln>
          <a:effectLst/>
        </p:spPr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6D224405-F8C8-A0BA-CCD7-459E2946EEAE}"/>
              </a:ext>
            </a:extLst>
          </p:cNvPr>
          <p:cNvCxnSpPr>
            <a:cxnSpLocks/>
          </p:cNvCxnSpPr>
          <p:nvPr/>
        </p:nvCxnSpPr>
        <p:spPr>
          <a:xfrm flipV="1">
            <a:off x="4654415" y="3236160"/>
            <a:ext cx="0" cy="2055014"/>
          </a:xfrm>
          <a:prstGeom prst="line">
            <a:avLst/>
          </a:prstGeom>
          <a:noFill/>
          <a:ln w="12700" cap="flat" cmpd="sng" algn="ctr">
            <a:solidFill>
              <a:srgbClr val="F29A36"/>
            </a:solidFill>
            <a:prstDash val="solid"/>
            <a:miter lim="800000"/>
          </a:ln>
          <a:effectLst/>
        </p:spPr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6568BCA2-E8EF-B7CF-0728-A02B46061D33}"/>
              </a:ext>
            </a:extLst>
          </p:cNvPr>
          <p:cNvCxnSpPr>
            <a:cxnSpLocks/>
          </p:cNvCxnSpPr>
          <p:nvPr/>
        </p:nvCxnSpPr>
        <p:spPr>
          <a:xfrm flipH="1">
            <a:off x="4654415" y="5291174"/>
            <a:ext cx="352824" cy="0"/>
          </a:xfrm>
          <a:prstGeom prst="line">
            <a:avLst/>
          </a:prstGeom>
          <a:noFill/>
          <a:ln w="12700" cap="rnd" cmpd="sng" algn="ctr">
            <a:solidFill>
              <a:srgbClr val="F29A36"/>
            </a:solidFill>
            <a:prstDash val="solid"/>
            <a:round/>
            <a:headEnd type="arrow" w="med" len="sm"/>
            <a:tailEnd type="none" w="med" len="sm"/>
          </a:ln>
          <a:effectLst/>
        </p:spPr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DD67CB13-5CD1-324D-7DF2-1E46949C7DD9}"/>
              </a:ext>
            </a:extLst>
          </p:cNvPr>
          <p:cNvCxnSpPr>
            <a:cxnSpLocks/>
          </p:cNvCxnSpPr>
          <p:nvPr/>
        </p:nvCxnSpPr>
        <p:spPr>
          <a:xfrm flipH="1">
            <a:off x="4447190" y="5581948"/>
            <a:ext cx="621759" cy="0"/>
          </a:xfrm>
          <a:prstGeom prst="line">
            <a:avLst/>
          </a:prstGeom>
          <a:noFill/>
          <a:ln w="12700" cap="flat" cmpd="sng" algn="ctr">
            <a:solidFill>
              <a:srgbClr val="F29A36"/>
            </a:solidFill>
            <a:prstDash val="solid"/>
            <a:miter lim="800000"/>
          </a:ln>
          <a:effectLst/>
        </p:spPr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2879A8E2-2633-0ADB-D655-5311DBC10D8F}"/>
              </a:ext>
            </a:extLst>
          </p:cNvPr>
          <p:cNvCxnSpPr>
            <a:cxnSpLocks/>
          </p:cNvCxnSpPr>
          <p:nvPr/>
        </p:nvCxnSpPr>
        <p:spPr>
          <a:xfrm flipH="1" flipV="1">
            <a:off x="4447190" y="3329126"/>
            <a:ext cx="313" cy="2252822"/>
          </a:xfrm>
          <a:prstGeom prst="line">
            <a:avLst/>
          </a:prstGeom>
          <a:noFill/>
          <a:ln w="12700" cap="rnd" cmpd="sng" algn="ctr">
            <a:solidFill>
              <a:srgbClr val="F29A36"/>
            </a:solidFill>
            <a:prstDash val="solid"/>
            <a:round/>
            <a:headEnd type="none" w="med" len="sm"/>
            <a:tailEnd type="arrow" w="med" len="sm"/>
          </a:ln>
          <a:effectLst/>
        </p:spPr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DD162A1C-11CA-271E-5AAC-C3AB1315FF45}"/>
              </a:ext>
            </a:extLst>
          </p:cNvPr>
          <p:cNvCxnSpPr>
            <a:cxnSpLocks/>
          </p:cNvCxnSpPr>
          <p:nvPr/>
        </p:nvCxnSpPr>
        <p:spPr>
          <a:xfrm flipH="1">
            <a:off x="3681178" y="5298456"/>
            <a:ext cx="294787" cy="0"/>
          </a:xfrm>
          <a:prstGeom prst="line">
            <a:avLst/>
          </a:prstGeom>
          <a:noFill/>
          <a:ln w="12700" cap="flat" cmpd="sng" algn="ctr">
            <a:solidFill>
              <a:srgbClr val="F29A36"/>
            </a:solidFill>
            <a:prstDash val="solid"/>
            <a:miter lim="800000"/>
          </a:ln>
          <a:effectLst/>
        </p:spPr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C48C835E-6295-4019-803F-AFDA1B2FD58D}"/>
              </a:ext>
            </a:extLst>
          </p:cNvPr>
          <p:cNvCxnSpPr>
            <a:cxnSpLocks/>
          </p:cNvCxnSpPr>
          <p:nvPr/>
        </p:nvCxnSpPr>
        <p:spPr>
          <a:xfrm flipV="1">
            <a:off x="9093815" y="4360748"/>
            <a:ext cx="0" cy="1166420"/>
          </a:xfrm>
          <a:prstGeom prst="line">
            <a:avLst/>
          </a:prstGeom>
          <a:noFill/>
          <a:ln w="12700" cap="flat" cmpd="sng" algn="ctr">
            <a:solidFill>
              <a:srgbClr val="F29A36"/>
            </a:solidFill>
            <a:prstDash val="solid"/>
            <a:miter lim="800000"/>
          </a:ln>
          <a:effectLst/>
        </p:spPr>
      </p:cxnSp>
      <p:sp>
        <p:nvSpPr>
          <p:cNvPr id="46" name="Freeform 1061">
            <a:extLst>
              <a:ext uri="{FF2B5EF4-FFF2-40B4-BE49-F238E27FC236}">
                <a16:creationId xmlns:a16="http://schemas.microsoft.com/office/drawing/2014/main" id="{40A3F034-49C3-5195-AEC3-2B193982C843}"/>
              </a:ext>
            </a:extLst>
          </p:cNvPr>
          <p:cNvSpPr/>
          <p:nvPr/>
        </p:nvSpPr>
        <p:spPr>
          <a:xfrm>
            <a:off x="5471217" y="2027323"/>
            <a:ext cx="1592042" cy="1194663"/>
          </a:xfrm>
          <a:custGeom>
            <a:avLst/>
            <a:gdLst>
              <a:gd name="connsiteX0" fmla="*/ 1542932 w 1542931"/>
              <a:gd name="connsiteY0" fmla="*/ 3276142 h 3276142"/>
              <a:gd name="connsiteX1" fmla="*/ 0 w 1542931"/>
              <a:gd name="connsiteY1" fmla="*/ 3276142 h 3276142"/>
              <a:gd name="connsiteX2" fmla="*/ 0 w 1542931"/>
              <a:gd name="connsiteY2" fmla="*/ 0 h 3276142"/>
              <a:gd name="connsiteX3" fmla="*/ 1542932 w 1542931"/>
              <a:gd name="connsiteY3" fmla="*/ 0 h 3276142"/>
              <a:gd name="connsiteX4" fmla="*/ 1542932 w 1542931"/>
              <a:gd name="connsiteY4" fmla="*/ 3276142 h 3276142"/>
              <a:gd name="connsiteX5" fmla="*/ 1542932 w 1542931"/>
              <a:gd name="connsiteY5" fmla="*/ 3276142 h 3276142"/>
              <a:gd name="connsiteX6" fmla="*/ 11132 w 1542931"/>
              <a:gd name="connsiteY6" fmla="*/ 3265007 h 3276142"/>
              <a:gd name="connsiteX7" fmla="*/ 1531800 w 1542931"/>
              <a:gd name="connsiteY7" fmla="*/ 3265007 h 3276142"/>
              <a:gd name="connsiteX8" fmla="*/ 1531800 w 1542931"/>
              <a:gd name="connsiteY8" fmla="*/ 11136 h 3276142"/>
              <a:gd name="connsiteX9" fmla="*/ 11132 w 1542931"/>
              <a:gd name="connsiteY9" fmla="*/ 11136 h 3276142"/>
              <a:gd name="connsiteX10" fmla="*/ 11132 w 1542931"/>
              <a:gd name="connsiteY10" fmla="*/ 3265007 h 3276142"/>
              <a:gd name="connsiteX11" fmla="*/ 11132 w 1542931"/>
              <a:gd name="connsiteY11" fmla="*/ 3265007 h 327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542931" h="3276142">
                <a:moveTo>
                  <a:pt x="1542932" y="3276142"/>
                </a:moveTo>
                <a:lnTo>
                  <a:pt x="0" y="3276142"/>
                </a:lnTo>
                <a:lnTo>
                  <a:pt x="0" y="0"/>
                </a:lnTo>
                <a:lnTo>
                  <a:pt x="1542932" y="0"/>
                </a:lnTo>
                <a:lnTo>
                  <a:pt x="1542932" y="3276142"/>
                </a:lnTo>
                <a:lnTo>
                  <a:pt x="1542932" y="3276142"/>
                </a:lnTo>
                <a:close/>
                <a:moveTo>
                  <a:pt x="11132" y="3265007"/>
                </a:moveTo>
                <a:lnTo>
                  <a:pt x="1531800" y="3265007"/>
                </a:lnTo>
                <a:lnTo>
                  <a:pt x="1531800" y="11136"/>
                </a:lnTo>
                <a:lnTo>
                  <a:pt x="11132" y="11136"/>
                </a:lnTo>
                <a:lnTo>
                  <a:pt x="11132" y="3265007"/>
                </a:lnTo>
                <a:lnTo>
                  <a:pt x="11132" y="3265007"/>
                </a:lnTo>
                <a:close/>
              </a:path>
            </a:pathLst>
          </a:custGeom>
          <a:solidFill>
            <a:srgbClr val="000000"/>
          </a:solidFill>
          <a:ln w="11126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9335AC74-4006-0953-0DD5-5961DBE68DF3}"/>
              </a:ext>
            </a:extLst>
          </p:cNvPr>
          <p:cNvSpPr/>
          <p:nvPr/>
        </p:nvSpPr>
        <p:spPr>
          <a:xfrm>
            <a:off x="5747089" y="1913952"/>
            <a:ext cx="968918" cy="216982"/>
          </a:xfrm>
          <a:prstGeom prst="rect">
            <a:avLst/>
          </a:prstGeom>
          <a:solidFill>
            <a:srgbClr val="22222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45720" tIns="45720" rIns="45720" bIns="45720" rtlCol="0" anchor="ctr">
            <a:spAutoFit/>
          </a:bodyPr>
          <a:lstStyle/>
          <a:p>
            <a:pPr lvl="0"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defRPr/>
            </a:pPr>
            <a:r>
              <a:rPr lang="en-US" sz="900" b="1" kern="100" dirty="0">
                <a:solidFill>
                  <a:prstClr val="white"/>
                </a:solidFill>
              </a:rPr>
              <a:t>Middleware</a:t>
            </a:r>
            <a:endParaRPr kumimoji="0" lang="en-US" sz="900" b="1" i="0" u="none" strike="noStrike" kern="1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50" name="Graphic 29">
            <a:extLst>
              <a:ext uri="{FF2B5EF4-FFF2-40B4-BE49-F238E27FC236}">
                <a16:creationId xmlns:a16="http://schemas.microsoft.com/office/drawing/2014/main" id="{D4D6C0B3-AF28-AE52-9530-46F171FB7551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5997929" y="2423919"/>
            <a:ext cx="476250" cy="476250"/>
          </a:xfrm>
          <a:prstGeom prst="rect">
            <a:avLst/>
          </a:prstGeom>
        </p:spPr>
      </p:pic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5C2104AD-E1BA-72C5-A1A9-F0F045E7BA12}"/>
              </a:ext>
            </a:extLst>
          </p:cNvPr>
          <p:cNvCxnSpPr>
            <a:cxnSpLocks/>
          </p:cNvCxnSpPr>
          <p:nvPr/>
        </p:nvCxnSpPr>
        <p:spPr>
          <a:xfrm flipV="1">
            <a:off x="4890141" y="2589136"/>
            <a:ext cx="1069819" cy="4007"/>
          </a:xfrm>
          <a:prstGeom prst="line">
            <a:avLst/>
          </a:prstGeom>
          <a:noFill/>
          <a:ln w="12700" cap="rnd" cmpd="sng" algn="ctr">
            <a:solidFill>
              <a:srgbClr val="F29A36"/>
            </a:solidFill>
            <a:prstDash val="solid"/>
            <a:round/>
            <a:headEnd type="none" w="med" len="sm"/>
            <a:tailEnd type="arrow" w="med" len="sm"/>
          </a:ln>
          <a:effectLst/>
        </p:spPr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C8D9F9A0-1346-279F-93BA-AC10B24C9644}"/>
              </a:ext>
            </a:extLst>
          </p:cNvPr>
          <p:cNvCxnSpPr>
            <a:cxnSpLocks/>
          </p:cNvCxnSpPr>
          <p:nvPr/>
        </p:nvCxnSpPr>
        <p:spPr>
          <a:xfrm>
            <a:off x="6505363" y="2589136"/>
            <a:ext cx="992667" cy="0"/>
          </a:xfrm>
          <a:prstGeom prst="line">
            <a:avLst/>
          </a:prstGeom>
          <a:noFill/>
          <a:ln w="12700" cap="rnd" cmpd="sng" algn="ctr">
            <a:solidFill>
              <a:srgbClr val="F29A36"/>
            </a:solidFill>
            <a:prstDash val="solid"/>
            <a:round/>
            <a:headEnd type="none" w="med" len="sm"/>
            <a:tailEnd type="arrow" w="med" len="sm"/>
          </a:ln>
          <a:effectLst/>
        </p:spPr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01B6971B-2069-E0AA-F170-16A9720B4AE8}"/>
              </a:ext>
            </a:extLst>
          </p:cNvPr>
          <p:cNvCxnSpPr>
            <a:cxnSpLocks/>
          </p:cNvCxnSpPr>
          <p:nvPr/>
        </p:nvCxnSpPr>
        <p:spPr>
          <a:xfrm flipH="1">
            <a:off x="6505363" y="2744510"/>
            <a:ext cx="1036938" cy="0"/>
          </a:xfrm>
          <a:prstGeom prst="line">
            <a:avLst/>
          </a:prstGeom>
          <a:noFill/>
          <a:ln w="12700" cap="rnd" cmpd="sng" algn="ctr">
            <a:solidFill>
              <a:srgbClr val="F29A36"/>
            </a:solidFill>
            <a:prstDash val="solid"/>
            <a:round/>
            <a:headEnd type="none" w="med" len="sm"/>
            <a:tailEnd type="arrow" w="med" len="sm"/>
          </a:ln>
          <a:effectLst/>
        </p:spPr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DC17F67C-958C-CADA-7A2F-FE3C4726EE7F}"/>
              </a:ext>
            </a:extLst>
          </p:cNvPr>
          <p:cNvCxnSpPr>
            <a:cxnSpLocks/>
          </p:cNvCxnSpPr>
          <p:nvPr/>
        </p:nvCxnSpPr>
        <p:spPr>
          <a:xfrm flipH="1">
            <a:off x="5007239" y="2744510"/>
            <a:ext cx="904144" cy="0"/>
          </a:xfrm>
          <a:prstGeom prst="line">
            <a:avLst/>
          </a:prstGeom>
          <a:noFill/>
          <a:ln w="12700" cap="rnd" cmpd="sng" algn="ctr">
            <a:solidFill>
              <a:srgbClr val="F29A36"/>
            </a:solidFill>
            <a:prstDash val="solid"/>
            <a:round/>
            <a:headEnd type="none" w="med" len="sm"/>
            <a:tailEnd type="arrow" w="med" len="sm"/>
          </a:ln>
          <a:effectLst/>
        </p:spPr>
      </p:cxnSp>
      <p:sp>
        <p:nvSpPr>
          <p:cNvPr id="51" name="Freeform 1061">
            <a:extLst>
              <a:ext uri="{FF2B5EF4-FFF2-40B4-BE49-F238E27FC236}">
                <a16:creationId xmlns:a16="http://schemas.microsoft.com/office/drawing/2014/main" id="{390D908E-4F7C-DFA6-42B5-5E4AF770F023}"/>
              </a:ext>
            </a:extLst>
          </p:cNvPr>
          <p:cNvSpPr/>
          <p:nvPr/>
        </p:nvSpPr>
        <p:spPr>
          <a:xfrm>
            <a:off x="5656732" y="223545"/>
            <a:ext cx="1215005" cy="787428"/>
          </a:xfrm>
          <a:custGeom>
            <a:avLst/>
            <a:gdLst>
              <a:gd name="connsiteX0" fmla="*/ 1542932 w 1542931"/>
              <a:gd name="connsiteY0" fmla="*/ 3276142 h 3276142"/>
              <a:gd name="connsiteX1" fmla="*/ 0 w 1542931"/>
              <a:gd name="connsiteY1" fmla="*/ 3276142 h 3276142"/>
              <a:gd name="connsiteX2" fmla="*/ 0 w 1542931"/>
              <a:gd name="connsiteY2" fmla="*/ 0 h 3276142"/>
              <a:gd name="connsiteX3" fmla="*/ 1542932 w 1542931"/>
              <a:gd name="connsiteY3" fmla="*/ 0 h 3276142"/>
              <a:gd name="connsiteX4" fmla="*/ 1542932 w 1542931"/>
              <a:gd name="connsiteY4" fmla="*/ 3276142 h 3276142"/>
              <a:gd name="connsiteX5" fmla="*/ 1542932 w 1542931"/>
              <a:gd name="connsiteY5" fmla="*/ 3276142 h 3276142"/>
              <a:gd name="connsiteX6" fmla="*/ 11132 w 1542931"/>
              <a:gd name="connsiteY6" fmla="*/ 3265007 h 3276142"/>
              <a:gd name="connsiteX7" fmla="*/ 1531800 w 1542931"/>
              <a:gd name="connsiteY7" fmla="*/ 3265007 h 3276142"/>
              <a:gd name="connsiteX8" fmla="*/ 1531800 w 1542931"/>
              <a:gd name="connsiteY8" fmla="*/ 11136 h 3276142"/>
              <a:gd name="connsiteX9" fmla="*/ 11132 w 1542931"/>
              <a:gd name="connsiteY9" fmla="*/ 11136 h 3276142"/>
              <a:gd name="connsiteX10" fmla="*/ 11132 w 1542931"/>
              <a:gd name="connsiteY10" fmla="*/ 3265007 h 3276142"/>
              <a:gd name="connsiteX11" fmla="*/ 11132 w 1542931"/>
              <a:gd name="connsiteY11" fmla="*/ 3265007 h 327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542931" h="3276142">
                <a:moveTo>
                  <a:pt x="1542932" y="3276142"/>
                </a:moveTo>
                <a:lnTo>
                  <a:pt x="0" y="3276142"/>
                </a:lnTo>
                <a:lnTo>
                  <a:pt x="0" y="0"/>
                </a:lnTo>
                <a:lnTo>
                  <a:pt x="1542932" y="0"/>
                </a:lnTo>
                <a:lnTo>
                  <a:pt x="1542932" y="3276142"/>
                </a:lnTo>
                <a:lnTo>
                  <a:pt x="1542932" y="3276142"/>
                </a:lnTo>
                <a:close/>
                <a:moveTo>
                  <a:pt x="11132" y="3265007"/>
                </a:moveTo>
                <a:lnTo>
                  <a:pt x="1531800" y="3265007"/>
                </a:lnTo>
                <a:lnTo>
                  <a:pt x="1531800" y="11136"/>
                </a:lnTo>
                <a:lnTo>
                  <a:pt x="11132" y="11136"/>
                </a:lnTo>
                <a:lnTo>
                  <a:pt x="11132" y="3265007"/>
                </a:lnTo>
                <a:lnTo>
                  <a:pt x="11132" y="3265007"/>
                </a:lnTo>
                <a:close/>
              </a:path>
            </a:pathLst>
          </a:custGeom>
          <a:solidFill>
            <a:srgbClr val="000000"/>
          </a:solidFill>
          <a:ln w="11126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169456DC-F5A2-8AC9-4B16-59CF8B55A665}"/>
              </a:ext>
            </a:extLst>
          </p:cNvPr>
          <p:cNvSpPr/>
          <p:nvPr/>
        </p:nvSpPr>
        <p:spPr>
          <a:xfrm>
            <a:off x="5734295" y="47848"/>
            <a:ext cx="968918" cy="341632"/>
          </a:xfrm>
          <a:prstGeom prst="rect">
            <a:avLst/>
          </a:prstGeom>
          <a:solidFill>
            <a:srgbClr val="22222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45720" tIns="45720" rIns="45720" bIns="45720" rtlCol="0" anchor="ctr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F5 AI Guardrails</a:t>
            </a:r>
          </a:p>
        </p:txBody>
      </p:sp>
      <p:pic>
        <p:nvPicPr>
          <p:cNvPr id="57" name="Graphic 29">
            <a:extLst>
              <a:ext uri="{FF2B5EF4-FFF2-40B4-BE49-F238E27FC236}">
                <a16:creationId xmlns:a16="http://schemas.microsoft.com/office/drawing/2014/main" id="{95005BF0-3E84-24AB-C129-5834CEDEFA87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5997923" y="485862"/>
            <a:ext cx="476250" cy="476250"/>
          </a:xfrm>
          <a:prstGeom prst="rect">
            <a:avLst/>
          </a:prstGeom>
        </p:spPr>
      </p:pic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43CC2309-5DC7-245D-EE13-73EFE6CE8F22}"/>
              </a:ext>
            </a:extLst>
          </p:cNvPr>
          <p:cNvCxnSpPr>
            <a:cxnSpLocks/>
          </p:cNvCxnSpPr>
          <p:nvPr/>
        </p:nvCxnSpPr>
        <p:spPr>
          <a:xfrm flipV="1">
            <a:off x="6096000" y="1185933"/>
            <a:ext cx="0" cy="597439"/>
          </a:xfrm>
          <a:prstGeom prst="line">
            <a:avLst/>
          </a:prstGeom>
          <a:noFill/>
          <a:ln w="12700" cap="rnd" cmpd="sng" algn="ctr">
            <a:solidFill>
              <a:srgbClr val="F29A36"/>
            </a:solidFill>
            <a:prstDash val="solid"/>
            <a:round/>
            <a:headEnd type="none" w="med" len="sm"/>
            <a:tailEnd type="arrow" w="med" len="sm"/>
          </a:ln>
          <a:effectLst/>
        </p:spPr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2182C81D-9011-2EA7-156A-3AB27747D122}"/>
              </a:ext>
            </a:extLst>
          </p:cNvPr>
          <p:cNvCxnSpPr>
            <a:cxnSpLocks/>
          </p:cNvCxnSpPr>
          <p:nvPr/>
        </p:nvCxnSpPr>
        <p:spPr>
          <a:xfrm>
            <a:off x="6350442" y="1201058"/>
            <a:ext cx="0" cy="567187"/>
          </a:xfrm>
          <a:prstGeom prst="line">
            <a:avLst/>
          </a:prstGeom>
          <a:noFill/>
          <a:ln w="12700" cap="rnd" cmpd="sng" algn="ctr">
            <a:solidFill>
              <a:srgbClr val="F29A36"/>
            </a:solidFill>
            <a:prstDash val="solid"/>
            <a:round/>
            <a:headEnd type="none" w="med" len="sm"/>
            <a:tailEnd type="arrow" w="med" len="sm"/>
          </a:ln>
          <a:effectLst/>
        </p:spPr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427F96B-3FD7-D7DC-6CA3-A15FC0759165}"/>
              </a:ext>
            </a:extLst>
          </p:cNvPr>
          <p:cNvSpPr txBox="1"/>
          <p:nvPr/>
        </p:nvSpPr>
        <p:spPr>
          <a:xfrm>
            <a:off x="3257453" y="2246142"/>
            <a:ext cx="209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1</a:t>
            </a:r>
            <a:endParaRPr lang="LID4096" dirty="0">
              <a:solidFill>
                <a:schemeClr val="bg1"/>
              </a:solidFill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61969A8-DBCC-B576-3DCB-9CAEB14F9BD9}"/>
              </a:ext>
            </a:extLst>
          </p:cNvPr>
          <p:cNvSpPr txBox="1"/>
          <p:nvPr/>
        </p:nvSpPr>
        <p:spPr>
          <a:xfrm>
            <a:off x="5189473" y="2206895"/>
            <a:ext cx="209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2</a:t>
            </a:r>
            <a:endParaRPr lang="LID4096" dirty="0">
              <a:solidFill>
                <a:schemeClr val="bg1"/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6030688-7E1D-9274-5BF1-3320890A07E7}"/>
              </a:ext>
            </a:extLst>
          </p:cNvPr>
          <p:cNvSpPr txBox="1"/>
          <p:nvPr/>
        </p:nvSpPr>
        <p:spPr>
          <a:xfrm>
            <a:off x="5816159" y="1487935"/>
            <a:ext cx="209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3</a:t>
            </a:r>
            <a:endParaRPr lang="LID4096" dirty="0">
              <a:solidFill>
                <a:schemeClr val="bg1"/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471C6FA-52F0-93AF-70F3-AFAD8F5BA2BC}"/>
              </a:ext>
            </a:extLst>
          </p:cNvPr>
          <p:cNvSpPr txBox="1"/>
          <p:nvPr/>
        </p:nvSpPr>
        <p:spPr>
          <a:xfrm>
            <a:off x="6416373" y="1469175"/>
            <a:ext cx="209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4</a:t>
            </a:r>
            <a:endParaRPr lang="LID4096" dirty="0">
              <a:solidFill>
                <a:schemeClr val="bg1"/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5082F20-897A-B2D6-D5F5-2DA08233D84F}"/>
              </a:ext>
            </a:extLst>
          </p:cNvPr>
          <p:cNvSpPr txBox="1"/>
          <p:nvPr/>
        </p:nvSpPr>
        <p:spPr>
          <a:xfrm>
            <a:off x="7079854" y="2219804"/>
            <a:ext cx="209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5</a:t>
            </a:r>
            <a:endParaRPr lang="LID4096" dirty="0">
              <a:solidFill>
                <a:schemeClr val="bg1"/>
              </a:solidFill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636867F-B57D-2E35-1519-72497E51E9B1}"/>
              </a:ext>
            </a:extLst>
          </p:cNvPr>
          <p:cNvSpPr txBox="1"/>
          <p:nvPr/>
        </p:nvSpPr>
        <p:spPr>
          <a:xfrm>
            <a:off x="7084404" y="2744509"/>
            <a:ext cx="209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6</a:t>
            </a:r>
            <a:endParaRPr lang="LID4096" dirty="0">
              <a:solidFill>
                <a:schemeClr val="bg1"/>
              </a:solidFill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EDED6EE-3CBE-5BC6-8DA8-05CF82FCB4B4}"/>
              </a:ext>
            </a:extLst>
          </p:cNvPr>
          <p:cNvSpPr txBox="1"/>
          <p:nvPr/>
        </p:nvSpPr>
        <p:spPr>
          <a:xfrm>
            <a:off x="5814052" y="1105137"/>
            <a:ext cx="209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7</a:t>
            </a:r>
            <a:endParaRPr lang="LID4096" dirty="0">
              <a:solidFill>
                <a:schemeClr val="bg1"/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D8F04A6-4768-0052-444D-36803A2B496F}"/>
              </a:ext>
            </a:extLst>
          </p:cNvPr>
          <p:cNvSpPr txBox="1"/>
          <p:nvPr/>
        </p:nvSpPr>
        <p:spPr>
          <a:xfrm>
            <a:off x="6416373" y="1117214"/>
            <a:ext cx="209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8</a:t>
            </a:r>
            <a:endParaRPr lang="LID4096" dirty="0">
              <a:solidFill>
                <a:schemeClr val="bg1"/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7B99AA1-601A-5DBA-E585-F7A4A14C15B6}"/>
              </a:ext>
            </a:extLst>
          </p:cNvPr>
          <p:cNvSpPr txBox="1"/>
          <p:nvPr/>
        </p:nvSpPr>
        <p:spPr>
          <a:xfrm>
            <a:off x="5215107" y="2767191"/>
            <a:ext cx="209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9</a:t>
            </a:r>
            <a:endParaRPr lang="LID4096" dirty="0">
              <a:solidFill>
                <a:schemeClr val="bg1"/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83E217D-6B0A-7266-9E14-093074978FC2}"/>
              </a:ext>
            </a:extLst>
          </p:cNvPr>
          <p:cNvSpPr txBox="1"/>
          <p:nvPr/>
        </p:nvSpPr>
        <p:spPr>
          <a:xfrm>
            <a:off x="3133104" y="2841509"/>
            <a:ext cx="4466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10</a:t>
            </a:r>
            <a:endParaRPr lang="LID4096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0073216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F5 Theme">
  <a:themeElements>
    <a:clrScheme name="Custom 5">
      <a:dk1>
        <a:srgbClr val="000000"/>
      </a:dk1>
      <a:lt1>
        <a:srgbClr val="FFFFFF"/>
      </a:lt1>
      <a:dk2>
        <a:srgbClr val="222222"/>
      </a:dk2>
      <a:lt2>
        <a:srgbClr val="E6E6E6"/>
      </a:lt2>
      <a:accent1>
        <a:srgbClr val="0E41AA"/>
      </a:accent1>
      <a:accent2>
        <a:srgbClr val="4A1968"/>
      </a:accent2>
      <a:accent3>
        <a:srgbClr val="AB2782"/>
      </a:accent3>
      <a:accent4>
        <a:srgbClr val="E4002B"/>
      </a:accent4>
      <a:accent5>
        <a:srgbClr val="F29A36"/>
      </a:accent5>
      <a:accent6>
        <a:srgbClr val="009639"/>
      </a:accent6>
      <a:hlink>
        <a:srgbClr val="0E41AA"/>
      </a:hlink>
      <a:folHlink>
        <a:srgbClr val="AB2782"/>
      </a:folHlink>
    </a:clrScheme>
    <a:fontScheme name="Custom 13">
      <a:majorFont>
        <a:latin typeface="Aptos ExtraBold"/>
        <a:ea typeface=""/>
        <a:cs typeface=""/>
      </a:majorFont>
      <a:minorFont>
        <a:latin typeface="Apto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l">
          <a:lnSpc>
            <a:spcPct val="90000"/>
          </a:lnSpc>
          <a:spcBef>
            <a:spcPts val="200"/>
          </a:spcBef>
          <a:spcAft>
            <a:spcPts val="200"/>
          </a:spcAft>
          <a:defRPr sz="1200" kern="100" dirty="0" err="1" smtClean="0">
            <a:solidFill>
              <a:schemeClr val="tx1"/>
            </a:solidFill>
            <a:latin typeface="+mn-lt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bg1">
              <a:lumMod val="85000"/>
            </a:schemeClr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lnSpc>
            <a:spcPct val="105000"/>
          </a:lnSpc>
          <a:spcBef>
            <a:spcPts val="0"/>
          </a:spcBef>
          <a:spcAft>
            <a:spcPts val="600"/>
          </a:spcAft>
          <a:defRPr sz="1600" kern="100" dirty="0" smtClean="0"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E47CBF07-A91F-114E-903A-3D923D9780F6}" vid="{2A06E1BF-31E5-944F-A8FE-76E41EFCF8F3}"/>
    </a:ext>
  </a:extLst>
</a:theme>
</file>

<file path=ppt/theme/theme2.xml><?xml version="1.0" encoding="utf-8"?>
<a:theme xmlns:a="http://schemas.openxmlformats.org/drawingml/2006/main" name="1_F5 Theme">
  <a:themeElements>
    <a:clrScheme name="Custom 5">
      <a:dk1>
        <a:srgbClr val="000000"/>
      </a:dk1>
      <a:lt1>
        <a:srgbClr val="FFFFFF"/>
      </a:lt1>
      <a:dk2>
        <a:srgbClr val="222222"/>
      </a:dk2>
      <a:lt2>
        <a:srgbClr val="E6E6E6"/>
      </a:lt2>
      <a:accent1>
        <a:srgbClr val="0E41AA"/>
      </a:accent1>
      <a:accent2>
        <a:srgbClr val="4A1968"/>
      </a:accent2>
      <a:accent3>
        <a:srgbClr val="AB2782"/>
      </a:accent3>
      <a:accent4>
        <a:srgbClr val="E4002B"/>
      </a:accent4>
      <a:accent5>
        <a:srgbClr val="F29A36"/>
      </a:accent5>
      <a:accent6>
        <a:srgbClr val="009639"/>
      </a:accent6>
      <a:hlink>
        <a:srgbClr val="0E41AA"/>
      </a:hlink>
      <a:folHlink>
        <a:srgbClr val="AB2782"/>
      </a:folHlink>
    </a:clrScheme>
    <a:fontScheme name="Custom 13">
      <a:majorFont>
        <a:latin typeface="Aptos ExtraBold"/>
        <a:ea typeface=""/>
        <a:cs typeface=""/>
      </a:majorFont>
      <a:minorFont>
        <a:latin typeface="Apto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l">
          <a:lnSpc>
            <a:spcPct val="90000"/>
          </a:lnSpc>
          <a:spcBef>
            <a:spcPts val="200"/>
          </a:spcBef>
          <a:spcAft>
            <a:spcPts val="200"/>
          </a:spcAft>
          <a:defRPr sz="1200" kern="100" dirty="0" err="1" smtClean="0">
            <a:solidFill>
              <a:schemeClr val="tx1"/>
            </a:solidFill>
            <a:latin typeface="+mn-lt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bg1">
              <a:lumMod val="85000"/>
            </a:schemeClr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lnSpc>
            <a:spcPct val="105000"/>
          </a:lnSpc>
          <a:spcBef>
            <a:spcPts val="0"/>
          </a:spcBef>
          <a:spcAft>
            <a:spcPts val="600"/>
          </a:spcAft>
          <a:defRPr sz="1600" kern="100" dirty="0" smtClean="0"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F5-Template-Starter-2025-07-24  -  Read-Only" id="{3468033E-966B-47CF-8976-3B6FB463DA2F}" vid="{E4FDBBDF-D981-4EF2-8CFF-689D41A8F60A}"/>
    </a:ext>
  </a:extLst>
</a:theme>
</file>

<file path=ppt/theme/theme3.xml><?xml version="1.0" encoding="utf-8"?>
<a:theme xmlns:a="http://schemas.openxmlformats.org/drawingml/2006/main" name="Simple Light">
  <a:themeElements>
    <a:clrScheme name="Simple Light">
      <a:dk1>
        <a:srgbClr val="F6F2F2"/>
      </a:dk1>
      <a:lt1>
        <a:srgbClr val="222632"/>
      </a:lt1>
      <a:dk2>
        <a:srgbClr val="222632"/>
      </a:dk2>
      <a:lt2>
        <a:srgbClr val="EBEBEB"/>
      </a:lt2>
      <a:accent1>
        <a:srgbClr val="FF8652"/>
      </a:accent1>
      <a:accent2>
        <a:srgbClr val="FF7FF0"/>
      </a:accent2>
      <a:accent3>
        <a:srgbClr val="77D6FF"/>
      </a:accent3>
      <a:accent4>
        <a:srgbClr val="45E796"/>
      </a:accent4>
      <a:accent5>
        <a:srgbClr val="FFFFFF"/>
      </a:accent5>
      <a:accent6>
        <a:srgbClr val="FFFFFF"/>
      </a:accent6>
      <a:hlink>
        <a:srgbClr val="45E796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2_F5 Theme">
  <a:themeElements>
    <a:clrScheme name="Custom 5">
      <a:dk1>
        <a:srgbClr val="000000"/>
      </a:dk1>
      <a:lt1>
        <a:srgbClr val="FFFFFF"/>
      </a:lt1>
      <a:dk2>
        <a:srgbClr val="222222"/>
      </a:dk2>
      <a:lt2>
        <a:srgbClr val="E6E6E6"/>
      </a:lt2>
      <a:accent1>
        <a:srgbClr val="0E41AA"/>
      </a:accent1>
      <a:accent2>
        <a:srgbClr val="4A1968"/>
      </a:accent2>
      <a:accent3>
        <a:srgbClr val="AB2782"/>
      </a:accent3>
      <a:accent4>
        <a:srgbClr val="E4002B"/>
      </a:accent4>
      <a:accent5>
        <a:srgbClr val="F29A36"/>
      </a:accent5>
      <a:accent6>
        <a:srgbClr val="009639"/>
      </a:accent6>
      <a:hlink>
        <a:srgbClr val="0E41AA"/>
      </a:hlink>
      <a:folHlink>
        <a:srgbClr val="AB2782"/>
      </a:folHlink>
    </a:clrScheme>
    <a:fontScheme name="Custom 13">
      <a:majorFont>
        <a:latin typeface="Aptos ExtraBold"/>
        <a:ea typeface=""/>
        <a:cs typeface=""/>
      </a:majorFont>
      <a:minorFont>
        <a:latin typeface="Apto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l">
          <a:lnSpc>
            <a:spcPct val="90000"/>
          </a:lnSpc>
          <a:spcBef>
            <a:spcPts val="200"/>
          </a:spcBef>
          <a:spcAft>
            <a:spcPts val="200"/>
          </a:spcAft>
          <a:defRPr sz="1200" kern="100" dirty="0" err="1" smtClean="0">
            <a:solidFill>
              <a:schemeClr val="tx1"/>
            </a:solidFill>
            <a:latin typeface="+mn-lt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bg1">
              <a:lumMod val="85000"/>
            </a:schemeClr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lnSpc>
            <a:spcPct val="105000"/>
          </a:lnSpc>
          <a:spcBef>
            <a:spcPts val="0"/>
          </a:spcBef>
          <a:spcAft>
            <a:spcPts val="600"/>
          </a:spcAft>
          <a:defRPr sz="1600" kern="100" dirty="0" smtClean="0"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F5-Template-Starter-2025-01-02" id="{C7BA2CFD-D806-2E40-8BC6-8C636377F5C3}" vid="{1294BDE0-B6CB-5540-8D49-A2E22F502B11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af9ae1a1-40d9-484a-8e79-5834d0c1baa5" xsi:nil="true"/>
    <lcf76f155ced4ddcb4097134ff3c332f xmlns="80382a06-9053-4b6e-992b-80dafd7b4a17">
      <Terms xmlns="http://schemas.microsoft.com/office/infopath/2007/PartnerControls"/>
    </lcf76f155ced4ddcb4097134ff3c332f>
    <Automation xmlns="80382a06-9053-4b6e-992b-80dafd7b4a17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7F70AD0E8499447B7AF23FFB1E052E4" ma:contentTypeVersion="19" ma:contentTypeDescription="Create a new document." ma:contentTypeScope="" ma:versionID="1946da80b73ce00d0d4ac7ddb6f0afe3">
  <xsd:schema xmlns:xsd="http://www.w3.org/2001/XMLSchema" xmlns:xs="http://www.w3.org/2001/XMLSchema" xmlns:p="http://schemas.microsoft.com/office/2006/metadata/properties" xmlns:ns2="80382a06-9053-4b6e-992b-80dafd7b4a17" xmlns:ns3="6d22a82d-4bd0-4313-b366-dc4b75239e6b" xmlns:ns4="af9ae1a1-40d9-484a-8e79-5834d0c1baa5" targetNamespace="http://schemas.microsoft.com/office/2006/metadata/properties" ma:root="true" ma:fieldsID="464ffd7ccac655ca6d99995f1a7733dc" ns2:_="" ns3:_="" ns4:_="">
    <xsd:import namespace="80382a06-9053-4b6e-992b-80dafd7b4a17"/>
    <xsd:import namespace="6d22a82d-4bd0-4313-b366-dc4b75239e6b"/>
    <xsd:import namespace="af9ae1a1-40d9-484a-8e79-5834d0c1baa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LengthInSeconds" minOccurs="0"/>
                <xsd:element ref="ns2:Automation" minOccurs="0"/>
                <xsd:element ref="ns2:MediaServiceObjectDetectorVersions" minOccurs="0"/>
                <xsd:element ref="ns2:lcf76f155ced4ddcb4097134ff3c332f" minOccurs="0"/>
                <xsd:element ref="ns4:TaxCatchAll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0382a06-9053-4b6e-992b-80dafd7b4a1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OCR" ma:index="1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Automation" ma:index="20" nillable="true" ma:displayName="Automation" ma:format="Dropdown" ma:internalName="Automation">
      <xsd:simpleType>
        <xsd:restriction base="dms:Choice">
          <xsd:enumeration value="ANSIBLE"/>
          <xsd:enumeration value="Terraform"/>
          <xsd:enumeration value="Scripting"/>
        </xsd:restriction>
      </xsd:simple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23" nillable="true" ma:taxonomy="true" ma:internalName="lcf76f155ced4ddcb4097134ff3c332f" ma:taxonomyFieldName="MediaServiceImageTags" ma:displayName="Image Tags" ma:readOnly="false" ma:fieldId="{5cf76f15-5ced-4ddc-b409-7134ff3c332f}" ma:taxonomyMulti="true" ma:sspId="d8e3dbf5-c6ed-4cb8-a6ba-f39a75e0162d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d22a82d-4bd0-4313-b366-dc4b75239e6b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f9ae1a1-40d9-484a-8e79-5834d0c1baa5" elementFormDefault="qualified">
    <xsd:import namespace="http://schemas.microsoft.com/office/2006/documentManagement/types"/>
    <xsd:import namespace="http://schemas.microsoft.com/office/infopath/2007/PartnerControls"/>
    <xsd:element name="TaxCatchAll" ma:index="24" nillable="true" ma:displayName="Taxonomy Catch All Column" ma:hidden="true" ma:list="{fb50ca2d-fe46-41e4-9cdc-0e856ddaddb7}" ma:internalName="TaxCatchAll" ma:showField="CatchAllData" ma:web="6d22a82d-4bd0-4313-b366-dc4b75239e6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6D16A51-F360-4133-A543-D2106034D290}">
  <ds:schemaRefs>
    <ds:schemaRef ds:uri="http://purl.org/dc/elements/1.1/"/>
    <ds:schemaRef ds:uri="http://schemas.microsoft.com/office/2006/documentManagement/types"/>
    <ds:schemaRef ds:uri="http://schemas.openxmlformats.org/package/2006/metadata/core-properties"/>
    <ds:schemaRef ds:uri="http://purl.org/dc/terms/"/>
    <ds:schemaRef ds:uri="http://www.w3.org/XML/1998/namespace"/>
    <ds:schemaRef ds:uri="http://schemas.microsoft.com/office/infopath/2007/PartnerControls"/>
    <ds:schemaRef ds:uri="80382a06-9053-4b6e-992b-80dafd7b4a17"/>
    <ds:schemaRef ds:uri="af9ae1a1-40d9-484a-8e79-5834d0c1baa5"/>
    <ds:schemaRef ds:uri="6d22a82d-4bd0-4313-b366-dc4b75239e6b"/>
    <ds:schemaRef ds:uri="http://schemas.microsoft.com/office/2006/metadata/properties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43394260-8DB0-4D3F-BDA2-B9AAAA2D654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11481AC-BAE0-4733-B10A-4AF71B12D56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0382a06-9053-4b6e-992b-80dafd7b4a17"/>
    <ds:schemaRef ds:uri="6d22a82d-4bd0-4313-b366-dc4b75239e6b"/>
    <ds:schemaRef ds:uri="af9ae1a1-40d9-484a-8e79-5834d0c1baa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F5 Theme</Template>
  <TotalTime>0</TotalTime>
  <Words>96</Words>
  <Application>Microsoft Office PowerPoint</Application>
  <PresentationFormat>Widescreen</PresentationFormat>
  <Paragraphs>64</Paragraphs>
  <Slides>3</Slides>
  <Notes>3</Notes>
  <HiddenSlides>0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4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14" baseType="lpstr">
      <vt:lpstr>Host Grotesk</vt:lpstr>
      <vt:lpstr>Host Grotesk Medium</vt:lpstr>
      <vt:lpstr>Aptos</vt:lpstr>
      <vt:lpstr>Aptos ExtraBold</vt:lpstr>
      <vt:lpstr>Arial</vt:lpstr>
      <vt:lpstr>Arial Narrow</vt:lpstr>
      <vt:lpstr>F5 Theme</vt:lpstr>
      <vt:lpstr>1_F5 Theme</vt:lpstr>
      <vt:lpstr>Simple Light</vt:lpstr>
      <vt:lpstr>2_F5 Theme</vt:lpstr>
      <vt:lpstr>think-cell Slide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Matthieu Dierick</dc:creator>
  <cp:lastModifiedBy>Sorin Boiangiu</cp:lastModifiedBy>
  <cp:revision>34</cp:revision>
  <dcterms:created xsi:type="dcterms:W3CDTF">2025-01-10T14:43:58Z</dcterms:created>
  <dcterms:modified xsi:type="dcterms:W3CDTF">2025-12-23T07:54:54Z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0x010100F7F70AD0E8499447B7AF23FFB1E052E4</vt:lpwstr>
  </property>
  <property fmtid="{D5CDD505-2E9C-101B-9397-08002B2CF9AE}" pid="3" name="MediaServiceImageTags">
    <vt:lpwstr/>
  </property>
</Properties>
</file>
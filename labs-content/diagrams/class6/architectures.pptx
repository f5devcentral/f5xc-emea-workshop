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3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11" r:id="rId5"/>
    <p:sldMasterId id="2147483762" r:id="rId6"/>
    <p:sldMasterId id="2147483769" r:id="rId7"/>
  </p:sldMasterIdLst>
  <p:notesMasterIdLst>
    <p:notesMasterId r:id="rId11"/>
  </p:notesMasterIdLst>
  <p:sldIdLst>
    <p:sldId id="2147482828" r:id="rId8"/>
    <p:sldId id="2147483476" r:id="rId9"/>
    <p:sldId id="21474834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8098F-4E8A-4FFE-8E28-9B94F0F0B868}" v="1" dt="2025-12-10T11:43:41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0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in Boiangiu" userId="e48e28a2-911f-4cdd-a5aa-5e03b261f684" providerId="ADAL" clId="{49CBE20F-7858-4FD7-9D97-71A2C51ABB94}"/>
    <pc:docChg chg="undo custSel addSld delSld modSld">
      <pc:chgData name="Sorin Boiangiu" userId="e48e28a2-911f-4cdd-a5aa-5e03b261f684" providerId="ADAL" clId="{49CBE20F-7858-4FD7-9D97-71A2C51ABB94}" dt="2025-12-10T13:02:37.696" v="123" actId="20577"/>
      <pc:docMkLst>
        <pc:docMk/>
      </pc:docMkLst>
      <pc:sldChg chg="modSp mod">
        <pc:chgData name="Sorin Boiangiu" userId="e48e28a2-911f-4cdd-a5aa-5e03b261f684" providerId="ADAL" clId="{49CBE20F-7858-4FD7-9D97-71A2C51ABB94}" dt="2025-12-01T07:12:41.560" v="44" actId="20577"/>
        <pc:sldMkLst>
          <pc:docMk/>
          <pc:sldMk cId="0" sldId="266"/>
        </pc:sldMkLst>
        <pc:spChg chg="mod">
          <ac:chgData name="Sorin Boiangiu" userId="e48e28a2-911f-4cdd-a5aa-5e03b261f684" providerId="ADAL" clId="{49CBE20F-7858-4FD7-9D97-71A2C51ABB94}" dt="2025-12-01T07:12:41.560" v="44" actId="20577"/>
          <ac:spMkLst>
            <pc:docMk/>
            <pc:sldMk cId="0" sldId="266"/>
            <ac:spMk id="261" creationId="{00000000-0000-0000-0000-000000000000}"/>
          </ac:spMkLst>
        </pc:spChg>
        <pc:graphicFrameChg chg="mod modGraphic">
          <ac:chgData name="Sorin Boiangiu" userId="e48e28a2-911f-4cdd-a5aa-5e03b261f684" providerId="ADAL" clId="{49CBE20F-7858-4FD7-9D97-71A2C51ABB94}" dt="2025-12-01T07:11:56.089" v="28" actId="12"/>
          <ac:graphicFrameMkLst>
            <pc:docMk/>
            <pc:sldMk cId="0" sldId="266"/>
            <ac:graphicFrameMk id="260" creationId="{00000000-0000-0000-0000-000000000000}"/>
          </ac:graphicFrameMkLst>
        </pc:graphicFrameChg>
      </pc:sldChg>
      <pc:sldChg chg="addSp delSp modSp mod">
        <pc:chgData name="Sorin Boiangiu" userId="e48e28a2-911f-4cdd-a5aa-5e03b261f684" providerId="ADAL" clId="{49CBE20F-7858-4FD7-9D97-71A2C51ABB94}" dt="2025-12-01T07:18:08.148" v="75" actId="1076"/>
        <pc:sldMkLst>
          <pc:docMk/>
          <pc:sldMk cId="0" sldId="345"/>
        </pc:sldMkLst>
        <pc:picChg chg="add mod">
          <ac:chgData name="Sorin Boiangiu" userId="e48e28a2-911f-4cdd-a5aa-5e03b261f684" providerId="ADAL" clId="{49CBE20F-7858-4FD7-9D97-71A2C51ABB94}" dt="2025-12-01T07:18:08.148" v="75" actId="1076"/>
          <ac:picMkLst>
            <pc:docMk/>
            <pc:sldMk cId="0" sldId="345"/>
            <ac:picMk id="3" creationId="{FED2D14D-3374-5477-EB2F-7EE3474F8AB0}"/>
          </ac:picMkLst>
        </pc:picChg>
      </pc:sldChg>
      <pc:sldChg chg="modSp mod">
        <pc:chgData name="Sorin Boiangiu" userId="e48e28a2-911f-4cdd-a5aa-5e03b261f684" providerId="ADAL" clId="{49CBE20F-7858-4FD7-9D97-71A2C51ABB94}" dt="2025-12-01T13:07:58.510" v="95" actId="6549"/>
        <pc:sldMkLst>
          <pc:docMk/>
          <pc:sldMk cId="1703756367" sldId="2147482789"/>
        </pc:sldMkLst>
        <pc:spChg chg="mod">
          <ac:chgData name="Sorin Boiangiu" userId="e48e28a2-911f-4cdd-a5aa-5e03b261f684" providerId="ADAL" clId="{49CBE20F-7858-4FD7-9D97-71A2C51ABB94}" dt="2025-12-01T13:07:58.510" v="95" actId="6549"/>
          <ac:spMkLst>
            <pc:docMk/>
            <pc:sldMk cId="1703756367" sldId="2147482789"/>
            <ac:spMk id="10" creationId="{5DBD998B-FC30-4792-B245-1FFEC0B77D64}"/>
          </ac:spMkLst>
        </pc:spChg>
      </pc:sldChg>
      <pc:sldChg chg="delSp modSp add del mod">
        <pc:chgData name="Sorin Boiangiu" userId="e48e28a2-911f-4cdd-a5aa-5e03b261f684" providerId="ADAL" clId="{49CBE20F-7858-4FD7-9D97-71A2C51ABB94}" dt="2025-12-10T11:43:41.386" v="120"/>
        <pc:sldMkLst>
          <pc:docMk/>
          <pc:sldMk cId="1479662349" sldId="2147482828"/>
        </pc:sldMkLst>
        <pc:spChg chg="del">
          <ac:chgData name="Sorin Boiangiu" userId="e48e28a2-911f-4cdd-a5aa-5e03b261f684" providerId="ADAL" clId="{49CBE20F-7858-4FD7-9D97-71A2C51ABB94}" dt="2025-12-10T11:04:17.346" v="107" actId="478"/>
          <ac:spMkLst>
            <pc:docMk/>
            <pc:sldMk cId="1479662349" sldId="2147482828"/>
            <ac:spMk id="3" creationId="{E90B2D13-FB3D-6147-DED4-7EB3FBE6BE20}"/>
          </ac:spMkLst>
        </pc:spChg>
        <pc:spChg chg="del">
          <ac:chgData name="Sorin Boiangiu" userId="e48e28a2-911f-4cdd-a5aa-5e03b261f684" providerId="ADAL" clId="{49CBE20F-7858-4FD7-9D97-71A2C51ABB94}" dt="2025-12-10T11:04:19.812" v="108" actId="478"/>
          <ac:spMkLst>
            <pc:docMk/>
            <pc:sldMk cId="1479662349" sldId="2147482828"/>
            <ac:spMk id="4" creationId="{C88B8EFF-39BB-B0B0-4F7C-323C37AB837A}"/>
          </ac:spMkLst>
        </pc:spChg>
        <pc:spChg chg="del">
          <ac:chgData name="Sorin Boiangiu" userId="e48e28a2-911f-4cdd-a5aa-5e03b261f684" providerId="ADAL" clId="{49CBE20F-7858-4FD7-9D97-71A2C51ABB94}" dt="2025-12-10T11:04:17.346" v="107" actId="478"/>
          <ac:spMkLst>
            <pc:docMk/>
            <pc:sldMk cId="1479662349" sldId="2147482828"/>
            <ac:spMk id="5" creationId="{1738F892-65D2-E4F0-9505-2B5828CD83EF}"/>
          </ac:spMkLst>
        </pc:spChg>
        <pc:spChg chg="del mod">
          <ac:chgData name="Sorin Boiangiu" userId="e48e28a2-911f-4cdd-a5aa-5e03b261f684" providerId="ADAL" clId="{49CBE20F-7858-4FD7-9D97-71A2C51ABB94}" dt="2025-12-10T11:04:17.346" v="107" actId="478"/>
          <ac:spMkLst>
            <pc:docMk/>
            <pc:sldMk cId="1479662349" sldId="2147482828"/>
            <ac:spMk id="10" creationId="{AEA0DAEC-CD1F-AB0F-0BEA-E9B7089FAFF4}"/>
          </ac:spMkLst>
        </pc:spChg>
        <pc:spChg chg="del">
          <ac:chgData name="Sorin Boiangiu" userId="e48e28a2-911f-4cdd-a5aa-5e03b261f684" providerId="ADAL" clId="{49CBE20F-7858-4FD7-9D97-71A2C51ABB94}" dt="2025-12-10T11:04:19.812" v="108" actId="478"/>
          <ac:spMkLst>
            <pc:docMk/>
            <pc:sldMk cId="1479662349" sldId="2147482828"/>
            <ac:spMk id="14" creationId="{744B5A72-38B1-1B00-2D80-0B2448C3F0E5}"/>
          </ac:spMkLst>
        </pc:spChg>
        <pc:spChg chg="del">
          <ac:chgData name="Sorin Boiangiu" userId="e48e28a2-911f-4cdd-a5aa-5e03b261f684" providerId="ADAL" clId="{49CBE20F-7858-4FD7-9D97-71A2C51ABB94}" dt="2025-12-10T11:04:19.812" v="108" actId="478"/>
          <ac:spMkLst>
            <pc:docMk/>
            <pc:sldMk cId="1479662349" sldId="2147482828"/>
            <ac:spMk id="15" creationId="{AAB84B23-E475-FAE4-ED16-7F192311D144}"/>
          </ac:spMkLst>
        </pc:spChg>
        <pc:spChg chg="del">
          <ac:chgData name="Sorin Boiangiu" userId="e48e28a2-911f-4cdd-a5aa-5e03b261f684" providerId="ADAL" clId="{49CBE20F-7858-4FD7-9D97-71A2C51ABB94}" dt="2025-12-10T11:04:19.812" v="108" actId="478"/>
          <ac:spMkLst>
            <pc:docMk/>
            <pc:sldMk cId="1479662349" sldId="2147482828"/>
            <ac:spMk id="16" creationId="{62CCC81C-CD2E-85DC-53B9-B719C05E227D}"/>
          </ac:spMkLst>
        </pc:spChg>
        <pc:spChg chg="del">
          <ac:chgData name="Sorin Boiangiu" userId="e48e28a2-911f-4cdd-a5aa-5e03b261f684" providerId="ADAL" clId="{49CBE20F-7858-4FD7-9D97-71A2C51ABB94}" dt="2025-12-10T11:04:17.346" v="107" actId="478"/>
          <ac:spMkLst>
            <pc:docMk/>
            <pc:sldMk cId="1479662349" sldId="2147482828"/>
            <ac:spMk id="29" creationId="{CC9B76C9-9974-4AA8-3FF2-C9F4B5BEEBEF}"/>
          </ac:spMkLst>
        </pc:spChg>
        <pc:spChg chg="del">
          <ac:chgData name="Sorin Boiangiu" userId="e48e28a2-911f-4cdd-a5aa-5e03b261f684" providerId="ADAL" clId="{49CBE20F-7858-4FD7-9D97-71A2C51ABB94}" dt="2025-12-10T11:04:17.346" v="107" actId="478"/>
          <ac:spMkLst>
            <pc:docMk/>
            <pc:sldMk cId="1479662349" sldId="2147482828"/>
            <ac:spMk id="30" creationId="{38CC53A4-3923-84FB-BA04-B3FCE49A8F2F}"/>
          </ac:spMkLst>
        </pc:spChg>
        <pc:spChg chg="del">
          <ac:chgData name="Sorin Boiangiu" userId="e48e28a2-911f-4cdd-a5aa-5e03b261f684" providerId="ADAL" clId="{49CBE20F-7858-4FD7-9D97-71A2C51ABB94}" dt="2025-12-10T11:04:17.346" v="107" actId="478"/>
          <ac:spMkLst>
            <pc:docMk/>
            <pc:sldMk cId="1479662349" sldId="2147482828"/>
            <ac:spMk id="31" creationId="{143C90B7-F2AD-149A-8BBA-6410987FEC6E}"/>
          </ac:spMkLst>
        </pc:spChg>
        <pc:spChg chg="del">
          <ac:chgData name="Sorin Boiangiu" userId="e48e28a2-911f-4cdd-a5aa-5e03b261f684" providerId="ADAL" clId="{49CBE20F-7858-4FD7-9D97-71A2C51ABB94}" dt="2025-12-10T11:04:19.812" v="108" actId="478"/>
          <ac:spMkLst>
            <pc:docMk/>
            <pc:sldMk cId="1479662349" sldId="2147482828"/>
            <ac:spMk id="37" creationId="{10A529B6-5A00-9E3F-5B36-BF94EF5089A1}"/>
          </ac:spMkLst>
        </pc:spChg>
        <pc:picChg chg="del">
          <ac:chgData name="Sorin Boiangiu" userId="e48e28a2-911f-4cdd-a5aa-5e03b261f684" providerId="ADAL" clId="{49CBE20F-7858-4FD7-9D97-71A2C51ABB94}" dt="2025-12-10T11:04:19.812" v="108" actId="478"/>
          <ac:picMkLst>
            <pc:docMk/>
            <pc:sldMk cId="1479662349" sldId="2147482828"/>
            <ac:picMk id="24" creationId="{0F58EBB9-CBC4-3B38-5F76-DC830F6D96B1}"/>
          </ac:picMkLst>
        </pc:picChg>
        <pc:picChg chg="del">
          <ac:chgData name="Sorin Boiangiu" userId="e48e28a2-911f-4cdd-a5aa-5e03b261f684" providerId="ADAL" clId="{49CBE20F-7858-4FD7-9D97-71A2C51ABB94}" dt="2025-12-10T11:04:19.812" v="108" actId="478"/>
          <ac:picMkLst>
            <pc:docMk/>
            <pc:sldMk cId="1479662349" sldId="2147482828"/>
            <ac:picMk id="25" creationId="{1EB4A64C-B7FB-53AF-3E06-9C165BFB10B9}"/>
          </ac:picMkLst>
        </pc:picChg>
        <pc:picChg chg="del">
          <ac:chgData name="Sorin Boiangiu" userId="e48e28a2-911f-4cdd-a5aa-5e03b261f684" providerId="ADAL" clId="{49CBE20F-7858-4FD7-9D97-71A2C51ABB94}" dt="2025-12-10T11:04:17.346" v="107" actId="478"/>
          <ac:picMkLst>
            <pc:docMk/>
            <pc:sldMk cId="1479662349" sldId="2147482828"/>
            <ac:picMk id="32" creationId="{F6B73679-E8BB-F309-8A2F-14A0B88C86F2}"/>
          </ac:picMkLst>
        </pc:picChg>
        <pc:picChg chg="del">
          <ac:chgData name="Sorin Boiangiu" userId="e48e28a2-911f-4cdd-a5aa-5e03b261f684" providerId="ADAL" clId="{49CBE20F-7858-4FD7-9D97-71A2C51ABB94}" dt="2025-12-10T11:04:19.812" v="108" actId="478"/>
          <ac:picMkLst>
            <pc:docMk/>
            <pc:sldMk cId="1479662349" sldId="2147482828"/>
            <ac:picMk id="36" creationId="{E060A386-7983-529A-F50C-39EA43DD13AB}"/>
          </ac:picMkLst>
        </pc:picChg>
        <pc:cxnChg chg="del">
          <ac:chgData name="Sorin Boiangiu" userId="e48e28a2-911f-4cdd-a5aa-5e03b261f684" providerId="ADAL" clId="{49CBE20F-7858-4FD7-9D97-71A2C51ABB94}" dt="2025-12-10T11:04:17.346" v="107" actId="478"/>
          <ac:cxnSpMkLst>
            <pc:docMk/>
            <pc:sldMk cId="1479662349" sldId="2147482828"/>
            <ac:cxnSpMk id="33" creationId="{0643C590-6A50-1826-DBFB-F691F8B73AB1}"/>
          </ac:cxnSpMkLst>
        </pc:cxnChg>
        <pc:cxnChg chg="del">
          <ac:chgData name="Sorin Boiangiu" userId="e48e28a2-911f-4cdd-a5aa-5e03b261f684" providerId="ADAL" clId="{49CBE20F-7858-4FD7-9D97-71A2C51ABB94}" dt="2025-12-10T11:04:17.346" v="107" actId="478"/>
          <ac:cxnSpMkLst>
            <pc:docMk/>
            <pc:sldMk cId="1479662349" sldId="2147482828"/>
            <ac:cxnSpMk id="42" creationId="{6871C9D7-AA27-2A52-7225-CD0846DC9755}"/>
          </ac:cxnSpMkLst>
        </pc:cxnChg>
        <pc:cxnChg chg="del">
          <ac:chgData name="Sorin Boiangiu" userId="e48e28a2-911f-4cdd-a5aa-5e03b261f684" providerId="ADAL" clId="{49CBE20F-7858-4FD7-9D97-71A2C51ABB94}" dt="2025-12-10T11:04:17.346" v="107" actId="478"/>
          <ac:cxnSpMkLst>
            <pc:docMk/>
            <pc:sldMk cId="1479662349" sldId="2147482828"/>
            <ac:cxnSpMk id="45" creationId="{AC9E8F5B-3373-A397-FFE9-A12C9ED03BB6}"/>
          </ac:cxnSpMkLst>
        </pc:cxnChg>
      </pc:sldChg>
      <pc:sldChg chg="delSp add del mod">
        <pc:chgData name="Sorin Boiangiu" userId="e48e28a2-911f-4cdd-a5aa-5e03b261f684" providerId="ADAL" clId="{49CBE20F-7858-4FD7-9D97-71A2C51ABB94}" dt="2025-12-10T11:43:41.386" v="120"/>
        <pc:sldMkLst>
          <pc:docMk/>
          <pc:sldMk cId="2648505981" sldId="2147483476"/>
        </pc:sldMkLst>
        <pc:spChg chg="del">
          <ac:chgData name="Sorin Boiangiu" userId="e48e28a2-911f-4cdd-a5aa-5e03b261f684" providerId="ADAL" clId="{49CBE20F-7858-4FD7-9D97-71A2C51ABB94}" dt="2025-12-10T11:05:49.383" v="109" actId="478"/>
          <ac:spMkLst>
            <pc:docMk/>
            <pc:sldMk cId="2648505981" sldId="2147483476"/>
            <ac:spMk id="3" creationId="{3BFEA1FA-D918-CFFF-448F-B1E278851DF0}"/>
          </ac:spMkLst>
        </pc:spChg>
        <pc:spChg chg="del">
          <ac:chgData name="Sorin Boiangiu" userId="e48e28a2-911f-4cdd-a5aa-5e03b261f684" providerId="ADAL" clId="{49CBE20F-7858-4FD7-9D97-71A2C51ABB94}" dt="2025-12-10T11:05:51.628" v="110" actId="478"/>
          <ac:spMkLst>
            <pc:docMk/>
            <pc:sldMk cId="2648505981" sldId="2147483476"/>
            <ac:spMk id="4" creationId="{1C2C2112-25F1-E4C4-055D-7BBE08380738}"/>
          </ac:spMkLst>
        </pc:spChg>
        <pc:spChg chg="del">
          <ac:chgData name="Sorin Boiangiu" userId="e48e28a2-911f-4cdd-a5aa-5e03b261f684" providerId="ADAL" clId="{49CBE20F-7858-4FD7-9D97-71A2C51ABB94}" dt="2025-12-10T11:05:49.383" v="109" actId="478"/>
          <ac:spMkLst>
            <pc:docMk/>
            <pc:sldMk cId="2648505981" sldId="2147483476"/>
            <ac:spMk id="5" creationId="{198477E3-699C-D2CB-C73D-CA887AE695D7}"/>
          </ac:spMkLst>
        </pc:spChg>
        <pc:spChg chg="del">
          <ac:chgData name="Sorin Boiangiu" userId="e48e28a2-911f-4cdd-a5aa-5e03b261f684" providerId="ADAL" clId="{49CBE20F-7858-4FD7-9D97-71A2C51ABB94}" dt="2025-12-10T11:05:49.383" v="109" actId="478"/>
          <ac:spMkLst>
            <pc:docMk/>
            <pc:sldMk cId="2648505981" sldId="2147483476"/>
            <ac:spMk id="10" creationId="{3038A6E4-4A52-B579-0058-894D85DE39FF}"/>
          </ac:spMkLst>
        </pc:spChg>
        <pc:spChg chg="del">
          <ac:chgData name="Sorin Boiangiu" userId="e48e28a2-911f-4cdd-a5aa-5e03b261f684" providerId="ADAL" clId="{49CBE20F-7858-4FD7-9D97-71A2C51ABB94}" dt="2025-12-10T11:05:51.628" v="110" actId="478"/>
          <ac:spMkLst>
            <pc:docMk/>
            <pc:sldMk cId="2648505981" sldId="2147483476"/>
            <ac:spMk id="14" creationId="{B545717D-8DB0-163E-114B-FC85FC09AC02}"/>
          </ac:spMkLst>
        </pc:spChg>
        <pc:spChg chg="del">
          <ac:chgData name="Sorin Boiangiu" userId="e48e28a2-911f-4cdd-a5aa-5e03b261f684" providerId="ADAL" clId="{49CBE20F-7858-4FD7-9D97-71A2C51ABB94}" dt="2025-12-10T11:05:51.628" v="110" actId="478"/>
          <ac:spMkLst>
            <pc:docMk/>
            <pc:sldMk cId="2648505981" sldId="2147483476"/>
            <ac:spMk id="15" creationId="{28976DA9-F2C7-1487-AE89-1C3A1702D121}"/>
          </ac:spMkLst>
        </pc:spChg>
        <pc:spChg chg="del">
          <ac:chgData name="Sorin Boiangiu" userId="e48e28a2-911f-4cdd-a5aa-5e03b261f684" providerId="ADAL" clId="{49CBE20F-7858-4FD7-9D97-71A2C51ABB94}" dt="2025-12-10T11:05:51.628" v="110" actId="478"/>
          <ac:spMkLst>
            <pc:docMk/>
            <pc:sldMk cId="2648505981" sldId="2147483476"/>
            <ac:spMk id="16" creationId="{D45E83AC-8886-C4B4-8ED1-3C19FA2988D7}"/>
          </ac:spMkLst>
        </pc:spChg>
        <pc:spChg chg="del">
          <ac:chgData name="Sorin Boiangiu" userId="e48e28a2-911f-4cdd-a5aa-5e03b261f684" providerId="ADAL" clId="{49CBE20F-7858-4FD7-9D97-71A2C51ABB94}" dt="2025-12-10T11:05:49.383" v="109" actId="478"/>
          <ac:spMkLst>
            <pc:docMk/>
            <pc:sldMk cId="2648505981" sldId="2147483476"/>
            <ac:spMk id="29" creationId="{42F3AB80-7525-5337-15CE-6818E0D02AF7}"/>
          </ac:spMkLst>
        </pc:spChg>
        <pc:spChg chg="del">
          <ac:chgData name="Sorin Boiangiu" userId="e48e28a2-911f-4cdd-a5aa-5e03b261f684" providerId="ADAL" clId="{49CBE20F-7858-4FD7-9D97-71A2C51ABB94}" dt="2025-12-10T11:05:49.383" v="109" actId="478"/>
          <ac:spMkLst>
            <pc:docMk/>
            <pc:sldMk cId="2648505981" sldId="2147483476"/>
            <ac:spMk id="30" creationId="{74D910F7-3604-5FB5-1EF2-188965D53173}"/>
          </ac:spMkLst>
        </pc:spChg>
        <pc:spChg chg="del">
          <ac:chgData name="Sorin Boiangiu" userId="e48e28a2-911f-4cdd-a5aa-5e03b261f684" providerId="ADAL" clId="{49CBE20F-7858-4FD7-9D97-71A2C51ABB94}" dt="2025-12-10T11:05:49.383" v="109" actId="478"/>
          <ac:spMkLst>
            <pc:docMk/>
            <pc:sldMk cId="2648505981" sldId="2147483476"/>
            <ac:spMk id="31" creationId="{0C9D9784-E6D8-E711-4292-606B8356E6E1}"/>
          </ac:spMkLst>
        </pc:spChg>
        <pc:spChg chg="del">
          <ac:chgData name="Sorin Boiangiu" userId="e48e28a2-911f-4cdd-a5aa-5e03b261f684" providerId="ADAL" clId="{49CBE20F-7858-4FD7-9D97-71A2C51ABB94}" dt="2025-12-10T11:05:51.628" v="110" actId="478"/>
          <ac:spMkLst>
            <pc:docMk/>
            <pc:sldMk cId="2648505981" sldId="2147483476"/>
            <ac:spMk id="37" creationId="{CF75FE2D-96DE-A007-821C-428B4F6244DE}"/>
          </ac:spMkLst>
        </pc:spChg>
        <pc:picChg chg="del">
          <ac:chgData name="Sorin Boiangiu" userId="e48e28a2-911f-4cdd-a5aa-5e03b261f684" providerId="ADAL" clId="{49CBE20F-7858-4FD7-9D97-71A2C51ABB94}" dt="2025-12-10T11:05:51.628" v="110" actId="478"/>
          <ac:picMkLst>
            <pc:docMk/>
            <pc:sldMk cId="2648505981" sldId="2147483476"/>
            <ac:picMk id="24" creationId="{88E7C852-23C3-DA29-3F7D-0170D564AC4F}"/>
          </ac:picMkLst>
        </pc:picChg>
        <pc:picChg chg="del">
          <ac:chgData name="Sorin Boiangiu" userId="e48e28a2-911f-4cdd-a5aa-5e03b261f684" providerId="ADAL" clId="{49CBE20F-7858-4FD7-9D97-71A2C51ABB94}" dt="2025-12-10T11:05:51.628" v="110" actId="478"/>
          <ac:picMkLst>
            <pc:docMk/>
            <pc:sldMk cId="2648505981" sldId="2147483476"/>
            <ac:picMk id="25" creationId="{83E8C7F4-48A4-29B2-A105-706389583225}"/>
          </ac:picMkLst>
        </pc:picChg>
        <pc:picChg chg="del">
          <ac:chgData name="Sorin Boiangiu" userId="e48e28a2-911f-4cdd-a5aa-5e03b261f684" providerId="ADAL" clId="{49CBE20F-7858-4FD7-9D97-71A2C51ABB94}" dt="2025-12-10T11:05:49.383" v="109" actId="478"/>
          <ac:picMkLst>
            <pc:docMk/>
            <pc:sldMk cId="2648505981" sldId="2147483476"/>
            <ac:picMk id="32" creationId="{99A6F6E3-3533-C9E9-8BC0-265C18F4C0E3}"/>
          </ac:picMkLst>
        </pc:picChg>
        <pc:picChg chg="del">
          <ac:chgData name="Sorin Boiangiu" userId="e48e28a2-911f-4cdd-a5aa-5e03b261f684" providerId="ADAL" clId="{49CBE20F-7858-4FD7-9D97-71A2C51ABB94}" dt="2025-12-10T11:05:51.628" v="110" actId="478"/>
          <ac:picMkLst>
            <pc:docMk/>
            <pc:sldMk cId="2648505981" sldId="2147483476"/>
            <ac:picMk id="36" creationId="{5D48B65D-2871-1435-495D-602E1B678E17}"/>
          </ac:picMkLst>
        </pc:picChg>
        <pc:cxnChg chg="del">
          <ac:chgData name="Sorin Boiangiu" userId="e48e28a2-911f-4cdd-a5aa-5e03b261f684" providerId="ADAL" clId="{49CBE20F-7858-4FD7-9D97-71A2C51ABB94}" dt="2025-12-10T11:05:49.383" v="109" actId="478"/>
          <ac:cxnSpMkLst>
            <pc:docMk/>
            <pc:sldMk cId="2648505981" sldId="2147483476"/>
            <ac:cxnSpMk id="39" creationId="{FDA03F7E-BFD5-A39E-441A-DB39895290F6}"/>
          </ac:cxnSpMkLst>
        </pc:cxnChg>
        <pc:cxnChg chg="del">
          <ac:chgData name="Sorin Boiangiu" userId="e48e28a2-911f-4cdd-a5aa-5e03b261f684" providerId="ADAL" clId="{49CBE20F-7858-4FD7-9D97-71A2C51ABB94}" dt="2025-12-10T11:05:49.383" v="109" actId="478"/>
          <ac:cxnSpMkLst>
            <pc:docMk/>
            <pc:sldMk cId="2648505981" sldId="2147483476"/>
            <ac:cxnSpMk id="44" creationId="{58ABF903-19E8-44E0-B01D-A82C596021A9}"/>
          </ac:cxnSpMkLst>
        </pc:cxnChg>
        <pc:cxnChg chg="del">
          <ac:chgData name="Sorin Boiangiu" userId="e48e28a2-911f-4cdd-a5aa-5e03b261f684" providerId="ADAL" clId="{49CBE20F-7858-4FD7-9D97-71A2C51ABB94}" dt="2025-12-10T11:05:49.383" v="109" actId="478"/>
          <ac:cxnSpMkLst>
            <pc:docMk/>
            <pc:sldMk cId="2648505981" sldId="2147483476"/>
            <ac:cxnSpMk id="45" creationId="{E751CC19-7EF6-0345-11DB-1DDED1B2C6B3}"/>
          </ac:cxnSpMkLst>
        </pc:cxnChg>
      </pc:sldChg>
      <pc:sldChg chg="modSp mod">
        <pc:chgData name="Sorin Boiangiu" userId="e48e28a2-911f-4cdd-a5aa-5e03b261f684" providerId="ADAL" clId="{49CBE20F-7858-4FD7-9D97-71A2C51ABB94}" dt="2025-12-10T13:02:37.696" v="123" actId="20577"/>
        <pc:sldMkLst>
          <pc:docMk/>
          <pc:sldMk cId="2300732160" sldId="2147483478"/>
        </pc:sldMkLst>
        <pc:spChg chg="mod">
          <ac:chgData name="Sorin Boiangiu" userId="e48e28a2-911f-4cdd-a5aa-5e03b261f684" providerId="ADAL" clId="{49CBE20F-7858-4FD7-9D97-71A2C51ABB94}" dt="2025-12-10T13:02:37.696" v="123" actId="20577"/>
          <ac:spMkLst>
            <pc:docMk/>
            <pc:sldMk cId="2300732160" sldId="2147483478"/>
            <ac:spMk id="10" creationId="{C3DC43B3-FBD7-7F8E-2661-819A2657CA50}"/>
          </ac:spMkLst>
        </pc:spChg>
        <pc:spChg chg="mod">
          <ac:chgData name="Sorin Boiangiu" userId="e48e28a2-911f-4cdd-a5aa-5e03b261f684" providerId="ADAL" clId="{49CBE20F-7858-4FD7-9D97-71A2C51ABB94}" dt="2025-12-10T11:09:31.663" v="118" actId="20577"/>
          <ac:spMkLst>
            <pc:docMk/>
            <pc:sldMk cId="2300732160" sldId="2147483478"/>
            <ac:spMk id="48" creationId="{9335AC74-4006-0953-0DD5-5961DBE68DF3}"/>
          </ac:spMkLst>
        </pc:spChg>
      </pc:sldChg>
      <pc:sldChg chg="modSp add del mod">
        <pc:chgData name="Sorin Boiangiu" userId="e48e28a2-911f-4cdd-a5aa-5e03b261f684" providerId="ADAL" clId="{49CBE20F-7858-4FD7-9D97-71A2C51ABB94}" dt="2025-12-01T07:15:51.398" v="68"/>
        <pc:sldMkLst>
          <pc:docMk/>
          <pc:sldMk cId="3166501423" sldId="2147483529"/>
        </pc:sldMkLst>
        <pc:spChg chg="mod">
          <ac:chgData name="Sorin Boiangiu" userId="e48e28a2-911f-4cdd-a5aa-5e03b261f684" providerId="ADAL" clId="{49CBE20F-7858-4FD7-9D97-71A2C51ABB94}" dt="2025-12-01T07:15:51.374" v="67"/>
          <ac:spMkLst>
            <pc:docMk/>
            <pc:sldMk cId="3166501423" sldId="2147483529"/>
            <ac:spMk id="2" creationId="{280394EE-B2D3-4AA2-02B4-AE90279C52B7}"/>
          </ac:spMkLst>
        </pc:spChg>
      </pc:sldChg>
      <pc:sldChg chg="add del">
        <pc:chgData name="Sorin Boiangiu" userId="e48e28a2-911f-4cdd-a5aa-5e03b261f684" providerId="ADAL" clId="{49CBE20F-7858-4FD7-9D97-71A2C51ABB94}" dt="2025-12-01T07:14:37.273" v="57"/>
        <pc:sldMkLst>
          <pc:docMk/>
          <pc:sldMk cId="1598405750" sldId="2147483543"/>
        </pc:sldMkLst>
      </pc:sldChg>
      <pc:sldChg chg="modSp add del mod">
        <pc:chgData name="Sorin Boiangiu" userId="e48e28a2-911f-4cdd-a5aa-5e03b261f684" providerId="ADAL" clId="{49CBE20F-7858-4FD7-9D97-71A2C51ABB94}" dt="2025-12-01T07:14:17.171" v="54"/>
        <pc:sldMkLst>
          <pc:docMk/>
          <pc:sldMk cId="3522530114" sldId="2147483545"/>
        </pc:sldMkLst>
        <pc:spChg chg="mod">
          <ac:chgData name="Sorin Boiangiu" userId="e48e28a2-911f-4cdd-a5aa-5e03b261f684" providerId="ADAL" clId="{49CBE20F-7858-4FD7-9D97-71A2C51ABB94}" dt="2025-12-01T07:14:17.111" v="53"/>
          <ac:spMkLst>
            <pc:docMk/>
            <pc:sldMk cId="3522530114" sldId="2147483545"/>
            <ac:spMk id="2" creationId="{05A8265E-4D8A-56C3-49BD-63F59C97F581}"/>
          </ac:spMkLst>
        </pc:spChg>
      </pc:sldChg>
      <pc:sldChg chg="add del">
        <pc:chgData name="Sorin Boiangiu" userId="e48e28a2-911f-4cdd-a5aa-5e03b261f684" providerId="ADAL" clId="{49CBE20F-7858-4FD7-9D97-71A2C51ABB94}" dt="2025-12-01T07:14:47.548" v="60"/>
        <pc:sldMkLst>
          <pc:docMk/>
          <pc:sldMk cId="3345378767" sldId="21474835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644A2-0D2F-4BDA-864F-D2738DD8741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6B7F4-FB43-4894-A2D0-A9192FE6C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BAA2-1EED-4FC8-A856-5AEA357CCC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6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508E4-CA59-2806-C67A-E4285F89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137D4-57DD-2A30-669F-E9E81B1D5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B6E67-4D67-6A08-8E16-34468B087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A9E1-17E3-EEA5-A5B4-E2D13E6CB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BAA2-1EED-4FC8-A856-5AEA357CCC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83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A05D-2D51-06A2-6221-518F14C6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92AD1-F8FB-9C9E-C317-6F721D68B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5AE0E-687F-78C6-A4C2-8D0B760A2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C8407-1575-B047-172A-95F6DAC52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BAA2-1EED-4FC8-A856-5AEA357CCC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48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3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png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7DBCA-E6A3-642F-C1DA-19B0D0DB1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8864A6-576A-8318-F85F-1B4B935C24B7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22E264-5E2E-FF4E-28A8-54B04BAEE42A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53EDA2-BF29-D47C-81DE-E3073C9CD8A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68E3B3-90AA-1A0E-45EB-3E53ACAF9985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CC5F52-1D7A-193E-2E39-18A7AF2FA56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27F9A4-0D3C-C77A-4708-454352FDC5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18769E-1ADA-62A8-7E7C-C9CC147664FA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7EDD347-301A-933F-FA72-04FE94A0E448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1CA7DA-6848-2D6D-68FE-CCEEC3E1036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B9B0B8-A4EC-4055-D46B-A8C6084B9570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BFF16F-6A57-9D93-B80A-7974606047F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AE4437-4CEA-2E64-B06E-164F411FAA02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B285A7-3D4E-76B4-89FD-AA90335FDEF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6D2D769-6DB7-305B-BB14-A5B1AF26C650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BB62AE-8206-06DF-A50D-CDAEC10EE4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E3BEFD-76C6-132B-6550-20D4E61C84A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AB2C7C-13DD-FF82-126C-60282244ADB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FB79684-B33D-E567-480A-452E4DDD99E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7B6B41F-38AD-766A-1498-079DDA03A55E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81E13-94AA-F635-6634-F3E6C83457AC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F0A6337-D7D8-F4EE-6E9B-0BDAFBDA480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2026BC-FF5D-9918-4FAE-FA078AA7055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327B19-6402-6607-9D15-D136F300CD80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A3D2F4-3EB3-F61F-856E-75DFB9F812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455246-6704-07AF-4692-909F56F756F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59AE0FA-67A8-E334-C76F-36BAEA96C58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3FBF95-9FF1-5C0F-FA76-2CE94E3886E8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20E2B0C-4A3C-F8A2-7B0D-055209C460D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53C83E7-C6CC-A26D-D36D-5FE3DE86585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8753BD-AF76-9023-8F80-375A6A1E034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A65B46-C5CB-2E3C-8C73-71CC48E77D5D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DFE2051-4E04-BFC6-4D6D-A62F6E1E1C75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C5A179-7B71-9009-7BC5-108607A457A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D9B26BE-E14F-A017-C96B-36B2272121B8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16F92-5184-CFC9-71AD-BFEF8DE029C6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5DF6F2-FDE6-324E-131C-73434948B792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0A67C6A-1714-AFE0-A8BD-8C1943F1A86B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E209E9-C407-F63E-FB71-6863ECBECED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8F092C-651A-8CF4-F686-2E0E3301BC6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C0DD99-0082-B50C-F91E-E561FCF13F6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FCEA22-D7DF-6C99-CA1D-090CD1F38718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55B1D1-229E-5B21-8E0A-3742ED15F48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8224D8-B9CF-D63D-3F6C-12037D0C3DEA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FB0D3-2319-26F1-43EA-389B2DDE17D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8A6EB-7918-4CC8-FC74-C33502EAAD2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F97C5-E98B-18EC-CEF7-E802EF15EC7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967909-A541-D1B3-E728-8BD37D464BBF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D63373-5783-6E64-EBAA-D26F34D6742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425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EAAB68-B983-729A-E37F-D0E4D2C2CCA5}"/>
              </a:ext>
            </a:extLst>
          </p:cNvPr>
          <p:cNvSpPr/>
          <p:nvPr userDrawn="1"/>
        </p:nvSpPr>
        <p:spPr>
          <a:xfrm>
            <a:off x="1346425" y="0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7F33C6-E926-91A7-9DA2-D69142C95716}"/>
              </a:ext>
            </a:extLst>
          </p:cNvPr>
          <p:cNvSpPr/>
          <p:nvPr userDrawn="1"/>
        </p:nvSpPr>
        <p:spPr>
          <a:xfrm>
            <a:off x="1" y="0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F48ABA-D537-0BEA-5127-7333B84D8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C84A8-0688-CEE1-300E-5D813C6F8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79574-DBE3-4617-CBB2-BAA0216316E4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933D01-3FDE-1354-B19F-15F44F107750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B2605C-AF36-CE54-CAD8-CD1D38C6690F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F6D0F8-09A9-085F-96E5-2A75E734CD61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A86A13C-B208-D1B3-E791-CAE6A4E0EB5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C22E1A1-C5CE-642E-A6D3-A20BE1B795F3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96D6E7-BB8E-392D-7682-C3979A489D8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A449C1-8FFB-00E4-A9F2-871E1F0A5A3D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E856F3-AB9C-206B-0199-82466B3209B1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9BABC43-1101-FEA8-2521-A2ABDC83A614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D447ECC-83E6-7D63-A665-3F545B11820D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105303C-8C91-F8EF-ADFB-8160177BE86B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C11CADE-5541-4DF5-6D9C-C5434D278583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BA1A975-ECF0-AAEC-80AD-517E2CF75B6C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25D458-6994-8457-0DAB-6D78805B0889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DA0C2A7-0626-6EA4-CB4C-3212B889EBD8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BB68E7F-4F90-3584-BAD9-C2D30DC9171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8BBCC1-8EF2-3F37-35B8-65657C13566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55D5A2-0446-BAC3-D537-DE0B405AB2CC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D7C563-8F52-FAFF-806F-56A129A1B40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24C18C3-2834-0A1B-7DE6-4E8AA9E076CA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C30C5F0-53A6-7FFF-4834-A030D900BF1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72AC02E-E901-DFB8-0E1B-ED6C381C5FB7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B98464C-3117-19A7-24CC-D30E05D0DE72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1177DF5-A723-9455-67E4-30549933B507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C3E859E-8983-2989-F353-782CB941285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FA993CE-D1E4-2B27-F284-875CBC869B6A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B40C4FD-80BD-AF65-76BA-465CAAAB0766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862B9D8-8C2F-659B-6177-BBFE6C5093A6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15B2B2-C4D5-3306-556E-2B5080CDE56B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36C393B-D87A-C0EB-FB02-9D16E8FFEA75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8188CE3-0834-80C3-C7AA-4D268F5E23BC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56C2011-C1A2-4603-D755-E5FAAFF251B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FF6D801-18B3-4618-105A-28AA31CD858E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765A830-65AF-BA06-4F34-C436718FA4FB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48795FB-7A2C-1D2D-5797-14E62DCFDFDB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F23C6CF-16CF-E253-0577-9FBF21670F6A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D731BB5-92A1-DCD5-2D49-EEA159DFF1D1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CF69FD9-9B45-309A-077E-6298CA772ACD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9CA517B-B8D6-B29D-17C4-D30C7D6FF401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D195AAF-865A-3733-0A14-4B13B71FB3F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AFDAA606-1405-0F78-FA22-1F8470E8AC08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7969522-47E3-FF30-CE16-7C802E77F8CD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5A99C1D-0D0F-BA7D-493E-91875B974DC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93CC254-8976-CB8E-6D2F-72180B211160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1854489-69EF-C459-B351-F5057FD2F403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9DB4412-F58C-EFB8-12EA-0EA92511CA7C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3337016-AD60-95EC-647F-F0872DDD2AC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5EC3FA6-5858-07D1-784F-DEE436F1A46D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1815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C0601B9-E0E3-11CB-7D09-12D123C3E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899" y="457217"/>
            <a:ext cx="1371600" cy="2205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B2C704-F0E6-0DE5-57C8-26D0020424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6143812"/>
            <a:ext cx="1101452" cy="43638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340C702-4C17-1CD6-00E0-D35D9B8E9C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9007"/>
          <a:stretch/>
        </p:blipFill>
        <p:spPr>
          <a:xfrm>
            <a:off x="8060265" y="457201"/>
            <a:ext cx="4131736" cy="5943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5C549B-1EDB-37F4-E92A-32B468CCAFEE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602DAF-1B46-883B-23AD-8FCAC82FDB67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5D5629-668F-1134-E1B6-0B6EAAFA487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1379C6-4ABB-4449-2E93-B451B5EDCF6D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439603-BCF3-67B6-F20A-0F1BCE6AEDD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A3330C-F6FE-C27E-3A03-FA26631510E2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BB8F39-F567-D494-D40E-CBFA864928E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D4C27D-01AC-8783-35EA-A5D96F78092E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1D0CD0-7A73-A8F0-AF6C-C71ED9B24B89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723F50-3431-B7A7-DD2D-DB515C0A383C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88E324-4302-CA26-E28A-2D7010437889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012F17-AA2F-2BD3-B51D-9DB86C4B021C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9A21898-67A6-C5AE-827F-BE6ABFFC9681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BD63BB1-6BBB-0F09-2D40-1814A855595C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58F191-3D63-046A-31A3-450E1C961A47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CD6492-E4AF-A141-9831-7E7247E565A6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EDCF8CB-0ED3-92F0-E9A2-F32A8BBAE51B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DA2853-AC75-8658-1ABA-8F1FDB84FA0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DE8CA2-70A6-70BA-946B-83F819AC7BF0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AD187F-552B-8562-6F36-6EACDEE204E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6A560C-19E9-D9C3-6197-DBEB2EF6A90F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A01D47-64AF-F133-E66B-5FACB023F6E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EF10BE-7DF3-5695-CD80-E438AC44E12D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36B8F4F-27A2-2C19-1CE8-E7A6A67F90B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FE31290-F969-15E6-F315-F454A3528F4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9F1ECE-862B-1105-AC29-07AD9519A94A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1C9DC9-B5A2-BB62-EB1D-D96BB4E204C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B24D7AC-76F0-4904-893E-A60F93D802CE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D217BB-B7E2-9BF6-21A7-A2739ABF3A6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0AA1C47-6F93-AC61-253D-901B0F238FB0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B42C81-786C-220B-9A83-786404C5E8B8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B469BB5-E153-81E7-84A4-8861C052AD82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499803E-A92A-7EEB-F35A-C16CBF6D7D3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F9D38D2-1962-6704-361D-364343EFA1C1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8092810-6659-CAA7-AFF7-EC77C6CE7619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9AAC436-D750-F35E-E531-FCD8071F82DC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3A3116E-CB3C-AA2F-DDE5-FA723818F740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E6C8B-1B7C-EB55-482A-B5E126ED26BA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057DA10-D6FB-E3BB-3D73-67A4D0639FF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77B100D-0CA3-185A-6BDD-1F36C4D7860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24C05E-FFE5-A5C1-4CF9-B0FDAAF068EF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56DE88B-5EB0-F4AE-6807-E5DA2D81B91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229ABF5-59BE-1415-9E8F-4B5B0312DC1F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E713AA9-D868-61CB-03F6-C38FED0D1B3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F54DE3B-8C21-50EF-786E-CA1FEE73EA26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BD5B534-429F-2ECD-A930-065D8F1AA79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65C7EDB-56AA-2C3C-C45F-E8E4DA21E5FC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7CE9B00-17B3-795D-AABC-1D2E24E06541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AF2B7D1-50E8-5B3C-5481-FC468463B7F9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2400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559F-436D-469C-A419-AE01C38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967112"/>
            <a:ext cx="11277600" cy="4318002"/>
          </a:xfrm>
        </p:spPr>
        <p:txBody>
          <a:bodyPr lIns="0" tIns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81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0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478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3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8864" y="1967113"/>
            <a:ext cx="351903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67113"/>
            <a:ext cx="739588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63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7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3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7589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6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3F4F-197F-7E57-AA50-C56A9C6D18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09233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09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72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08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D172E0-9AA6-41A2-8A2C-69AC58E1A52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28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8B5D3F9-9FEE-4FC1-8557-65F2161D1E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44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92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8813C-E2AB-9D50-55C5-F8B396864F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11274424" cy="4319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50373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62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427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365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71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598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69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cap="all" spc="2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DC05-006E-F738-0EB7-C5B89C35E3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967113"/>
            <a:ext cx="11274425" cy="43193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15676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2A4FB-D20C-E24D-1F1A-3662166BAE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0"/>
            <a:ext cx="5463540" cy="4319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37FE79-DBDE-5F53-2F29-E0206E2B21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8212" y="1967111"/>
            <a:ext cx="5463540" cy="43193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25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1117-59D9-A64E-88A8-03E6E5A4BE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3538497" cy="4319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9516B-F45D-9D14-C233-CD4CBC97DB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1477" y="1967113"/>
            <a:ext cx="7390273" cy="4319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 dirty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5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BB00-1CA4-78E2-2579-EB8D4E880A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7395881" cy="43193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86D8F-1B52-2C03-D701-7D22429A2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98863" y="1967113"/>
            <a:ext cx="3519034" cy="43193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781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B5A-DE6D-A88A-FE9B-0EC06DDF8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3523817" cy="4313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C7378-96F3-0BE2-A9E9-820F178A5D1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4091" y="1967113"/>
            <a:ext cx="3523816" cy="4313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E5068E-D382-F80C-7B98-62E993F741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8863" y="1967113"/>
            <a:ext cx="3524250" cy="4313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F760F50-2662-608E-F6AC-A961A45EF2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</p:spTree>
    <p:extLst>
      <p:ext uri="{BB962C8B-B14F-4D97-AF65-F5344CB8AC3E}">
        <p14:creationId xmlns:p14="http://schemas.microsoft.com/office/powerpoint/2010/main" val="26634261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497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097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BE053-41B4-1E68-9FCD-20C3E4C8E483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B0D5E-6B4C-984B-FE38-77552D039843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9FBA006-AAD9-E2DA-9665-227D1C85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B30F7A4C-0A31-52CE-594B-041F5F767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11272-4EC6-A191-3E53-4DB7D1519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F3AF8C-8BF6-E977-1ED6-76E97B59464B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3EF311-52DE-E691-1034-579E1896A7C5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640CDA-656F-2FE2-1886-B2762FB1B95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DE3F64-F8A1-06B4-7961-3E4EAA8F3E1F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724F50A-34DA-2CAF-9733-20F91358702F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C66B756-E0D2-EFDA-D051-9CC350742CA7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ED3B51-EEE0-2815-2684-180D1A78B636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EBB1A24-6FC6-544F-5396-EB8EA58AAAF4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C76C706-1B80-5B42-D892-E1D78EAF1F4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BCF115-0EBC-A99A-1050-09C1BC22D14D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D359ECD-7A38-4105-DFC9-E0960499EEC7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D16B759-1DDE-1DB1-296B-D012A47796F4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BC9DD16-FA5B-D7A2-D2FC-D2F95F0D5C53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B8563AC-C2CB-DDBA-48DD-DB89A6BB1A65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24A5343-199A-4136-972E-A7A7DB801974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373BE05-6E3F-408F-FF03-29C6D2EBFA1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4DE6423-D527-1B12-C5E1-18B16AFC7104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4EC0FC7-D801-6D64-6B2A-898BBC2D7DC5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14DB9A1-E4FD-4225-8F46-3ECA77CDFA62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636BB53-549C-8A42-D42A-3856F9B275B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36D9342-0353-758E-A6BF-C2CDFDFF1551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5F11BCF-7E53-B412-CF0D-794075FAE80D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412552D-BEC6-D5A8-3082-8FA0D2A28692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F3F8D10-18F1-1215-DB48-8B48EE006DDE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9932621-6C39-C3B8-0D48-AEF8FC7E69D1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02990E9-C857-B734-4D55-165506F31D84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1822A92-B38F-07B8-3FC6-D98BEA9A1E4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F4D9B0B-4E66-DE51-DBCE-051174713802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2B03B6-66D0-F1B9-66D8-848583646BD1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A5ED619-C75B-77B0-54CE-FB5CBD5C1F15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C0C035F-A6ED-45E6-7BE0-778D4B90016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03E0462-799D-63CE-2CCC-6F132F22E2F8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E79FCA5-4920-1266-EDBB-2D20D8E43BE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ADEF5E0-6B1F-48E2-2B6F-93623572813A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041215E-30C8-1778-A1C2-B1F2212649A8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12E9D98-CC06-76AF-8B5A-72C99B31A868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E4AFF7C-E24F-BD5B-D366-E761C9FE7E0E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A97C000-16B3-2EBE-A8F0-C54DFB565F90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456F0D9-3A8B-F010-A1B2-179763FBC44A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1E14694-127C-EB71-D823-0C8C423339C3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8846252-4BA6-454C-F2C0-6E1885751A5E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554E8C43-8450-6CBA-7142-BC7F283CE3E2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3CC6AE2-2660-E986-B1AA-C9C5D6A1D061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2B5AC1-3639-B007-B72A-D3327E2769B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5DB2862-925C-7CE3-E01C-C86C8158D0E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A5749D0-0A7D-2E92-631A-C06C2FEB653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7CC61D-2D18-3891-2077-6B56998DD8E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BCAC3AD-6926-0CA8-EC81-EEB0066D7D68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8AAE406-372E-4F4B-C37E-7155FCD2FA4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722351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312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666487-4E88-236C-F36C-EB0ACE0FAFBE}"/>
              </a:ext>
            </a:extLst>
          </p:cNvPr>
          <p:cNvSpPr/>
          <p:nvPr userDrawn="1"/>
        </p:nvSpPr>
        <p:spPr>
          <a:xfrm>
            <a:off x="1346425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C246434-E95A-E62F-C048-B52CD08D73C3}"/>
              </a:ext>
            </a:extLst>
          </p:cNvPr>
          <p:cNvSpPr/>
          <p:nvPr userDrawn="1"/>
        </p:nvSpPr>
        <p:spPr>
          <a:xfrm>
            <a:off x="1" y="96982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FA8F4B-34D9-DC05-49D6-39E4DEAF5EAC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A88F3-E28E-275E-C041-7890AF9D0B4F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66D49306-C1FB-AEFB-F32B-F136A4EA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4DE22-440E-492B-6517-E59AC457D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4CAA01-3853-59A4-A4BD-A2D17EA4CDC3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72142F-931D-3BFE-27E4-C7FDD394D802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5C3D87-4A12-E3B0-477D-F8A4811ECF3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5408D2-03F2-7512-1734-A663F0758C2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F320C2F-9FBF-9347-8EE7-3CD82A1B93F2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737270-7FFE-B760-1D4D-2B5D55BDA2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D8DA1F-E9B0-4731-D0EF-DF0C33BED9F5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7BCC9AA-13AC-9F2A-4D0B-59CF6C48E03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E6114C1-3CC9-50EA-5264-A5A749AA0FD2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D84654C-2A63-B9E6-B6DB-87F92D45C906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04D004F-FB76-E97A-74CF-41F9540B0D5C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79A284-8F86-9292-BED9-F2A31D9362EA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645F86D-9883-C819-6278-E155724D6A7D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DD7E87C-D139-3948-D3E0-810F88417DA6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C197265-BA8B-6240-F5DC-95DEC7664C9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4E453CC-DA6D-51C9-BB74-1A339B3937C2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1B04795-65F5-6640-16B0-59F5A2225108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A0AF51-A1F0-526B-C2CC-492CD7E5F5F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E6E96DD-1D54-0E4A-B5EB-BECD7C17032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1CF6750-D104-9E15-658E-419CCCC99F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464FE92-E55C-683C-D57A-E59C0FB2CE8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F91EC73-58CB-32DC-CF48-5BD29A407A5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F8E220-F3A5-5DD2-BF42-5089A5B3C03E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B5AB79B-F94B-064F-C6CC-CBAF9EFE03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F0B078-B3FC-CF30-9416-D2DCA6874C8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9236D8-E3BC-0D0E-AD8B-CC40681D12A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81D7323-5A66-1B4B-C211-5C6C7EFA0BFE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6D7660-6B90-58F1-FECD-4C950518D82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F8B6273-B987-70A5-B72D-28D250A78B72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74F6F8E-0245-5166-63F3-F97B39813E5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0CEA86C-642D-43DE-5DFD-00E473845366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FA5B3DD-9E3F-EFB9-5509-05213F6CB5CA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570214B-98A8-71E2-C5C8-D755E6EF3E2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1D54F65-D787-CB39-07AA-6740FF5C06E7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4214E5A-039C-2B8B-9828-80F4FDC628D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E449EAF-CC25-CE90-735E-5F12F039BAF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458F72B-AE3B-9982-A162-D1B237E6F301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86388BF-F530-8204-1288-A7D3B8CB803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E581AD0-9147-1A09-D961-13B6F6FD1F2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5B5CD0C-2785-9A7C-E645-5508CAB23A5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F479EDC-6752-77F9-AD0D-6E89A8D680D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428FA40-C331-64BA-9A6E-51E85C871B4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180F793-8213-45CF-85B3-9EE7A5521F07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B0C3A18-0237-6446-8BCA-6229133DA02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C1C3AFF-03FD-5513-B0D1-59CC11E1D04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4C35E35-B467-5F84-5236-793715E6054A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06F5014-1336-97C8-2B0E-9C68A674C4F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CAA4011-5C9A-6716-3DCE-F999EE42B59D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04577A0-F1B2-FAF0-C2E3-98F3D5532C0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18019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Soli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44B608-3F50-EB2E-2E1E-C8747CB70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4488"/>
          </a:xfrm>
          <a:prstGeom prst="rect">
            <a:avLst/>
          </a:prstGeom>
        </p:spPr>
      </p:pic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03C0E75F-8F82-DD77-FDD5-FDB5A49BB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8C410-276A-CE2C-1089-A5E54F16E449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DAB762-46D3-B3C0-5003-18A6CB71B314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5CFAC6-0062-2DDE-D6F1-84C60D4169D0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039DF1-C388-A94C-451B-60C65F41899A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72DF44A-0A80-BA0E-3BC1-AE32E2F0C5F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BCE72F9-5A07-0DD4-CCD5-E3A6596CB8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6616E2-9520-38A7-79F2-28418ADC1CD8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EC4E56E-8434-AD10-3607-88D74A724C8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F3EE6D0-CE02-321E-721B-2373341FF5CA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4E4C2B3-9124-D50F-44F0-F9AEE0706918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C6EE4A8-6BD4-A75A-43EC-BCAEC4B7509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C52F4A9-2575-4758-B62A-D5E57AFD10A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CBAE2EC-5BA4-E505-7BC9-8C77BBEBCC04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4081EF5-E1D8-D227-7984-7DA2CB32E34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193EF98-2BBC-EBD1-4615-EBD69B3FAC39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AF754BB-EFFE-6521-CEC6-EA2956268B3B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FB9083E-E6E8-79DB-E5EC-2A943F7C3A1D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2332DD1-B5C7-1A8B-A162-AC9DB544EEC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0F05CED-64CD-3FCB-36F1-9C3622A60795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AEAD7DC-D4CF-01CB-D1B4-9794B2AB70E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D8DFA6D-7195-F27F-B48B-0B22E367FFB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EC3852A-8220-DF76-1E69-38FD19685F8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B4B4B52-6E80-7D76-E157-623A2254EFC5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4D0C7B9-BA15-5172-9B3C-FC4844183619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B2CAFBD-C80C-AF06-1B6F-06EFF37E667D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C81C30E-ADF6-9199-3186-3B21C65AFDB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4FC2C5C-6C5A-17ED-05FE-B35D3885C94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4B719B1-8AF1-78D9-4E7D-6974BFF9D3BD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DBA5D1E-8214-8829-A7ED-EDAD4DC12CF0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414C0DE-A95F-2C60-91C6-0321E096246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31DFFC2-C4C7-ECCB-03AF-F82D615E81D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CA85C80-FFBC-E439-0090-B63A09EC8633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FE8F3A7-5BFB-3F79-7975-C046F39B1DE5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F435F35-5B13-1B9C-305A-EE5509F9831B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5021316-C812-1E87-EF06-17E8ECC5D135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482390A-F448-4247-127A-14FCF518CC99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3D8394E-BE57-FB76-5FA4-F3D39900B259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89780D-FE46-2879-C85F-3935084EBA99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1E1188-6B00-4E47-9B14-6C3CF953047C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308BC58-EA9A-C8A1-B95D-5C9AF5AC3D6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22C7F57-A0FB-9ECE-5B4E-9732FB0FABF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FF66EE9-181E-1659-15B7-95661A9E3CE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E212DF7-78E7-904B-7F39-A2126138B962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2FE19F8-B576-6F2D-8090-39AED3E0077A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E4094E4-83D1-5F67-F9CF-CC783106D348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77B4F7C-9733-460C-E279-5F0808F90F20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D927477-CE6D-7CE4-B7F4-DA0851E5C34A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D1CAC1-D419-9813-24F6-0FBA211A96D2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4ADEACB-873F-7CC7-4438-95C99974F8A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6090D-D036-9706-26BF-26C54E07E829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C148E-C50E-469A-B854-37A87CA6D9A6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736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: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6304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43A5-A90B-3D9A-F983-00C60EDD704A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3B4CCB71-68AD-0718-8A33-03A11E377DE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E840A1B5-5401-1215-BC5C-7C2671F70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0C70F11B-7B2B-112B-7C06-EF7BB69848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4E7B86E9-9679-755C-07E3-5DF9FD22DD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2F5FA204-C763-8E9E-E846-A6082DCD86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065B72-C11B-5021-9FBB-D6CCE4FC36DC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1433F-0BB2-48AE-9AEC-317565C60E58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06FBB67B-C225-476F-A711-BEFAFEE96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E22CE-43CD-FA1C-31B6-3962ABFFC9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14BDB0-D240-F701-70DD-46646F26A8F8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A4D898-9689-039E-7AFE-A812D331122E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5A1E5C-1516-653B-5BE7-49C3B027429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8301E2-98AA-DFAC-9193-3E7C320E98E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86FCB77-2F45-D3A9-4BD3-593000150B48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45FD1DF-EE63-06D8-1FD2-0826E80B51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56EEC0-0D51-C721-1418-4CCB31975EA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603D567-3BF7-446C-225B-24D2FEBA6747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A207A79-E112-39B3-CBBB-990FCD85B906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6A8F32F-5D29-BC58-5A64-E41314EF5227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58FA35B-DF47-FAF0-1ED8-93FE7901F0F2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8C7EA3D-2C3E-D9FD-ED2C-D748DBCAA9A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D849448-E850-7FB9-A025-2DC8E31FDD50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50D6F5F-EB08-0000-786F-F72881ABBB09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5E65B7E-8317-F72A-94CA-BCBE45DC8966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409922-8A08-83A1-5EF5-B09833D96980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1CE7AE3-A0C8-1F16-CF00-C28EACBDCDFA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C6E1D76-2EC5-139E-50CD-AEC19DCF11ED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6C44E37-220F-497E-CD8C-9FD2ABCEDA5D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292873B-CCBA-3489-FFBD-9A6E09349575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E89B407-FB13-B2E6-7708-359E19AADEAD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2DB3466-E3BA-A4C4-2AE0-DED59AD9546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D6C8F4-1CDB-CE5C-6EBF-5F30618F6B2F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CF4BD81-128F-1875-5689-DAB1D5FA53B4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EAA2DD-4B40-782D-8EB5-B5E229AE42B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8DB4D9D-9DE4-2582-1C96-791031A68666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4C7236A-0757-BA6E-2831-9AF844ED474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9A9ADF0-10E0-2DBC-B14A-57BB8B9A0B53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7BD0677-BF0B-DB9A-5FF8-D71EFB4FBE28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2DC30E1-4206-DE1B-04B5-A89E5D18A29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4F32370-3350-CE25-6CCC-4E4D7E6A83A9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3BCFE56-471F-CB15-237E-95A72FE1101D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E2E28C4-519A-5B7B-4C37-08DE031A8D67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E7EF62F-7CA9-5EF0-E73F-09CF62920A4F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1F8EC05-F3F8-6A11-7657-D650F8054E1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4930CD6-798F-D699-D739-7F33B9336CAA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FD59C18-03BE-028C-032C-B810749F6CA4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2625C4-8FB7-6627-1837-6D2F51D74CA1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5841FB5-1DD5-63D7-C8A2-7F99E4F0BDB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8FFA635-9DD0-4785-CBE4-B744326CAF8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FCA62D5-9028-BC3A-2FEF-5A87C027A6E4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68E6D48-340E-2E5A-15F8-FDEE84C70577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7236FFA-56B8-E8D9-F78E-070711EC4F85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7E23800-066E-03FF-1D54-1F290C13A1B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CDEA379-0FB4-ACA8-5C40-251B5DB7AD8D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D6F3062-2DA1-0FA4-95D1-7002B5BE16BC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F7ABD94-3142-1E5C-59FB-A30B1A24F952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3BF0527-FA56-23BB-95DA-4B842BCD98D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E2A2E80-DC15-4064-8CA2-F80DAB49450F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27759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D9A867-C5AA-2B74-C729-7D33289C939C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13798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6241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5040EC-0EE6-4E5D-A5D9-618910B33D16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19815-3AF8-40BA-A825-ECB2B3C0CB15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C1156D6D-110F-4A8F-9FA1-B39441F88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22A1C-2FBE-F3B7-99D0-A9A694CA65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DDB9C-3A3C-A121-28DF-0E80BEBDF250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AABCC9-717F-5D61-DA49-7423136CD63C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2AC614-EAB7-097E-CB8F-C33E1D8A001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81497A-2140-566E-5E7C-CC3865157250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E6460C9-93C2-7987-8CA2-705EB7F0EE83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86BAA7A-8699-0409-C314-E0B976D11738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5C9AFD-A05B-94F6-75B2-34EDC91B8103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F6E3E00-7090-2278-5187-4BD7F5342686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56511E1-24AE-EEEF-B304-74D34537EC5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7506DE-8C4E-8498-FCF8-055285D80DBF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1A80759-F1E7-D400-8603-54571F5373C3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7D18C9E-961C-46D5-8C81-5CE96386C1EF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0F8224B-A44C-8170-1611-7284B3A3DD39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0051549-9457-69D0-545A-82C972DCBFF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08297D3-1807-48FC-B2A3-847E1A188616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27B2D5-CAD9-C34D-1327-A7C2803771A0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C1F0CCC-2AEB-48E1-CEE6-742C7FBD25E2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07C57D3-89CD-97B5-3FED-F77D5259F23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CC11B68-DE0D-DDDE-F43F-95B4F0EE9559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E7B454B-8293-147A-A3DF-D03F2C6554CD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A57FEEA-5858-4850-2877-02CC31B3A992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91353E4-72E3-E577-B43F-E10ADD56190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22AEF9D-B151-A673-89FB-82EEB43CEFEA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3E94FDA-CF44-CDC4-90F8-F9D0FC453C94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DA6B1CF-DB74-0612-393F-D78E13329D2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4A058D1-B4EF-691A-40F4-AE409AC7C53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BEB0ED-173E-C137-4798-BC9AEC737C09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3962D44-9292-9EBE-7A8B-8BE28E3AEDAC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FD95232-FF19-92C0-85BA-411A82979E00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76F407-3593-C7FF-5A03-15BA2CB3DD6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EE46275-93D0-BF0D-BC5B-4DDD8693F207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A343328-79EA-3BC7-82E9-F166AC9083EB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7FF2DA2-AF48-8E56-2383-157AA4B6723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632E43C-8BD1-BB60-3E00-B4B62E472D63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67F0214-55D8-2B12-3D02-80F03559E099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73D4F3C-0C8A-B0DA-C7B7-BB04F9718C0F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BF99355-0677-0AF8-13B3-8C4CC836CEE7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2FB320-6965-B674-1B91-4024C2D077E4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E5EFBB2-9142-B060-9377-DD0817065E30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B7489D7-C773-87BE-8F7B-ABD63FA766E9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B9883B7-BBC6-8D9C-F000-F7CF64285962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B435B66-5CB0-E3E9-844C-4FA6BB8A469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D2D6C6F-5BB0-02BE-7E60-7A4C93344354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95CA7C8-43C8-9177-771A-2B331007DBD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54435AC-B557-E619-7AF9-1EF67D22890F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0F0F76B-E369-1F78-FB03-015C7C2A6AC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1CC7003-7C39-27B9-770B-AFCC39E2925A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0D15D4C-B31E-A2B4-E818-FD7B4681FBBA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84EAA1E-423E-B855-8E6C-B6E5E2160E5D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75740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94488"/>
            <a:ext cx="6098736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2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3"/>
            <a:ext cx="5164134" cy="4319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3F92E6-42AB-1878-38FB-A29C954AADDE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F96B-6FC9-D964-892E-6247084A78BD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986DCA8-99AD-45A9-C6DE-4FCE903F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4AF8A-6035-75DE-7938-BAB50A0CE7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DD4E07-F000-9153-6168-82D2AF6D093E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D84445-4FD1-1512-74C9-9F6AE3288F97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F17F4B-BD9E-FF26-DC11-A814A0E7DFA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639A10-033B-B6CA-637B-FEF33DF8AE04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DCA426B-F29B-6B77-9DEB-C696A8F9D25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6316AC7-DD5D-9B4B-7B3B-7D9D0EB9CC9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C56D6D-99EF-F531-88E1-7672668A7BA1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85F598C-83C2-70F9-EA44-831BB630A6B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089E30F-13B4-AFF1-7BF4-164437FA2D5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8DBB353-0D0A-2BAF-6264-687C6AF7F093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7EE077-3538-1C28-AA85-61A637105B6B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ECCE2E-C90B-B27C-8C65-BDD52B35B845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56350B3-8637-9087-A617-F5913AF4FAC0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CFAA941-D796-5C5C-71F8-D24527046967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8A509D3-E830-BED4-E1C5-D8BA64E761C2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E5C9BBF-5DAF-AB38-BBE2-E51C55EE2858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8C5B37-9156-498A-DDF5-A2C48FA2FBCD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8B3B4FB-A60B-CAF1-7FE6-FCCD3CCA56BB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F0A2212-0E20-9ED2-7C1A-DDF3F85C7BF4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FC1A10C-8FD4-B11C-FF96-D67F53CC3F26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5B53C20-DA6F-1B1E-0D22-427245385CE8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E8415A1-08FD-17CF-7214-6DBAE36A7DD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07605E5-9140-A090-B18D-964149DA11CF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B26D680-CFDF-1B8D-C142-4D7E4376D34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8AF9799-7221-92FE-CA87-E9BBE299B49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4980848-DF4F-F871-8623-C1FA3FE4ADC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6AB1725-4334-DFB6-0E9D-2E96491E3ACA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9E0006C-32B7-3A8C-64FD-816ACCC4C3D4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8ECAA91-86FF-899A-AD05-4C0C11CF247C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06916B0-8313-CB67-ED8A-7586D202A4F7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D4F9D6-A32C-A129-4D58-4AC423313F3F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369822D-99D8-48B0-BBFD-370FDCE251BC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FC90B09-9ACB-A54B-1813-6F639C86596B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12BE93C-8567-3B9A-5A7A-70632EFFC2F4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CE3D713-1BB6-FC48-773D-77AA53434705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FCFAE8E-9525-7436-BC10-FAE8DA64DB1C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89D14E-7157-7E11-6B0E-41FC7C21DC4F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66C253-DB1A-4E6A-3F79-7139B76D5D26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734C62-C39D-38AB-D164-57081770DE0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24CDB26-8CB9-5DF7-DA65-03DD596524F4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951FFEB-6F2D-BEE1-96FF-C33DF22C5D5B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E66A9BD-284B-A2A3-1F76-5A32DDFA7A02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239438C-9E17-79C1-8E62-18A02713FE1B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D55A8E0-CD66-6479-CC8B-E6B6D226BBCD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1C3586E-4514-288C-21E1-19001124FF7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00A3F77-04E0-F29C-610C-2122FE8DCE90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32AC46D-01CE-E2A3-BD35-94C1B9C2EDC5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C18EF0-4F5C-9148-8D46-0A075E1EDFE7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8B97B21-219A-7ECC-3765-A1031F672AA7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75535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82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F2218F0-D93F-4904-B0F2-AADFD3911A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831226-24A0-492B-BBCF-D0A987CDF6A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517B5-3697-4990-56C1-223BB352698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ACC6CC4-758A-A6D7-BB49-FEDFAFF14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42E496-9A29-0967-8ABD-9C43BEC04FC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62640E-1AD9-5823-DDB4-07A8925E5490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547ED3-0A4A-E562-445B-516C19031E3E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36FFC7-5CE4-BA1D-A523-984A5A5CF46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BA68A3-569E-FECB-71F0-3287C1B480A1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A9FC510-70E5-9241-F554-C2A44983DBCF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3FCC2D-9721-D0A7-713F-7C4CFE93DDE3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167D9B-F064-F1C0-527B-25442E24AAC9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3EE718-C905-8BC6-C46E-760C08F64C1E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DB8D694-F5DF-6E0E-96B8-0DE09784085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0D2E744-C567-6AE2-A0B6-3080B71C4E07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6CAA72F-C2ED-52C8-1FC5-578B19A87E58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3F185C8-5B3C-DA06-4B24-19781A5FA33F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E95CC37-E2F2-0EAC-8E41-A5EDF588AA98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21726B8-7EBE-AA77-D752-844F34D58E7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15883C8-FB85-EC82-C039-568A91A1BB51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E6BB53-3E09-6491-35A0-8409B3F8D94A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72CA950-9DC5-2DDF-14E6-5CE81155F01C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B005CFD-77A9-0981-44EF-E600E753274F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9B55947-B153-F45D-5F6F-FCB26E1673B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70A5464-C3AA-77B7-025D-0B4837E2581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02DC503-2A13-7D67-E299-82C6D9FA74E3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ED241F-E73E-A870-91DF-3B14BCDDFE77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8FE881-44E5-2BF2-561D-31EA4BDA9506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77F73D1-57B1-7DED-3903-4164CF3DBE20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3D1BEB4-6987-83B3-FB55-F5CB1ED57147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254E6F-4846-3DB6-F443-7C00BFCD4C39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9E15DBC-7B10-F3D9-A43F-D50350369F0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F95DBEE-F020-4978-5E7E-8379915E0CAF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2A68381-F16B-2DEE-CEF1-A8BE0F34B13E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49E6D0B-873D-A995-90B4-540D1B0792F0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40CF7FA-7AE1-0C26-0CF8-2EA671537FCB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EA0B646-3FC8-EE3B-7954-2A870B5A5342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9646680-F2B5-8B2D-7C89-11A151AADF26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90D5C0-21BC-9451-57FF-090997257FBF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7E2572B-60E8-5AC3-91A9-FCC12E680DF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6BF8935-8C07-DE5A-667A-41A7BE73816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E33C904-BEE7-535C-D0C2-6A2829797E2C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58DD3C-7E53-41B9-0C23-F6AB7020F6A2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7286E36-CED1-F0C1-825E-E33F83EE9D88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1A7D4B9-F12E-68AE-CCC0-9A7C21105F6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C3B0654-E4DE-E952-DDBC-899C2799BD99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886E2AF-5BD9-8CEF-4D0B-04B3E133E601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7F38FB-B95C-E66A-245B-7A9CAACFCE63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8ED1B21-5B02-CE80-7B5D-A43D4551FC1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CA4538A-9690-7D8B-C6D9-C6919A123414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4390889-DCBA-2922-B709-105A02916B64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1821C4-B89E-FC65-D85C-4BCB14FEC906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1456295-A1B4-255C-B9C7-8CF033F8A79E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329C7-59C4-9B6E-8BE2-2D7F574A6533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62690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One-third Highlight_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111905" y="81480"/>
            <a:ext cx="4080095" cy="6776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84C2779-5F96-4963-ABA1-52B1DEDACA1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7200" y="1256758"/>
            <a:ext cx="7327720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cap="none" spc="0" baseline="0">
                <a:solidFill>
                  <a:srgbClr val="7D7D7D"/>
                </a:solidFill>
                <a:latin typeface="+mn-lt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E4C98-5954-41FD-8D46-6EC8F6233D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vert="horz" lIns="0" tIns="0" rIns="0" bIns="0" rtlCol="0" anchor="ctr"/>
          <a:lstStyle>
            <a:lvl1pPr>
              <a:defRPr lang="en-US" smtClean="0"/>
            </a:lvl1pPr>
          </a:lstStyle>
          <a:p>
            <a:r>
              <a:rPr lang="en-US"/>
              <a:t>CONFIDENTIAL</a:t>
            </a: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960362C2-D791-1C30-88AE-6676A9E828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BF30B-057C-7695-2B9C-542E2FACC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1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E228C-D588-26FA-EF24-21EA7033FB3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D7A17-F066-B1B4-8473-3639FB4197B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596F216-4AF5-7E0C-9A59-A47A2B34F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229947-A913-F69F-A2A2-CFC7F9EB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5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4060953" y="0"/>
            <a:ext cx="8131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060953" y="94488"/>
            <a:ext cx="8131048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48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-1" y="0"/>
            <a:ext cx="81099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8109958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3F92E6-42AB-1878-38FB-A29C954AADDE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F96B-6FC9-D964-892E-6247084A78BD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986DCA8-99AD-45A9-C6DE-4FCE903F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4AF8A-6035-75DE-7938-BAB50A0CE7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D3848B-0DE8-6291-1327-5BF6BB3E7E7F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1D45C0-19D4-FB2A-6CAF-51469DF920E1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B8DB8F-34D4-AC5A-80D9-A02E6283C237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5CF169-0CBB-D4F6-614C-592F30DE9BFE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34192A1-A18C-F04B-30F6-545ACA8F09CE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03B7DF-88C3-4188-9E49-D9E628BEA5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1BB2A-8BF7-FFF7-B258-0A503C3EC071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69621A8-BA5A-1696-BC68-0A27AB375DD9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255CC7-9FB5-EF47-C380-A8DC596EA0D6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1FF2572-7FE1-F475-C85D-CB74FC078244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7D5A3D-294E-ABF8-5C81-F5CE22014D3E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7D85743-14FA-9F24-B58A-5D3943FEE2AC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858C023-6BF6-41B9-D297-480F6CC9BD36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19B443D-0716-F49F-F149-6D4B8C692AE1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A44FF1D-22F5-C578-95FA-7779BFAAFF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C2ED3DF-F218-C9C7-EA48-B97615F5AA9B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5FE526E-AC04-08A3-2DE3-4944F4FF601E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E25FCF8-D0B3-4903-2CE1-05BACB3057B4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06038D0-0755-38E6-A56D-1A9072DDE398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26E9D99-6662-BF80-02B7-D6CFAF26350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7BAB58D-7079-571F-BF37-D1B18FBC671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E425090-B5BE-97C1-E112-B67FC325E3F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2764FB8-B008-6621-D81B-CA5363AA3CCC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B5E8BE2-7831-B2BF-771E-72E4CA2D0171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440C701-6CFD-DFBF-3BE4-DD4CA8EBBC18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393E0CB-8EC8-E077-FB52-6236A5BE827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2BF37D3-920D-72DD-5ABE-BE688AFF1AC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56C7E61-43EA-6CA8-00E0-CD1811114968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9E92BE6-990E-414E-CED1-4110F749658A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FFBAD9F-DB02-B985-9F38-B049DA5458F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6D95235-A958-5143-734D-97BA744A12AE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C9BD5F4-3F92-74A1-FA99-7DEC602F6901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B1BD5E-B418-0CFD-8CDA-8A08FF5BF5C3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AE4E0B9-7076-CF1A-D233-0385A035DB05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7B10C0A-C3BB-B0F1-610A-1460F236D854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371D9ED-437A-5AB5-FC99-E4FD3679AFE0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40C1780-BCD7-9B45-4165-571F49F2F988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FBF1A5-D25D-F8BE-4074-29675731A1A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5A46D78-BD7F-32CB-740F-CDEB6A219C36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E8117C9-D4F3-FD80-EB2F-81F83B1F081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281299A-3A6A-9AE8-9EE6-01548EC222FE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A323852F-22A9-B6A9-AA3E-A511C4039459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7BFD065-C421-0217-D272-B8E1E693AAAC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57954A-8094-D439-5FB1-ED44A303D35E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45B7F6B-8791-04C8-AEC3-8A42E43B6E99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E512E1C-F58D-B47E-ECD7-FBD645FD4F33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A191D92-B1E3-AC60-A798-1DC360F2C331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78C0FA2-28D4-4430-EF74-2E23E581990A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FF89B0E-1B81-5BF3-0F2B-B9C75CBE6976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861545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04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2">
            <a:extLst>
              <a:ext uri="{FF2B5EF4-FFF2-40B4-BE49-F238E27FC236}">
                <a16:creationId xmlns:a16="http://schemas.microsoft.com/office/drawing/2014/main" id="{94B560FD-3AA9-CEA0-5ED3-C5FFFCDCB0C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E4AFD52F-B7D1-A290-DCB0-923011AD1B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8242F7D6-BFBA-1540-A7E6-0A5FB949D7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16E0D9B8-ED44-D90C-9E22-7B6D0CB20B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2C0DA241-F1E3-A3AA-0BAD-26788C823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37DA5001-C688-9E9B-26FA-8EA95DD1C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277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7DBCA-E6A3-642F-C1DA-19B0D0DB1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8864A6-576A-8318-F85F-1B4B935C24B7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22E264-5E2E-FF4E-28A8-54B04BAEE42A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53EDA2-BF29-D47C-81DE-E3073C9CD8A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68E3B3-90AA-1A0E-45EB-3E53ACAF9985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CC5F52-1D7A-193E-2E39-18A7AF2FA56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27F9A4-0D3C-C77A-4708-454352FDC5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18769E-1ADA-62A8-7E7C-C9CC147664FA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7EDD347-301A-933F-FA72-04FE94A0E448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1CA7DA-6848-2D6D-68FE-CCEEC3E1036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B9B0B8-A4EC-4055-D46B-A8C6084B9570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BFF16F-6A57-9D93-B80A-7974606047F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AE4437-4CEA-2E64-B06E-164F411FAA02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B285A7-3D4E-76B4-89FD-AA90335FDEF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6D2D769-6DB7-305B-BB14-A5B1AF26C650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BB62AE-8206-06DF-A50D-CDAEC10EE4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E3BEFD-76C6-132B-6550-20D4E61C84A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AB2C7C-13DD-FF82-126C-60282244ADB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FB79684-B33D-E567-480A-452E4DDD99E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7B6B41F-38AD-766A-1498-079DDA03A55E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81E13-94AA-F635-6634-F3E6C83457AC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F0A6337-D7D8-F4EE-6E9B-0BDAFBDA480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2026BC-FF5D-9918-4FAE-FA078AA7055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327B19-6402-6607-9D15-D136F300CD80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A3D2F4-3EB3-F61F-856E-75DFB9F812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455246-6704-07AF-4692-909F56F756F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59AE0FA-67A8-E334-C76F-36BAEA96C58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3FBF95-9FF1-5C0F-FA76-2CE94E3886E8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20E2B0C-4A3C-F8A2-7B0D-055209C460D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53C83E7-C6CC-A26D-D36D-5FE3DE86585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8753BD-AF76-9023-8F80-375A6A1E034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A65B46-C5CB-2E3C-8C73-71CC48E77D5D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DFE2051-4E04-BFC6-4D6D-A62F6E1E1C75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C5A179-7B71-9009-7BC5-108607A457A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D9B26BE-E14F-A017-C96B-36B2272121B8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16F92-5184-CFC9-71AD-BFEF8DE029C6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5DF6F2-FDE6-324E-131C-73434948B792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0A67C6A-1714-AFE0-A8BD-8C1943F1A86B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E209E9-C407-F63E-FB71-6863ECBECED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8F092C-651A-8CF4-F686-2E0E3301BC6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C0DD99-0082-B50C-F91E-E561FCF13F6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FCEA22-D7DF-6C99-CA1D-090CD1F38718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55B1D1-229E-5B21-8E0A-3742ED15F48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8224D8-B9CF-D63D-3F6C-12037D0C3DEA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FB0D3-2319-26F1-43EA-389B2DDE17D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8A6EB-7918-4CC8-FC74-C33502EAAD2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F97C5-E98B-18EC-CEF7-E802EF15EC7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967909-A541-D1B3-E728-8BD37D464BBF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D63373-5783-6E64-EBAA-D26F34D6742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084096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EAAB68-B983-729A-E37F-D0E4D2C2CCA5}"/>
              </a:ext>
            </a:extLst>
          </p:cNvPr>
          <p:cNvSpPr/>
          <p:nvPr userDrawn="1"/>
        </p:nvSpPr>
        <p:spPr>
          <a:xfrm>
            <a:off x="1346425" y="0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7F33C6-E926-91A7-9DA2-D69142C95716}"/>
              </a:ext>
            </a:extLst>
          </p:cNvPr>
          <p:cNvSpPr/>
          <p:nvPr userDrawn="1"/>
        </p:nvSpPr>
        <p:spPr>
          <a:xfrm>
            <a:off x="1" y="0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F48ABA-D537-0BEA-5127-7333B84D8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C84A8-0688-CEE1-300E-5D813C6F8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79574-DBE3-4617-CBB2-BAA0216316E4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933D01-3FDE-1354-B19F-15F44F107750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B2605C-AF36-CE54-CAD8-CD1D38C6690F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F6D0F8-09A9-085F-96E5-2A75E734CD61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A86A13C-B208-D1B3-E791-CAE6A4E0EB5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C22E1A1-C5CE-642E-A6D3-A20BE1B795F3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96D6E7-BB8E-392D-7682-C3979A489D8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A449C1-8FFB-00E4-A9F2-871E1F0A5A3D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E856F3-AB9C-206B-0199-82466B3209B1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9BABC43-1101-FEA8-2521-A2ABDC83A614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D447ECC-83E6-7D63-A665-3F545B11820D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105303C-8C91-F8EF-ADFB-8160177BE86B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C11CADE-5541-4DF5-6D9C-C5434D278583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BA1A975-ECF0-AAEC-80AD-517E2CF75B6C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25D458-6994-8457-0DAB-6D78805B0889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DA0C2A7-0626-6EA4-CB4C-3212B889EBD8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BB68E7F-4F90-3584-BAD9-C2D30DC9171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8BBCC1-8EF2-3F37-35B8-65657C13566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55D5A2-0446-BAC3-D537-DE0B405AB2CC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D7C563-8F52-FAFF-806F-56A129A1B40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24C18C3-2834-0A1B-7DE6-4E8AA9E076CA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C30C5F0-53A6-7FFF-4834-A030D900BF1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72AC02E-E901-DFB8-0E1B-ED6C381C5FB7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B98464C-3117-19A7-24CC-D30E05D0DE72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1177DF5-A723-9455-67E4-30549933B507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C3E859E-8983-2989-F353-782CB941285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FA993CE-D1E4-2B27-F284-875CBC869B6A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B40C4FD-80BD-AF65-76BA-465CAAAB0766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862B9D8-8C2F-659B-6177-BBFE6C5093A6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15B2B2-C4D5-3306-556E-2B5080CDE56B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36C393B-D87A-C0EB-FB02-9D16E8FFEA75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8188CE3-0834-80C3-C7AA-4D268F5E23BC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56C2011-C1A2-4603-D755-E5FAAFF251B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FF6D801-18B3-4618-105A-28AA31CD858E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765A830-65AF-BA06-4F34-C436718FA4FB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48795FB-7A2C-1D2D-5797-14E62DCFDFDB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F23C6CF-16CF-E253-0577-9FBF21670F6A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D731BB5-92A1-DCD5-2D49-EEA159DFF1D1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CF69FD9-9B45-309A-077E-6298CA772ACD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9CA517B-B8D6-B29D-17C4-D30C7D6FF401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D195AAF-865A-3733-0A14-4B13B71FB3F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AFDAA606-1405-0F78-FA22-1F8470E8AC08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7969522-47E3-FF30-CE16-7C802E77F8CD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5A99C1D-0D0F-BA7D-493E-91875B974DC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93CC254-8976-CB8E-6D2F-72180B211160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1854489-69EF-C459-B351-F5057FD2F403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9DB4412-F58C-EFB8-12EA-0EA92511CA7C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3337016-AD60-95EC-647F-F0872DDD2AC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5EC3FA6-5858-07D1-784F-DEE436F1A46D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549997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559F-436D-469C-A419-AE01C38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967112"/>
            <a:ext cx="11277600" cy="4318002"/>
          </a:xfrm>
        </p:spPr>
        <p:txBody>
          <a:bodyPr lIns="0"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322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228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478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441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8864" y="1967113"/>
            <a:ext cx="351903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67113"/>
            <a:ext cx="739588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688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734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711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3F4F-197F-7E57-AA50-C56A9C6D18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148515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249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376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025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D172E0-9AA6-41A2-8A2C-69AC58E1A52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2797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8B5D3F9-9FEE-4FC1-8557-65F2161D1E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193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922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8813C-E2AB-9D50-55C5-F8B396864F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11274424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116133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459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157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133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081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3394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888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cap="all" spc="2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DC05-006E-F738-0EB7-C5B89C35E3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967113"/>
            <a:ext cx="11274425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937105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2A4FB-D20C-E24D-1F1A-3662166BAE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0"/>
            <a:ext cx="5463540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37FE79-DBDE-5F53-2F29-E0206E2B21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8212" y="1967111"/>
            <a:ext cx="5463540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0335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1117-59D9-A64E-88A8-03E6E5A4BE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3538497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9516B-F45D-9D14-C233-CD4CBC97DB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1477" y="1967113"/>
            <a:ext cx="7390273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 dirty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913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BB00-1CA4-78E2-2579-EB8D4E880A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7395881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86D8F-1B52-2C03-D701-7D22429A2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98863" y="1967113"/>
            <a:ext cx="3519034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0313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B5A-DE6D-A88A-FE9B-0EC06DDF8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3523817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C7378-96F3-0BE2-A9E9-820F178A5D1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4091" y="1967113"/>
            <a:ext cx="3523816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E5068E-D382-F80C-7B98-62E993F741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8863" y="1967113"/>
            <a:ext cx="3524250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F760F50-2662-608E-F6AC-A961A45EF2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</p:spTree>
    <p:extLst>
      <p:ext uri="{BB962C8B-B14F-4D97-AF65-F5344CB8AC3E}">
        <p14:creationId xmlns:p14="http://schemas.microsoft.com/office/powerpoint/2010/main" val="31136819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5719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769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BE053-41B4-1E68-9FCD-20C3E4C8E483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B0D5E-6B4C-984B-FE38-77552D039843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9FBA006-AAD9-E2DA-9665-227D1C85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B30F7A4C-0A31-52CE-594B-041F5F767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11272-4EC6-A191-3E53-4DB7D1519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F3AF8C-8BF6-E977-1ED6-76E97B59464B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3EF311-52DE-E691-1034-579E1896A7C5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640CDA-656F-2FE2-1886-B2762FB1B95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DE3F64-F8A1-06B4-7961-3E4EAA8F3E1F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724F50A-34DA-2CAF-9733-20F91358702F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C66B756-E0D2-EFDA-D051-9CC350742CA7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ED3B51-EEE0-2815-2684-180D1A78B636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EBB1A24-6FC6-544F-5396-EB8EA58AAAF4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C76C706-1B80-5B42-D892-E1D78EAF1F4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BCF115-0EBC-A99A-1050-09C1BC22D14D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D359ECD-7A38-4105-DFC9-E0960499EEC7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D16B759-1DDE-1DB1-296B-D012A47796F4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BC9DD16-FA5B-D7A2-D2FC-D2F95F0D5C53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B8563AC-C2CB-DDBA-48DD-DB89A6BB1A65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24A5343-199A-4136-972E-A7A7DB801974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373BE05-6E3F-408F-FF03-29C6D2EBFA1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4DE6423-D527-1B12-C5E1-18B16AFC7104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4EC0FC7-D801-6D64-6B2A-898BBC2D7DC5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14DB9A1-E4FD-4225-8F46-3ECA77CDFA62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636BB53-549C-8A42-D42A-3856F9B275B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36D9342-0353-758E-A6BF-C2CDFDFF1551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5F11BCF-7E53-B412-CF0D-794075FAE80D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412552D-BEC6-D5A8-3082-8FA0D2A28692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F3F8D10-18F1-1215-DB48-8B48EE006DDE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9932621-6C39-C3B8-0D48-AEF8FC7E69D1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02990E9-C857-B734-4D55-165506F31D84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1822A92-B38F-07B8-3FC6-D98BEA9A1E4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F4D9B0B-4E66-DE51-DBCE-051174713802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2B03B6-66D0-F1B9-66D8-848583646BD1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A5ED619-C75B-77B0-54CE-FB5CBD5C1F15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C0C035F-A6ED-45E6-7BE0-778D4B90016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03E0462-799D-63CE-2CCC-6F132F22E2F8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E79FCA5-4920-1266-EDBB-2D20D8E43BE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ADEF5E0-6B1F-48E2-2B6F-93623572813A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041215E-30C8-1778-A1C2-B1F2212649A8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12E9D98-CC06-76AF-8B5A-72C99B31A868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E4AFF7C-E24F-BD5B-D366-E761C9FE7E0E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A97C000-16B3-2EBE-A8F0-C54DFB565F90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456F0D9-3A8B-F010-A1B2-179763FBC44A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1E14694-127C-EB71-D823-0C8C423339C3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8846252-4BA6-454C-F2C0-6E1885751A5E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554E8C43-8450-6CBA-7142-BC7F283CE3E2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3CC6AE2-2660-E986-B1AA-C9C5D6A1D061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2B5AC1-3639-B007-B72A-D3327E2769B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5DB2862-925C-7CE3-E01C-C86C8158D0E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A5749D0-0A7D-2E92-631A-C06C2FEB653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7CC61D-2D18-3891-2077-6B56998DD8E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BCAC3AD-6926-0CA8-EC81-EEB0066D7D68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8AAE406-372E-4F4B-C37E-7155FCD2FA4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4474213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9934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666487-4E88-236C-F36C-EB0ACE0FAFBE}"/>
              </a:ext>
            </a:extLst>
          </p:cNvPr>
          <p:cNvSpPr/>
          <p:nvPr userDrawn="1"/>
        </p:nvSpPr>
        <p:spPr>
          <a:xfrm>
            <a:off x="1346425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C246434-E95A-E62F-C048-B52CD08D73C3}"/>
              </a:ext>
            </a:extLst>
          </p:cNvPr>
          <p:cNvSpPr/>
          <p:nvPr userDrawn="1"/>
        </p:nvSpPr>
        <p:spPr>
          <a:xfrm>
            <a:off x="1" y="96982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FA8F4B-34D9-DC05-49D6-39E4DEAF5EAC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A88F3-E28E-275E-C041-7890AF9D0B4F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66D49306-C1FB-AEFB-F32B-F136A4EA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4DE22-440E-492B-6517-E59AC457D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4CAA01-3853-59A4-A4BD-A2D17EA4CDC3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72142F-931D-3BFE-27E4-C7FDD394D802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5C3D87-4A12-E3B0-477D-F8A4811ECF3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5408D2-03F2-7512-1734-A663F0758C2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F320C2F-9FBF-9347-8EE7-3CD82A1B93F2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737270-7FFE-B760-1D4D-2B5D55BDA2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D8DA1F-E9B0-4731-D0EF-DF0C33BED9F5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7BCC9AA-13AC-9F2A-4D0B-59CF6C48E03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E6114C1-3CC9-50EA-5264-A5A749AA0FD2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D84654C-2A63-B9E6-B6DB-87F92D45C906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04D004F-FB76-E97A-74CF-41F9540B0D5C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79A284-8F86-9292-BED9-F2A31D9362EA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645F86D-9883-C819-6278-E155724D6A7D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DD7E87C-D139-3948-D3E0-810F88417DA6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C197265-BA8B-6240-F5DC-95DEC7664C9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4E453CC-DA6D-51C9-BB74-1A339B3937C2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1B04795-65F5-6640-16B0-59F5A2225108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A0AF51-A1F0-526B-C2CC-492CD7E5F5F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E6E96DD-1D54-0E4A-B5EB-BECD7C17032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1CF6750-D104-9E15-658E-419CCCC99F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464FE92-E55C-683C-D57A-E59C0FB2CE8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F91EC73-58CB-32DC-CF48-5BD29A407A5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F8E220-F3A5-5DD2-BF42-5089A5B3C03E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B5AB79B-F94B-064F-C6CC-CBAF9EFE03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F0B078-B3FC-CF30-9416-D2DCA6874C8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9236D8-E3BC-0D0E-AD8B-CC40681D12A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81D7323-5A66-1B4B-C211-5C6C7EFA0BFE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6D7660-6B90-58F1-FECD-4C950518D82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F8B6273-B987-70A5-B72D-28D250A78B72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74F6F8E-0245-5166-63F3-F97B39813E5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0CEA86C-642D-43DE-5DFD-00E473845366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FA5B3DD-9E3F-EFB9-5509-05213F6CB5CA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570214B-98A8-71E2-C5C8-D755E6EF3E2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1D54F65-D787-CB39-07AA-6740FF5C06E7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4214E5A-039C-2B8B-9828-80F4FDC628D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E449EAF-CC25-CE90-735E-5F12F039BAF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458F72B-AE3B-9982-A162-D1B237E6F301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86388BF-F530-8204-1288-A7D3B8CB803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E581AD0-9147-1A09-D961-13B6F6FD1F2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5B5CD0C-2785-9A7C-E645-5508CAB23A5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F479EDC-6752-77F9-AD0D-6E89A8D680D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428FA40-C331-64BA-9A6E-51E85C871B4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180F793-8213-45CF-85B3-9EE7A5521F07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B0C3A18-0237-6446-8BCA-6229133DA02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C1C3AFF-03FD-5513-B0D1-59CC11E1D04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4C35E35-B467-5F84-5236-793715E6054A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06F5014-1336-97C8-2B0E-9C68A674C4F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CAA4011-5C9A-6716-3DCE-F999EE42B59D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04577A0-F1B2-FAF0-C2E3-98F3D5532C0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507611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Soli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44B608-3F50-EB2E-2E1E-C8747CB70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4488"/>
          </a:xfrm>
          <a:prstGeom prst="rect">
            <a:avLst/>
          </a:prstGeom>
        </p:spPr>
      </p:pic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03C0E75F-8F82-DD77-FDD5-FDB5A49BB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8C410-276A-CE2C-1089-A5E54F16E449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DAB762-46D3-B3C0-5003-18A6CB71B314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5CFAC6-0062-2DDE-D6F1-84C60D4169D0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039DF1-C388-A94C-451B-60C65F41899A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72DF44A-0A80-BA0E-3BC1-AE32E2F0C5F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BCE72F9-5A07-0DD4-CCD5-E3A6596CB8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6616E2-9520-38A7-79F2-28418ADC1CD8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EC4E56E-8434-AD10-3607-88D74A724C8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F3EE6D0-CE02-321E-721B-2373341FF5CA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4E4C2B3-9124-D50F-44F0-F9AEE0706918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C6EE4A8-6BD4-A75A-43EC-BCAEC4B7509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C52F4A9-2575-4758-B62A-D5E57AFD10A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CBAE2EC-5BA4-E505-7BC9-8C77BBEBCC04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4081EF5-E1D8-D227-7984-7DA2CB32E34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193EF98-2BBC-EBD1-4615-EBD69B3FAC39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AF754BB-EFFE-6521-CEC6-EA2956268B3B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FB9083E-E6E8-79DB-E5EC-2A943F7C3A1D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2332DD1-B5C7-1A8B-A162-AC9DB544EEC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0F05CED-64CD-3FCB-36F1-9C3622A60795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AEAD7DC-D4CF-01CB-D1B4-9794B2AB70E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D8DFA6D-7195-F27F-B48B-0B22E367FFB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EC3852A-8220-DF76-1E69-38FD19685F8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B4B4B52-6E80-7D76-E157-623A2254EFC5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4D0C7B9-BA15-5172-9B3C-FC4844183619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B2CAFBD-C80C-AF06-1B6F-06EFF37E667D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C81C30E-ADF6-9199-3186-3B21C65AFDB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4FC2C5C-6C5A-17ED-05FE-B35D3885C94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4B719B1-8AF1-78D9-4E7D-6974BFF9D3BD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DBA5D1E-8214-8829-A7ED-EDAD4DC12CF0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414C0DE-A95F-2C60-91C6-0321E096246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31DFFC2-C4C7-ECCB-03AF-F82D615E81D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CA85C80-FFBC-E439-0090-B63A09EC8633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FE8F3A7-5BFB-3F79-7975-C046F39B1DE5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F435F35-5B13-1B9C-305A-EE5509F9831B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5021316-C812-1E87-EF06-17E8ECC5D135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482390A-F448-4247-127A-14FCF518CC99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3D8394E-BE57-FB76-5FA4-F3D39900B259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89780D-FE46-2879-C85F-3935084EBA99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1E1188-6B00-4E47-9B14-6C3CF953047C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308BC58-EA9A-C8A1-B95D-5C9AF5AC3D6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22C7F57-A0FB-9ECE-5B4E-9732FB0FABF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FF66EE9-181E-1659-15B7-95661A9E3CE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E212DF7-78E7-904B-7F39-A2126138B962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2FE19F8-B576-6F2D-8090-39AED3E0077A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E4094E4-83D1-5F67-F9CF-CC783106D348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77B4F7C-9733-460C-E279-5F0808F90F20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D927477-CE6D-7CE4-B7F4-DA0851E5C34A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D1CAC1-D419-9813-24F6-0FBA211A96D2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4ADEACB-873F-7CC7-4438-95C99974F8A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6090D-D036-9706-26BF-26C54E07E829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C148E-C50E-469A-B854-37A87CA6D9A6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6516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: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102735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43A5-A90B-3D9A-F983-00C60EDD704A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3B4CCB71-68AD-0718-8A33-03A11E377DE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E840A1B5-5401-1215-BC5C-7C2671F70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0C70F11B-7B2B-112B-7C06-EF7BB69848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4E7B86E9-9679-755C-07E3-5DF9FD22DD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2F5FA204-C763-8E9E-E846-A6082DCD86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065B72-C11B-5021-9FBB-D6CCE4FC36DC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1433F-0BB2-48AE-9AEC-317565C60E58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06FBB67B-C225-476F-A711-BEFAFEE96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E22CE-43CD-FA1C-31B6-3962ABFFC9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14BDB0-D240-F701-70DD-46646F26A8F8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A4D898-9689-039E-7AFE-A812D331122E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5A1E5C-1516-653B-5BE7-49C3B027429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8301E2-98AA-DFAC-9193-3E7C320E98E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86FCB77-2F45-D3A9-4BD3-593000150B48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45FD1DF-EE63-06D8-1FD2-0826E80B51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56EEC0-0D51-C721-1418-4CCB31975EA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603D567-3BF7-446C-225B-24D2FEBA6747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A207A79-E112-39B3-CBBB-990FCD85B906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6A8F32F-5D29-BC58-5A64-E41314EF5227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58FA35B-DF47-FAF0-1ED8-93FE7901F0F2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8C7EA3D-2C3E-D9FD-ED2C-D748DBCAA9A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D849448-E850-7FB9-A025-2DC8E31FDD50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50D6F5F-EB08-0000-786F-F72881ABBB09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5E65B7E-8317-F72A-94CA-BCBE45DC8966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409922-8A08-83A1-5EF5-B09833D96980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1CE7AE3-A0C8-1F16-CF00-C28EACBDCDFA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C6E1D76-2EC5-139E-50CD-AEC19DCF11ED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6C44E37-220F-497E-CD8C-9FD2ABCEDA5D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292873B-CCBA-3489-FFBD-9A6E09349575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E89B407-FB13-B2E6-7708-359E19AADEAD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2DB3466-E3BA-A4C4-2AE0-DED59AD9546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D6C8F4-1CDB-CE5C-6EBF-5F30618F6B2F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CF4BD81-128F-1875-5689-DAB1D5FA53B4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EAA2DD-4B40-782D-8EB5-B5E229AE42B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8DB4D9D-9DE4-2582-1C96-791031A68666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4C7236A-0757-BA6E-2831-9AF844ED474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9A9ADF0-10E0-2DBC-B14A-57BB8B9A0B53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7BD0677-BF0B-DB9A-5FF8-D71EFB4FBE28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2DC30E1-4206-DE1B-04B5-A89E5D18A29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4F32370-3350-CE25-6CCC-4E4D7E6A83A9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3BCFE56-471F-CB15-237E-95A72FE1101D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E2E28C4-519A-5B7B-4C37-08DE031A8D67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E7EF62F-7CA9-5EF0-E73F-09CF62920A4F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1F8EC05-F3F8-6A11-7657-D650F8054E1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4930CD6-798F-D699-D739-7F33B9336CAA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FD59C18-03BE-028C-032C-B810749F6CA4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2625C4-8FB7-6627-1837-6D2F51D74CA1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5841FB5-1DD5-63D7-C8A2-7F99E4F0BDB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8FFA635-9DD0-4785-CBE4-B744326CAF8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FCA62D5-9028-BC3A-2FEF-5A87C027A6E4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68E6D48-340E-2E5A-15F8-FDEE84C70577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7236FFA-56B8-E8D9-F78E-070711EC4F85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7E23800-066E-03FF-1D54-1F290C13A1B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CDEA379-0FB4-ACA8-5C40-251B5DB7AD8D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D6F3062-2DA1-0FA4-95D1-7002B5BE16BC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F7ABD94-3142-1E5C-59FB-A30B1A24F952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3BF0527-FA56-23BB-95DA-4B842BCD98D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E2A2E80-DC15-4064-8CA2-F80DAB49450F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7278864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D9A867-C5AA-2B74-C729-7D33289C939C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89623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6241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5040EC-0EE6-4E5D-A5D9-618910B33D16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19815-3AF8-40BA-A825-ECB2B3C0CB15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C1156D6D-110F-4A8F-9FA1-B39441F88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22A1C-2FBE-F3B7-99D0-A9A694CA65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DDB9C-3A3C-A121-28DF-0E80BEBDF250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AABCC9-717F-5D61-DA49-7423136CD63C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2AC614-EAB7-097E-CB8F-C33E1D8A001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81497A-2140-566E-5E7C-CC3865157250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E6460C9-93C2-7987-8CA2-705EB7F0EE83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86BAA7A-8699-0409-C314-E0B976D11738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5C9AFD-A05B-94F6-75B2-34EDC91B8103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F6E3E00-7090-2278-5187-4BD7F5342686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56511E1-24AE-EEEF-B304-74D34537EC5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7506DE-8C4E-8498-FCF8-055285D80DBF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1A80759-F1E7-D400-8603-54571F5373C3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7D18C9E-961C-46D5-8C81-5CE96386C1EF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0F8224B-A44C-8170-1611-7284B3A3DD39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0051549-9457-69D0-545A-82C972DCBFF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08297D3-1807-48FC-B2A3-847E1A188616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27B2D5-CAD9-C34D-1327-A7C2803771A0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C1F0CCC-2AEB-48E1-CEE6-742C7FBD25E2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07C57D3-89CD-97B5-3FED-F77D5259F23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CC11B68-DE0D-DDDE-F43F-95B4F0EE9559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E7B454B-8293-147A-A3DF-D03F2C6554CD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A57FEEA-5858-4850-2877-02CC31B3A992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91353E4-72E3-E577-B43F-E10ADD56190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22AEF9D-B151-A673-89FB-82EEB43CEFEA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3E94FDA-CF44-CDC4-90F8-F9D0FC453C94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DA6B1CF-DB74-0612-393F-D78E13329D2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4A058D1-B4EF-691A-40F4-AE409AC7C53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BEB0ED-173E-C137-4798-BC9AEC737C09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3962D44-9292-9EBE-7A8B-8BE28E3AEDAC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FD95232-FF19-92C0-85BA-411A82979E00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76F407-3593-C7FF-5A03-15BA2CB3DD6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EE46275-93D0-BF0D-BC5B-4DDD8693F207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A343328-79EA-3BC7-82E9-F166AC9083EB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7FF2DA2-AF48-8E56-2383-157AA4B6723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632E43C-8BD1-BB60-3E00-B4B62E472D63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67F0214-55D8-2B12-3D02-80F03559E099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73D4F3C-0C8A-B0DA-C7B7-BB04F9718C0F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BF99355-0677-0AF8-13B3-8C4CC836CEE7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2FB320-6965-B674-1B91-4024C2D077E4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E5EFBB2-9142-B060-9377-DD0817065E30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B7489D7-C773-87BE-8F7B-ABD63FA766E9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B9883B7-BBC6-8D9C-F000-F7CF64285962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B435B66-5CB0-E3E9-844C-4FA6BB8A469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D2D6C6F-5BB0-02BE-7E60-7A4C93344354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95CA7C8-43C8-9177-771A-2B331007DBD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54435AC-B557-E619-7AF9-1EF67D22890F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0F0F76B-E369-1F78-FB03-015C7C2A6AC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1CC7003-7C39-27B9-770B-AFCC39E2925A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0D15D4C-B31E-A2B4-E818-FD7B4681FBBA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84EAA1E-423E-B855-8E6C-B6E5E2160E5D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76367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94488"/>
            <a:ext cx="6098736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6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78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72356C1-A1F6-C42E-9BC9-2504C867A8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358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2356C1-A1F6-C42E-9BC9-2504C867A8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5158946" y="0"/>
            <a:ext cx="70330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4364132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4374292" cy="753995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54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3"/>
            <a:ext cx="5164134" cy="4319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3F92E6-42AB-1878-38FB-A29C954AADDE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F96B-6FC9-D964-892E-6247084A78BD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986DCA8-99AD-45A9-C6DE-4FCE903F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4AF8A-6035-75DE-7938-BAB50A0CE7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DD4E07-F000-9153-6168-82D2AF6D093E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D84445-4FD1-1512-74C9-9F6AE3288F97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F17F4B-BD9E-FF26-DC11-A814A0E7DFA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639A10-033B-B6CA-637B-FEF33DF8AE04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DCA426B-F29B-6B77-9DEB-C696A8F9D25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6316AC7-DD5D-9B4B-7B3B-7D9D0EB9CC9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C56D6D-99EF-F531-88E1-7672668A7BA1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85F598C-83C2-70F9-EA44-831BB630A6B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089E30F-13B4-AFF1-7BF4-164437FA2D5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8DBB353-0D0A-2BAF-6264-687C6AF7F093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7EE077-3538-1C28-AA85-61A637105B6B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ECCE2E-C90B-B27C-8C65-BDD52B35B845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56350B3-8637-9087-A617-F5913AF4FAC0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CFAA941-D796-5C5C-71F8-D24527046967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8A509D3-E830-BED4-E1C5-D8BA64E761C2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E5C9BBF-5DAF-AB38-BBE2-E51C55EE2858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8C5B37-9156-498A-DDF5-A2C48FA2FBCD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8B3B4FB-A60B-CAF1-7FE6-FCCD3CCA56BB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F0A2212-0E20-9ED2-7C1A-DDF3F85C7BF4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FC1A10C-8FD4-B11C-FF96-D67F53CC3F26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5B53C20-DA6F-1B1E-0D22-427245385CE8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E8415A1-08FD-17CF-7214-6DBAE36A7DD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07605E5-9140-A090-B18D-964149DA11CF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B26D680-CFDF-1B8D-C142-4D7E4376D34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8AF9799-7221-92FE-CA87-E9BBE299B49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4980848-DF4F-F871-8623-C1FA3FE4ADC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6AB1725-4334-DFB6-0E9D-2E96491E3ACA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9E0006C-32B7-3A8C-64FD-816ACCC4C3D4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8ECAA91-86FF-899A-AD05-4C0C11CF247C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06916B0-8313-CB67-ED8A-7586D202A4F7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D4F9D6-A32C-A129-4D58-4AC423313F3F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369822D-99D8-48B0-BBFD-370FDCE251BC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FC90B09-9ACB-A54B-1813-6F639C86596B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12BE93C-8567-3B9A-5A7A-70632EFFC2F4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CE3D713-1BB6-FC48-773D-77AA53434705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FCFAE8E-9525-7436-BC10-FAE8DA64DB1C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89D14E-7157-7E11-6B0E-41FC7C21DC4F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66C253-DB1A-4E6A-3F79-7139B76D5D26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734C62-C39D-38AB-D164-57081770DE0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24CDB26-8CB9-5DF7-DA65-03DD596524F4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951FFEB-6F2D-BEE1-96FF-C33DF22C5D5B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E66A9BD-284B-A2A3-1F76-5A32DDFA7A02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239438C-9E17-79C1-8E62-18A02713FE1B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D55A8E0-CD66-6479-CC8B-E6B6D226BBCD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1C3586E-4514-288C-21E1-19001124FF7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00A3F77-04E0-F29C-610C-2122FE8DCE90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32AC46D-01CE-E2A3-BD35-94C1B9C2EDC5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C18EF0-4F5C-9148-8D46-0A075E1EDFE7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8B97B21-219A-7ECC-3765-A1031F672AA7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6771626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82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F2218F0-D93F-4904-B0F2-AADFD3911A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831226-24A0-492B-BBCF-D0A987CDF6A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517B5-3697-4990-56C1-223BB352698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ACC6CC4-758A-A6D7-BB49-FEDFAFF14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42E496-9A29-0967-8ABD-9C43BEC04FC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62640E-1AD9-5823-DDB4-07A8925E5490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547ED3-0A4A-E562-445B-516C19031E3E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36FFC7-5CE4-BA1D-A523-984A5A5CF46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BA68A3-569E-FECB-71F0-3287C1B480A1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A9FC510-70E5-9241-F554-C2A44983DBCF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3FCC2D-9721-D0A7-713F-7C4CFE93DDE3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167D9B-F064-F1C0-527B-25442E24AAC9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3EE718-C905-8BC6-C46E-760C08F64C1E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DB8D694-F5DF-6E0E-96B8-0DE09784085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0D2E744-C567-6AE2-A0B6-3080B71C4E07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6CAA72F-C2ED-52C8-1FC5-578B19A87E58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3F185C8-5B3C-DA06-4B24-19781A5FA33F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E95CC37-E2F2-0EAC-8E41-A5EDF588AA98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21726B8-7EBE-AA77-D752-844F34D58E7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15883C8-FB85-EC82-C039-568A91A1BB51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E6BB53-3E09-6491-35A0-8409B3F8D94A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72CA950-9DC5-2DDF-14E6-5CE81155F01C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B005CFD-77A9-0981-44EF-E600E753274F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9B55947-B153-F45D-5F6F-FCB26E1673B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70A5464-C3AA-77B7-025D-0B4837E2581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02DC503-2A13-7D67-E299-82C6D9FA74E3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ED241F-E73E-A870-91DF-3B14BCDDFE77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8FE881-44E5-2BF2-561D-31EA4BDA9506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77F73D1-57B1-7DED-3903-4164CF3DBE20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3D1BEB4-6987-83B3-FB55-F5CB1ED57147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254E6F-4846-3DB6-F443-7C00BFCD4C39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9E15DBC-7B10-F3D9-A43F-D50350369F0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F95DBEE-F020-4978-5E7E-8379915E0CAF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2A68381-F16B-2DEE-CEF1-A8BE0F34B13E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49E6D0B-873D-A995-90B4-540D1B0792F0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40CF7FA-7AE1-0C26-0CF8-2EA671537FCB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EA0B646-3FC8-EE3B-7954-2A870B5A5342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9646680-F2B5-8B2D-7C89-11A151AADF26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90D5C0-21BC-9451-57FF-090997257FBF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7E2572B-60E8-5AC3-91A9-FCC12E680DF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6BF8935-8C07-DE5A-667A-41A7BE73816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E33C904-BEE7-535C-D0C2-6A2829797E2C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58DD3C-7E53-41B9-0C23-F6AB7020F6A2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7286E36-CED1-F0C1-825E-E33F83EE9D88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1A7D4B9-F12E-68AE-CCC0-9A7C21105F6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C3B0654-E4DE-E952-DDBC-899C2799BD99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886E2AF-5BD9-8CEF-4D0B-04B3E133E601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7F38FB-B95C-E66A-245B-7A9CAACFCE63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8ED1B21-5B02-CE80-7B5D-A43D4551FC1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CA4538A-9690-7D8B-C6D9-C6919A123414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4390889-DCBA-2922-B709-105A02916B64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1821C4-B89E-FC65-D85C-4BCB14FEC906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1456295-A1B4-255C-B9C7-8CF033F8A79E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329C7-59C4-9B6E-8BE2-2D7F574A6533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6230125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One-third Highlight_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111905" y="81480"/>
            <a:ext cx="4080095" cy="6776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84C2779-5F96-4963-ABA1-52B1DEDACA1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7200" y="1256758"/>
            <a:ext cx="7327720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cap="none" spc="0" baseline="0">
                <a:solidFill>
                  <a:srgbClr val="7D7D7D"/>
                </a:solidFill>
                <a:latin typeface="+mn-lt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E4C98-5954-41FD-8D46-6EC8F6233D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vert="horz" lIns="0" tIns="0" rIns="0" bIns="0" rtlCol="0" anchor="ctr"/>
          <a:lstStyle>
            <a:lvl1pPr>
              <a:defRPr lang="en-US" smtClean="0"/>
            </a:lvl1pPr>
          </a:lstStyle>
          <a:p>
            <a:r>
              <a:rPr lang="en-US"/>
              <a:t>CONFIDENTIAL</a:t>
            </a: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960362C2-D791-1C30-88AE-6676A9E828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BF30B-057C-7695-2B9C-542E2FACC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8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E228C-D588-26FA-EF24-21EA7033FB3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D7A17-F066-B1B4-8473-3639FB4197B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596F216-4AF5-7E0C-9A59-A47A2B34F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229947-A913-F69F-A2A2-CFC7F9EB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39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E228C-D588-26FA-EF24-21EA7033FB3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D7A17-F066-B1B4-8473-3639FB4197B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596F216-4AF5-7E0C-9A59-A47A2B34F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229947-A913-F69F-A2A2-CFC7F9EB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44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4060953" y="0"/>
            <a:ext cx="8131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060953" y="94488"/>
            <a:ext cx="8131048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06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-1" y="0"/>
            <a:ext cx="81099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8109958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3F92E6-42AB-1878-38FB-A29C954AADDE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F96B-6FC9-D964-892E-6247084A78BD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986DCA8-99AD-45A9-C6DE-4FCE903F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4AF8A-6035-75DE-7938-BAB50A0CE7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D3848B-0DE8-6291-1327-5BF6BB3E7E7F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1D45C0-19D4-FB2A-6CAF-51469DF920E1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B8DB8F-34D4-AC5A-80D9-A02E6283C237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5CF169-0CBB-D4F6-614C-592F30DE9BFE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34192A1-A18C-F04B-30F6-545ACA8F09CE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03B7DF-88C3-4188-9E49-D9E628BEA5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1BB2A-8BF7-FFF7-B258-0A503C3EC071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69621A8-BA5A-1696-BC68-0A27AB375DD9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255CC7-9FB5-EF47-C380-A8DC596EA0D6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1FF2572-7FE1-F475-C85D-CB74FC078244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7D5A3D-294E-ABF8-5C81-F5CE22014D3E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7D85743-14FA-9F24-B58A-5D3943FEE2AC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858C023-6BF6-41B9-D297-480F6CC9BD36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19B443D-0716-F49F-F149-6D4B8C692AE1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A44FF1D-22F5-C578-95FA-7779BFAAFF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C2ED3DF-F218-C9C7-EA48-B97615F5AA9B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5FE526E-AC04-08A3-2DE3-4944F4FF601E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E25FCF8-D0B3-4903-2CE1-05BACB3057B4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06038D0-0755-38E6-A56D-1A9072DDE398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26E9D99-6662-BF80-02B7-D6CFAF26350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7BAB58D-7079-571F-BF37-D1B18FBC671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E425090-B5BE-97C1-E112-B67FC325E3F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2764FB8-B008-6621-D81B-CA5363AA3CCC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B5E8BE2-7831-B2BF-771E-72E4CA2D0171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440C701-6CFD-DFBF-3BE4-DD4CA8EBBC18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393E0CB-8EC8-E077-FB52-6236A5BE827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2BF37D3-920D-72DD-5ABE-BE688AFF1AC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56C7E61-43EA-6CA8-00E0-CD1811114968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9E92BE6-990E-414E-CED1-4110F749658A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FFBAD9F-DB02-B985-9F38-B049DA5458F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6D95235-A958-5143-734D-97BA744A12AE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C9BD5F4-3F92-74A1-FA99-7DEC602F6901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B1BD5E-B418-0CFD-8CDA-8A08FF5BF5C3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AE4E0B9-7076-CF1A-D233-0385A035DB05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7B10C0A-C3BB-B0F1-610A-1460F236D854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371D9ED-437A-5AB5-FC99-E4FD3679AFE0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40C1780-BCD7-9B45-4165-571F49F2F988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FBF1A5-D25D-F8BE-4074-29675731A1A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5A46D78-BD7F-32CB-740F-CDEB6A219C36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E8117C9-D4F3-FD80-EB2F-81F83B1F081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281299A-3A6A-9AE8-9EE6-01548EC222FE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A323852F-22A9-B6A9-AA3E-A511C4039459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7BFD065-C421-0217-D272-B8E1E693AAAC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57954A-8094-D439-5FB1-ED44A303D35E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45B7F6B-8791-04C8-AEC3-8A42E43B6E99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E512E1C-F58D-B47E-ECD7-FBD645FD4F33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A191D92-B1E3-AC60-A798-1DC360F2C331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78C0FA2-28D4-4430-EF74-2E23E581990A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FF89B0E-1B81-5BF3-0F2B-B9C75CBE6976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5465501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43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2">
            <a:extLst>
              <a:ext uri="{FF2B5EF4-FFF2-40B4-BE49-F238E27FC236}">
                <a16:creationId xmlns:a16="http://schemas.microsoft.com/office/drawing/2014/main" id="{94B560FD-3AA9-CEA0-5ED3-C5FFFCDCB0C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E4AFD52F-B7D1-A290-DCB0-923011AD1B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8242F7D6-BFBA-1540-A7E6-0A5FB949D7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16E0D9B8-ED44-D90C-9E22-7B6D0CB20B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2C0DA241-F1E3-A3AA-0BAD-26788C823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37DA5001-C688-9E9B-26FA-8EA95DD1C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478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6934"/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153317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>
  <p:cSld name="Basic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9673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393285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304815" lvl="0" indent="-30481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609630" lvl="1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914446" lvl="2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219261" lvl="3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1524076" lvl="4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1828891" lvl="5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2133707" lvl="6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2438522" lvl="7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2743337" lvl="8" indent="-27094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265189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559F-436D-469C-A419-AE01C38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968498"/>
            <a:ext cx="11277600" cy="4318002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97584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7DBCA-E6A3-642F-C1DA-19B0D0DB1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8864A6-576A-8318-F85F-1B4B935C24B7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22E264-5E2E-FF4E-28A8-54B04BAEE42A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53EDA2-BF29-D47C-81DE-E3073C9CD8A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68E3B3-90AA-1A0E-45EB-3E53ACAF9985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CC5F52-1D7A-193E-2E39-18A7AF2FA56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27F9A4-0D3C-C77A-4708-454352FDC5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18769E-1ADA-62A8-7E7C-C9CC147664FA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7EDD347-301A-933F-FA72-04FE94A0E448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1CA7DA-6848-2D6D-68FE-CCEEC3E1036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B9B0B8-A4EC-4055-D46B-A8C6084B9570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BFF16F-6A57-9D93-B80A-7974606047F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AE4437-4CEA-2E64-B06E-164F411FAA02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B285A7-3D4E-76B4-89FD-AA90335FDEF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6D2D769-6DB7-305B-BB14-A5B1AF26C650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BB62AE-8206-06DF-A50D-CDAEC10EE4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E3BEFD-76C6-132B-6550-20D4E61C84A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AB2C7C-13DD-FF82-126C-60282244ADB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FB79684-B33D-E567-480A-452E4DDD99E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7B6B41F-38AD-766A-1498-079DDA03A55E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81E13-94AA-F635-6634-F3E6C83457AC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F0A6337-D7D8-F4EE-6E9B-0BDAFBDA480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2026BC-FF5D-9918-4FAE-FA078AA7055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327B19-6402-6607-9D15-D136F300CD80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A3D2F4-3EB3-F61F-856E-75DFB9F812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455246-6704-07AF-4692-909F56F756F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59AE0FA-67A8-E334-C76F-36BAEA96C58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3FBF95-9FF1-5C0F-FA76-2CE94E3886E8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20E2B0C-4A3C-F8A2-7B0D-055209C460D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53C83E7-C6CC-A26D-D36D-5FE3DE86585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8753BD-AF76-9023-8F80-375A6A1E034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A65B46-C5CB-2E3C-8C73-71CC48E77D5D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DFE2051-4E04-BFC6-4D6D-A62F6E1E1C75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C5A179-7B71-9009-7BC5-108607A457A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D9B26BE-E14F-A017-C96B-36B2272121B8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16F92-5184-CFC9-71AD-BFEF8DE029C6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5DF6F2-FDE6-324E-131C-73434948B792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0A67C6A-1714-AFE0-A8BD-8C1943F1A86B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E209E9-C407-F63E-FB71-6863ECBECED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8F092C-651A-8CF4-F686-2E0E3301BC6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C0DD99-0082-B50C-F91E-E561FCF13F6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FCEA22-D7DF-6C99-CA1D-090CD1F38718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55B1D1-229E-5B21-8E0A-3742ED15F48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8224D8-B9CF-D63D-3F6C-12037D0C3DEA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FB0D3-2319-26F1-43EA-389B2DDE17D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8A6EB-7918-4CC8-FC74-C33502EAAD2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F97C5-E98B-18EC-CEF7-E802EF15EC7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967909-A541-D1B3-E728-8BD37D464BBF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D63373-5783-6E64-EBAA-D26F34D6742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2369115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right light in the dark&#10;&#10;AI-generated content may be incorrect.">
            <a:extLst>
              <a:ext uri="{FF2B5EF4-FFF2-40B4-BE49-F238E27FC236}">
                <a16:creationId xmlns:a16="http://schemas.microsoft.com/office/drawing/2014/main" id="{2E0F83A7-44BD-F60D-54A9-98B26BFC76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7DBCA-E6A3-642F-C1DA-19B0D0DB1E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8864A6-576A-8318-F85F-1B4B935C24B7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22E264-5E2E-FF4E-28A8-54B04BAEE42A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53EDA2-BF29-D47C-81DE-E3073C9CD8A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68E3B3-90AA-1A0E-45EB-3E53ACAF9985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CC5F52-1D7A-193E-2E39-18A7AF2FA56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27F9A4-0D3C-C77A-4708-454352FDC5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18769E-1ADA-62A8-7E7C-C9CC147664FA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7EDD347-301A-933F-FA72-04FE94A0E448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1CA7DA-6848-2D6D-68FE-CCEEC3E1036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B9B0B8-A4EC-4055-D46B-A8C6084B9570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BFF16F-6A57-9D93-B80A-7974606047F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AE4437-4CEA-2E64-B06E-164F411FAA02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B285A7-3D4E-76B4-89FD-AA90335FDEF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6D2D769-6DB7-305B-BB14-A5B1AF26C650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BB62AE-8206-06DF-A50D-CDAEC10EE4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E3BEFD-76C6-132B-6550-20D4E61C84A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AB2C7C-13DD-FF82-126C-60282244ADB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FB79684-B33D-E567-480A-452E4DDD99E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7B6B41F-38AD-766A-1498-079DDA03A55E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81E13-94AA-F635-6634-F3E6C83457AC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F0A6337-D7D8-F4EE-6E9B-0BDAFBDA480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2026BC-FF5D-9918-4FAE-FA078AA7055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327B19-6402-6607-9D15-D136F300CD80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A3D2F4-3EB3-F61F-856E-75DFB9F812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455246-6704-07AF-4692-909F56F756F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59AE0FA-67A8-E334-C76F-36BAEA96C58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3FBF95-9FF1-5C0F-FA76-2CE94E3886E8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20E2B0C-4A3C-F8A2-7B0D-055209C460D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53C83E7-C6CC-A26D-D36D-5FE3DE86585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8753BD-AF76-9023-8F80-375A6A1E034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A65B46-C5CB-2E3C-8C73-71CC48E77D5D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DFE2051-4E04-BFC6-4D6D-A62F6E1E1C75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C5A179-7B71-9009-7BC5-108607A457A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D9B26BE-E14F-A017-C96B-36B2272121B8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16F92-5184-CFC9-71AD-BFEF8DE029C6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5DF6F2-FDE6-324E-131C-73434948B792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0A67C6A-1714-AFE0-A8BD-8C1943F1A86B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E209E9-C407-F63E-FB71-6863ECBECED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8F092C-651A-8CF4-F686-2E0E3301BC6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C0DD99-0082-B50C-F91E-E561FCF13F6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FCEA22-D7DF-6C99-CA1D-090CD1F38718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55B1D1-229E-5B21-8E0A-3742ED15F48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8224D8-B9CF-D63D-3F6C-12037D0C3DEA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FB0D3-2319-26F1-43EA-389B2DDE17D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8A6EB-7918-4CC8-FC74-C33502EAAD2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F97C5-E98B-18EC-CEF7-E802EF15EC7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967909-A541-D1B3-E728-8BD37D464BBF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D63373-5783-6E64-EBAA-D26F34D6742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8518872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red light in the sky&#10;&#10;AI-generated content may be incorrect.">
            <a:extLst>
              <a:ext uri="{FF2B5EF4-FFF2-40B4-BE49-F238E27FC236}">
                <a16:creationId xmlns:a16="http://schemas.microsoft.com/office/drawing/2014/main" id="{C0EF35D2-2F3F-A596-7396-320353F79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" y="0"/>
            <a:ext cx="12191993" cy="6857996"/>
          </a:xfrm>
          <a:prstGeom prst="rect">
            <a:avLst/>
          </a:prstGeom>
        </p:spPr>
      </p:pic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7DBCA-E6A3-642F-C1DA-19B0D0DB1E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8864A6-576A-8318-F85F-1B4B935C24B7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22E264-5E2E-FF4E-28A8-54B04BAEE42A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53EDA2-BF29-D47C-81DE-E3073C9CD8A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68E3B3-90AA-1A0E-45EB-3E53ACAF9985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CC5F52-1D7A-193E-2E39-18A7AF2FA56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27F9A4-0D3C-C77A-4708-454352FDC5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18769E-1ADA-62A8-7E7C-C9CC147664FA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7EDD347-301A-933F-FA72-04FE94A0E448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1CA7DA-6848-2D6D-68FE-CCEEC3E1036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B9B0B8-A4EC-4055-D46B-A8C6084B9570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BFF16F-6A57-9D93-B80A-7974606047F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AE4437-4CEA-2E64-B06E-164F411FAA02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B285A7-3D4E-76B4-89FD-AA90335FDEF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6D2D769-6DB7-305B-BB14-A5B1AF26C650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BB62AE-8206-06DF-A50D-CDAEC10EE4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E3BEFD-76C6-132B-6550-20D4E61C84A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AB2C7C-13DD-FF82-126C-60282244ADB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FB79684-B33D-E567-480A-452E4DDD99E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7B6B41F-38AD-766A-1498-079DDA03A55E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81E13-94AA-F635-6634-F3E6C83457AC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F0A6337-D7D8-F4EE-6E9B-0BDAFBDA480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2026BC-FF5D-9918-4FAE-FA078AA7055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327B19-6402-6607-9D15-D136F300CD80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A3D2F4-3EB3-F61F-856E-75DFB9F812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455246-6704-07AF-4692-909F56F756F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59AE0FA-67A8-E334-C76F-36BAEA96C58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3FBF95-9FF1-5C0F-FA76-2CE94E3886E8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20E2B0C-4A3C-F8A2-7B0D-055209C460D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53C83E7-C6CC-A26D-D36D-5FE3DE86585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8753BD-AF76-9023-8F80-375A6A1E034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A65B46-C5CB-2E3C-8C73-71CC48E77D5D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DFE2051-4E04-BFC6-4D6D-A62F6E1E1C75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C5A179-7B71-9009-7BC5-108607A457A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D9B26BE-E14F-A017-C96B-36B2272121B8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16F92-5184-CFC9-71AD-BFEF8DE029C6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5DF6F2-FDE6-324E-131C-73434948B792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0A67C6A-1714-AFE0-A8BD-8C1943F1A86B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E209E9-C407-F63E-FB71-6863ECBECED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8F092C-651A-8CF4-F686-2E0E3301BC6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C0DD99-0082-B50C-F91E-E561FCF13F6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FCEA22-D7DF-6C99-CA1D-090CD1F38718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55B1D1-229E-5B21-8E0A-3742ED15F48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8224D8-B9CF-D63D-3F6C-12037D0C3DEA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FB0D3-2319-26F1-43EA-389B2DDE17D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8A6EB-7918-4CC8-FC74-C33502EAAD2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F97C5-E98B-18EC-CEF7-E802EF15EC7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967909-A541-D1B3-E728-8BD37D464BBF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D63373-5783-6E64-EBAA-D26F34D6742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1635828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red circle with light rays in the dark&#10;&#10;AI-generated content may be incorrect.">
            <a:extLst>
              <a:ext uri="{FF2B5EF4-FFF2-40B4-BE49-F238E27FC236}">
                <a16:creationId xmlns:a16="http://schemas.microsoft.com/office/drawing/2014/main" id="{9718982D-57C8-DF67-C609-39C698439B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7"/>
          <a:stretch>
            <a:fillRect/>
          </a:stretch>
        </p:blipFill>
        <p:spPr>
          <a:xfrm>
            <a:off x="0" y="0"/>
            <a:ext cx="12192000" cy="6763513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7DBCA-E6A3-642F-C1DA-19B0D0DB1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8864A6-576A-8318-F85F-1B4B935C24B7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22E264-5E2E-FF4E-28A8-54B04BAEE42A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53EDA2-BF29-D47C-81DE-E3073C9CD8A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68E3B3-90AA-1A0E-45EB-3E53ACAF9985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CC5F52-1D7A-193E-2E39-18A7AF2FA56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27F9A4-0D3C-C77A-4708-454352FDC5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18769E-1ADA-62A8-7E7C-C9CC147664FA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7EDD347-301A-933F-FA72-04FE94A0E448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1CA7DA-6848-2D6D-68FE-CCEEC3E1036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B9B0B8-A4EC-4055-D46B-A8C6084B9570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BFF16F-6A57-9D93-B80A-7974606047F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AE4437-4CEA-2E64-B06E-164F411FAA02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B285A7-3D4E-76B4-89FD-AA90335FDEF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6D2D769-6DB7-305B-BB14-A5B1AF26C650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BB62AE-8206-06DF-A50D-CDAEC10EE4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E3BEFD-76C6-132B-6550-20D4E61C84A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AB2C7C-13DD-FF82-126C-60282244ADB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FB79684-B33D-E567-480A-452E4DDD99E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7B6B41F-38AD-766A-1498-079DDA03A55E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81E13-94AA-F635-6634-F3E6C83457AC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F0A6337-D7D8-F4EE-6E9B-0BDAFBDA480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2026BC-FF5D-9918-4FAE-FA078AA70554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327B19-6402-6607-9D15-D136F300CD80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A3D2F4-3EB3-F61F-856E-75DFB9F812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455246-6704-07AF-4692-909F56F756FF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59AE0FA-67A8-E334-C76F-36BAEA96C58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3FBF95-9FF1-5C0F-FA76-2CE94E3886E8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20E2B0C-4A3C-F8A2-7B0D-055209C460D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53C83E7-C6CC-A26D-D36D-5FE3DE86585B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8753BD-AF76-9023-8F80-375A6A1E034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A65B46-C5CB-2E3C-8C73-71CC48E77D5D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DFE2051-4E04-BFC6-4D6D-A62F6E1E1C75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C5A179-7B71-9009-7BC5-108607A457A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D9B26BE-E14F-A017-C96B-36B2272121B8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16F92-5184-CFC9-71AD-BFEF8DE029C6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5DF6F2-FDE6-324E-131C-73434948B792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0A67C6A-1714-AFE0-A8BD-8C1943F1A86B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E209E9-C407-F63E-FB71-6863ECBECED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8F092C-651A-8CF4-F686-2E0E3301BC6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C0DD99-0082-B50C-F91E-E561FCF13F6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FCEA22-D7DF-6C99-CA1D-090CD1F38718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55B1D1-229E-5B21-8E0A-3742ED15F48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8224D8-B9CF-D63D-3F6C-12037D0C3DEA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FB0D3-2319-26F1-43EA-389B2DDE17D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8A6EB-7918-4CC8-FC74-C33502EAAD2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8F97C5-E98B-18EC-CEF7-E802EF15EC7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967909-A541-D1B3-E728-8BD37D464BBF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06DE6-0847-FEA1-EBC0-A24A0351B81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D63373-5783-6E64-EBAA-D26F34D6742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7134091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EAAB68-B983-729A-E37F-D0E4D2C2CCA5}"/>
              </a:ext>
            </a:extLst>
          </p:cNvPr>
          <p:cNvSpPr/>
          <p:nvPr userDrawn="1"/>
        </p:nvSpPr>
        <p:spPr>
          <a:xfrm>
            <a:off x="1346425" y="0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7F33C6-E926-91A7-9DA2-D69142C95716}"/>
              </a:ext>
            </a:extLst>
          </p:cNvPr>
          <p:cNvSpPr/>
          <p:nvPr userDrawn="1"/>
        </p:nvSpPr>
        <p:spPr>
          <a:xfrm>
            <a:off x="1" y="0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F48ABA-D537-0BEA-5127-7333B84D8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C84A8-0688-CEE1-300E-5D813C6F8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79574-DBE3-4617-CBB2-BAA0216316E4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933D01-3FDE-1354-B19F-15F44F107750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B2605C-AF36-CE54-CAD8-CD1D38C6690F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F6D0F8-09A9-085F-96E5-2A75E734CD61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A86A13C-B208-D1B3-E791-CAE6A4E0EB5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C22E1A1-C5CE-642E-A6D3-A20BE1B795F3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96D6E7-BB8E-392D-7682-C3979A489D8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A449C1-8FFB-00E4-A9F2-871E1F0A5A3D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E856F3-AB9C-206B-0199-82466B3209B1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9BABC43-1101-FEA8-2521-A2ABDC83A614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D447ECC-83E6-7D63-A665-3F545B11820D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105303C-8C91-F8EF-ADFB-8160177BE86B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C11CADE-5541-4DF5-6D9C-C5434D278583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BA1A975-ECF0-AAEC-80AD-517E2CF75B6C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25D458-6994-8457-0DAB-6D78805B0889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DA0C2A7-0626-6EA4-CB4C-3212B889EBD8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BB68E7F-4F90-3584-BAD9-C2D30DC91715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8BBCC1-8EF2-3F37-35B8-65657C13566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55D5A2-0446-BAC3-D537-DE0B405AB2CC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D7C563-8F52-FAFF-806F-56A129A1B40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24C18C3-2834-0A1B-7DE6-4E8AA9E076CA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C30C5F0-53A6-7FFF-4834-A030D900BF1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72AC02E-E901-DFB8-0E1B-ED6C381C5FB7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B98464C-3117-19A7-24CC-D30E05D0DE72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1177DF5-A723-9455-67E4-30549933B507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C3E859E-8983-2989-F353-782CB941285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FA993CE-D1E4-2B27-F284-875CBC869B6A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B40C4FD-80BD-AF65-76BA-465CAAAB0766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862B9D8-8C2F-659B-6177-BBFE6C5093A6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15B2B2-C4D5-3306-556E-2B5080CDE56B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36C393B-D87A-C0EB-FB02-9D16E8FFEA75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8188CE3-0834-80C3-C7AA-4D268F5E23BC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56C2011-C1A2-4603-D755-E5FAAFF251B4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FF6D801-18B3-4618-105A-28AA31CD858E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765A830-65AF-BA06-4F34-C436718FA4FB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48795FB-7A2C-1D2D-5797-14E62DCFDFDB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F23C6CF-16CF-E253-0577-9FBF21670F6A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D731BB5-92A1-DCD5-2D49-EEA159DFF1D1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CF69FD9-9B45-309A-077E-6298CA772ACD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9CA517B-B8D6-B29D-17C4-D30C7D6FF401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D195AAF-865A-3733-0A14-4B13B71FB3F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AFDAA606-1405-0F78-FA22-1F8470E8AC08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7969522-47E3-FF30-CE16-7C802E77F8CD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5A99C1D-0D0F-BA7D-493E-91875B974DC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93CC254-8976-CB8E-6D2F-72180B211160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1854489-69EF-C459-B351-F5057FD2F403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9DB4412-F58C-EFB8-12EA-0EA92511CA7C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3337016-AD60-95EC-647F-F0872DDD2AC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5EC3FA6-5858-07D1-784F-DEE436F1A46D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5582208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559F-436D-469C-A419-AE01C38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967112"/>
            <a:ext cx="11277600" cy="4318002"/>
          </a:xfrm>
        </p:spPr>
        <p:txBody>
          <a:bodyPr lIns="0"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0728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8677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478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2849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8864" y="1967113"/>
            <a:ext cx="351903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67113"/>
            <a:ext cx="739588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0270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6182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9407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5093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3F4F-197F-7E57-AA50-C56A9C6D18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40329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8166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6279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5459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D172E0-9AA6-41A2-8A2C-69AC58E1A52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5110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8B5D3F9-9FEE-4FC1-8557-65F2161D1E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7040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0616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8813C-E2AB-9D50-55C5-F8B396864F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11274424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1941838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0443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5591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4201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5621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4860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110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cap="all" spc="2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DC05-006E-F738-0EB7-C5B89C35E3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967113"/>
            <a:ext cx="11274425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3319456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2A4FB-D20C-E24D-1F1A-3662166BAE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0"/>
            <a:ext cx="5463540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37FE79-DBDE-5F53-2F29-E0206E2B21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8212" y="1967111"/>
            <a:ext cx="5463540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0641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1117-59D9-A64E-88A8-03E6E5A4BE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3538497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9516B-F45D-9D14-C233-CD4CBC97DB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1477" y="1967113"/>
            <a:ext cx="7390273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 dirty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7322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BB00-1CA4-78E2-2579-EB8D4E880A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7395881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86D8F-1B52-2C03-D701-7D22429A2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98863" y="1967113"/>
            <a:ext cx="3519034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0377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B5A-DE6D-A88A-FE9B-0EC06DDF8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3523817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C7378-96F3-0BE2-A9E9-820F178A5D1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4091" y="1967113"/>
            <a:ext cx="3523816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E5068E-D382-F80C-7B98-62E993F741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8863" y="1967113"/>
            <a:ext cx="3524250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F760F50-2662-608E-F6AC-A961A45EF2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</p:spTree>
    <p:extLst>
      <p:ext uri="{BB962C8B-B14F-4D97-AF65-F5344CB8AC3E}">
        <p14:creationId xmlns:p14="http://schemas.microsoft.com/office/powerpoint/2010/main" val="84569160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7682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6638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3CBD30C-67A3-C82B-4D81-8798DAC00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" y="0"/>
            <a:ext cx="12185195" cy="68541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2BE053-41B4-1E68-9FCD-20C3E4C8E483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B0D5E-6B4C-984B-FE38-77552D039843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9FBA006-AAD9-E2DA-9665-227D1C85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B30F7A4C-0A31-52CE-594B-041F5F7679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91" y="6214023"/>
            <a:ext cx="246888" cy="246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F3AF8C-8BF6-E977-1ED6-76E97B59464B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3EF311-52DE-E691-1034-579E1896A7C5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640CDA-656F-2FE2-1886-B2762FB1B95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DE3F64-F8A1-06B4-7961-3E4EAA8F3E1F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724F50A-34DA-2CAF-9733-20F91358702F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C66B756-E0D2-EFDA-D051-9CC350742CA7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ED3B51-EEE0-2815-2684-180D1A78B636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EBB1A24-6FC6-544F-5396-EB8EA58AAAF4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C76C706-1B80-5B42-D892-E1D78EAF1F4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BCF115-0EBC-A99A-1050-09C1BC22D14D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D359ECD-7A38-4105-DFC9-E0960499EEC7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D16B759-1DDE-1DB1-296B-D012A47796F4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BC9DD16-FA5B-D7A2-D2FC-D2F95F0D5C53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B8563AC-C2CB-DDBA-48DD-DB89A6BB1A65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24A5343-199A-4136-972E-A7A7DB801974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373BE05-6E3F-408F-FF03-29C6D2EBFA14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4DE6423-D527-1B12-C5E1-18B16AFC7104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4EC0FC7-D801-6D64-6B2A-898BBC2D7DC5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14DB9A1-E4FD-4225-8F46-3ECA77CDFA62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636BB53-549C-8A42-D42A-3856F9B275B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36D9342-0353-758E-A6BF-C2CDFDFF1551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5F11BCF-7E53-B412-CF0D-794075FAE80D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412552D-BEC6-D5A8-3082-8FA0D2A28692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F3F8D10-18F1-1215-DB48-8B48EE006DDE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9932621-6C39-C3B8-0D48-AEF8FC7E69D1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02990E9-C857-B734-4D55-165506F31D84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1822A92-B38F-07B8-3FC6-D98BEA9A1E4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F4D9B0B-4E66-DE51-DBCE-051174713802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2B03B6-66D0-F1B9-66D8-848583646BD1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A5ED619-C75B-77B0-54CE-FB5CBD5C1F15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C0C035F-A6ED-45E6-7BE0-778D4B90016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03E0462-799D-63CE-2CCC-6F132F22E2F8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E79FCA5-4920-1266-EDBB-2D20D8E43BE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ADEF5E0-6B1F-48E2-2B6F-93623572813A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041215E-30C8-1778-A1C2-B1F2212649A8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12E9D98-CC06-76AF-8B5A-72C99B31A868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E4AFF7C-E24F-BD5B-D366-E761C9FE7E0E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A97C000-16B3-2EBE-A8F0-C54DFB565F90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456F0D9-3A8B-F010-A1B2-179763FBC44A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1E14694-127C-EB71-D823-0C8C423339C3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8846252-4BA6-454C-F2C0-6E1885751A5E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554E8C43-8450-6CBA-7142-BC7F283CE3E2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3CC6AE2-2660-E986-B1AA-C9C5D6A1D061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2B5AC1-3639-B007-B72A-D3327E2769B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5DB2862-925C-7CE3-E01C-C86C8158D0E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A5749D0-0A7D-2E92-631A-C06C2FEB653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7CC61D-2D18-3891-2077-6B56998DD8E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BCAC3AD-6926-0CA8-EC81-EEB0066D7D68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8AAE406-372E-4F4B-C37E-7155FCD2FA4B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063E31-1F7F-FD4F-2256-4814454881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3753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4203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03F1A2B-05BD-8766-76FF-3452FB8C4C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195" cy="6854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A8F4B-34D9-DC05-49D6-39E4DEAF5EAC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A88F3-E28E-275E-C041-7890AF9D0B4F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66D49306-C1FB-AEFB-F32B-F136A4EA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CAA01-3853-59A4-A4BD-A2D17EA4CDC3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72142F-931D-3BFE-27E4-C7FDD394D802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5C3D87-4A12-E3B0-477D-F8A4811ECF3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5408D2-03F2-7512-1734-A663F0758C2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F320C2F-9FBF-9347-8EE7-3CD82A1B93F2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737270-7FFE-B760-1D4D-2B5D55BDA2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D8DA1F-E9B0-4731-D0EF-DF0C33BED9F5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7BCC9AA-13AC-9F2A-4D0B-59CF6C48E03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E6114C1-3CC9-50EA-5264-A5A749AA0FD2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D84654C-2A63-B9E6-B6DB-87F92D45C906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04D004F-FB76-E97A-74CF-41F9540B0D5C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79A284-8F86-9292-BED9-F2A31D9362EA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645F86D-9883-C819-6278-E155724D6A7D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DD7E87C-D139-3948-D3E0-810F88417DA6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C197265-BA8B-6240-F5DC-95DEC7664C9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4E453CC-DA6D-51C9-BB74-1A339B3937C2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1B04795-65F5-6640-16B0-59F5A2225108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A0AF51-A1F0-526B-C2CC-492CD7E5F5F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E6E96DD-1D54-0E4A-B5EB-BECD7C17032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1CF6750-D104-9E15-658E-419CCCC99F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464FE92-E55C-683C-D57A-E59C0FB2CE8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F91EC73-58CB-32DC-CF48-5BD29A407A5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F8E220-F3A5-5DD2-BF42-5089A5B3C03E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B5AB79B-F94B-064F-C6CC-CBAF9EFE03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F0B078-B3FC-CF30-9416-D2DCA6874C8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9236D8-E3BC-0D0E-AD8B-CC40681D12A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81D7323-5A66-1B4B-C211-5C6C7EFA0BFE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6D7660-6B90-58F1-FECD-4C950518D82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F8B6273-B987-70A5-B72D-28D250A78B72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74F6F8E-0245-5166-63F3-F97B39813E5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0CEA86C-642D-43DE-5DFD-00E473845366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FA5B3DD-9E3F-EFB9-5509-05213F6CB5CA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570214B-98A8-71E2-C5C8-D755E6EF3E2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1D54F65-D787-CB39-07AA-6740FF5C06E7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4214E5A-039C-2B8B-9828-80F4FDC628D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E449EAF-CC25-CE90-735E-5F12F039BAF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458F72B-AE3B-9982-A162-D1B237E6F301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86388BF-F530-8204-1288-A7D3B8CB803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E581AD0-9147-1A09-D961-13B6F6FD1F2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5B5CD0C-2785-9A7C-E645-5508CAB23A5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F479EDC-6752-77F9-AD0D-6E89A8D680D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428FA40-C331-64BA-9A6E-51E85C871B4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180F793-8213-45CF-85B3-9EE7A5521F07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B0C3A18-0237-6446-8BCA-6229133DA02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C1C3AFF-03FD-5513-B0D1-59CC11E1D04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4C35E35-B467-5F84-5236-793715E6054A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06F5014-1336-97C8-2B0E-9C68A674C4F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CAA4011-5C9A-6716-3DCE-F999EE42B59D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04577A0-F1B2-FAF0-C2E3-98F3D5532C0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81FD30-98A3-F848-93D4-E538AA940C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pic>
        <p:nvPicPr>
          <p:cNvPr id="15" name="updated logo" descr="Logo&#10;&#10;Description automatically generated">
            <a:extLst>
              <a:ext uri="{FF2B5EF4-FFF2-40B4-BE49-F238E27FC236}">
                <a16:creationId xmlns:a16="http://schemas.microsoft.com/office/drawing/2014/main" id="{0EE1DC85-9753-35F0-1732-3A66ABAD50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91" y="6214023"/>
            <a:ext cx="246888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0006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CC9BB9B9-3459-BE10-813F-16FF3E08C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195" cy="6854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592819" y="6201074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FA8F4B-34D9-DC05-49D6-39E4DEAF5EAC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A88F3-E28E-275E-C041-7890AF9D0B4F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66D49306-C1FB-AEFB-F32B-F136A4EA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CAA01-3853-59A4-A4BD-A2D17EA4CDC3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72142F-931D-3BFE-27E4-C7FDD394D802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5C3D87-4A12-E3B0-477D-F8A4811ECF3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5408D2-03F2-7512-1734-A663F0758C2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F320C2F-9FBF-9347-8EE7-3CD82A1B93F2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737270-7FFE-B760-1D4D-2B5D55BDA2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D8DA1F-E9B0-4731-D0EF-DF0C33BED9F5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7BCC9AA-13AC-9F2A-4D0B-59CF6C48E03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E6114C1-3CC9-50EA-5264-A5A749AA0FD2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D84654C-2A63-B9E6-B6DB-87F92D45C906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04D004F-FB76-E97A-74CF-41F9540B0D5C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79A284-8F86-9292-BED9-F2A31D9362EA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645F86D-9883-C819-6278-E155724D6A7D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DD7E87C-D139-3948-D3E0-810F88417DA6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C197265-BA8B-6240-F5DC-95DEC7664C9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4E453CC-DA6D-51C9-BB74-1A339B3937C2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1B04795-65F5-6640-16B0-59F5A2225108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A0AF51-A1F0-526B-C2CC-492CD7E5F5F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E6E96DD-1D54-0E4A-B5EB-BECD7C17032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1CF6750-D104-9E15-658E-419CCCC99F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464FE92-E55C-683C-D57A-E59C0FB2CE8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F91EC73-58CB-32DC-CF48-5BD29A407A5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F8E220-F3A5-5DD2-BF42-5089A5B3C03E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B5AB79B-F94B-064F-C6CC-CBAF9EFE039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F0B078-B3FC-CF30-9416-D2DCA6874C8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9236D8-E3BC-0D0E-AD8B-CC40681D12A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81D7323-5A66-1B4B-C211-5C6C7EFA0BFE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6D7660-6B90-58F1-FECD-4C950518D829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F8B6273-B987-70A5-B72D-28D250A78B72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74F6F8E-0245-5166-63F3-F97B39813E5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0CEA86C-642D-43DE-5DFD-00E473845366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FA5B3DD-9E3F-EFB9-5509-05213F6CB5CA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570214B-98A8-71E2-C5C8-D755E6EF3E2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1D54F65-D787-CB39-07AA-6740FF5C06E7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4214E5A-039C-2B8B-9828-80F4FDC628D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E449EAF-CC25-CE90-735E-5F12F039BAF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458F72B-AE3B-9982-A162-D1B237E6F301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86388BF-F530-8204-1288-A7D3B8CB803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E581AD0-9147-1A09-D961-13B6F6FD1F2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5B5CD0C-2785-9A7C-E645-5508CAB23A5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F479EDC-6752-77F9-AD0D-6E89A8D680D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428FA40-C331-64BA-9A6E-51E85C871B4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180F793-8213-45CF-85B3-9EE7A5521F07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B0C3A18-0237-6446-8BCA-6229133DA02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C1C3AFF-03FD-5513-B0D1-59CC11E1D041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4C35E35-B467-5F84-5236-793715E6054A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06F5014-1336-97C8-2B0E-9C68A674C4FE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CAA4011-5C9A-6716-3DCE-F999EE42B59D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04577A0-F1B2-FAF0-C2E3-98F3D5532C0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9DBC7-7864-D11E-880A-95BFEEA45C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7589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Soli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44B608-3F50-EB2E-2E1E-C8747CB70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75856"/>
            <a:ext cx="12192000" cy="94488"/>
          </a:xfrm>
          <a:prstGeom prst="rect">
            <a:avLst/>
          </a:prstGeom>
        </p:spPr>
      </p:pic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03C0E75F-8F82-DD77-FDD5-FDB5A49BB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8C410-276A-CE2C-1089-A5E54F16E449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DAB762-46D3-B3C0-5003-18A6CB71B314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5CFAC6-0062-2DDE-D6F1-84C60D4169D0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039DF1-C388-A94C-451B-60C65F41899A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72DF44A-0A80-BA0E-3BC1-AE32E2F0C5F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BCE72F9-5A07-0DD4-CCD5-E3A6596CB8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6616E2-9520-38A7-79F2-28418ADC1CD8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EC4E56E-8434-AD10-3607-88D74A724C8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F3EE6D0-CE02-321E-721B-2373341FF5CA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4E4C2B3-9124-D50F-44F0-F9AEE0706918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C6EE4A8-6BD4-A75A-43EC-BCAEC4B75095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C52F4A9-2575-4758-B62A-D5E57AFD10A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CBAE2EC-5BA4-E505-7BC9-8C77BBEBCC04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4081EF5-E1D8-D227-7984-7DA2CB32E34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193EF98-2BBC-EBD1-4615-EBD69B3FAC39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AF754BB-EFFE-6521-CEC6-EA2956268B3B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FB9083E-E6E8-79DB-E5EC-2A943F7C3A1D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2332DD1-B5C7-1A8B-A162-AC9DB544EEC9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0F05CED-64CD-3FCB-36F1-9C3622A60795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AEAD7DC-D4CF-01CB-D1B4-9794B2AB70E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D8DFA6D-7195-F27F-B48B-0B22E367FFBE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EC3852A-8220-DF76-1E69-38FD19685F8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B4B4B52-6E80-7D76-E157-623A2254EFC5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4D0C7B9-BA15-5172-9B3C-FC4844183619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B2CAFBD-C80C-AF06-1B6F-06EFF37E667D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C81C30E-ADF6-9199-3186-3B21C65AFDB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4FC2C5C-6C5A-17ED-05FE-B35D3885C94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4B719B1-8AF1-78D9-4E7D-6974BFF9D3BD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DBA5D1E-8214-8829-A7ED-EDAD4DC12CF0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414C0DE-A95F-2C60-91C6-0321E096246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31DFFC2-C4C7-ECCB-03AF-F82D615E81D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CA85C80-FFBC-E439-0090-B63A09EC8633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FE8F3A7-5BFB-3F79-7975-C046F39B1DE5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F435F35-5B13-1B9C-305A-EE5509F9831B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5021316-C812-1E87-EF06-17E8ECC5D135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482390A-F448-4247-127A-14FCF518CC99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3D8394E-BE57-FB76-5FA4-F3D39900B259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89780D-FE46-2879-C85F-3935084EBA99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1E1188-6B00-4E47-9B14-6C3CF953047C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308BC58-EA9A-C8A1-B95D-5C9AF5AC3D67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22C7F57-A0FB-9ECE-5B4E-9732FB0FABF7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FF66EE9-181E-1659-15B7-95661A9E3CE3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E212DF7-78E7-904B-7F39-A2126138B962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2FE19F8-B576-6F2D-8090-39AED3E0077A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E4094E4-83D1-5F67-F9CF-CC783106D348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77B4F7C-9733-460C-E279-5F0808F90F20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D927477-CE6D-7CE4-B7F4-DA0851E5C34A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D1CAC1-D419-9813-24F6-0FBA211A96D2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4ADEACB-873F-7CC7-4438-95C99974F8A5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6090D-D036-9706-26BF-26C54E07E829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C148E-C50E-469A-B854-37A87CA6D9A6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33972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: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757039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43A5-A90B-3D9A-F983-00C60EDD704A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3B4CCB71-68AD-0718-8A33-03A11E377DE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E840A1B5-5401-1215-BC5C-7C2671F70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0C70F11B-7B2B-112B-7C06-EF7BB69848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4E7B86E9-9679-755C-07E3-5DF9FD22DD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2F5FA204-C763-8E9E-E846-A6082DCD86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065B72-C11B-5021-9FBB-D6CCE4FC36DC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1433F-0BB2-48AE-9AEC-317565C60E58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06FBB67B-C225-476F-A711-BEFAFEE96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E22CE-43CD-FA1C-31B6-3962ABFFC9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14BDB0-D240-F701-70DD-46646F26A8F8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A4D898-9689-039E-7AFE-A812D331122E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5A1E5C-1516-653B-5BE7-49C3B0274292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8301E2-98AA-DFAC-9193-3E7C320E98E6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86FCB77-2F45-D3A9-4BD3-593000150B48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45FD1DF-EE63-06D8-1FD2-0826E80B51D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56EEC0-0D51-C721-1418-4CCB31975EA2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603D567-3BF7-446C-225B-24D2FEBA6747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A207A79-E112-39B3-CBBB-990FCD85B906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6A8F32F-5D29-BC58-5A64-E41314EF5227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58FA35B-DF47-FAF0-1ED8-93FE7901F0F2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8C7EA3D-2C3E-D9FD-ED2C-D748DBCAA9A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D849448-E850-7FB9-A025-2DC8E31FDD50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50D6F5F-EB08-0000-786F-F72881ABBB09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5E65B7E-8317-F72A-94CA-BCBE45DC8966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409922-8A08-83A1-5EF5-B09833D96980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1CE7AE3-A0C8-1F16-CF00-C28EACBDCDFA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C6E1D76-2EC5-139E-50CD-AEC19DCF11ED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6C44E37-220F-497E-CD8C-9FD2ABCEDA5D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292873B-CCBA-3489-FFBD-9A6E09349575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E89B407-FB13-B2E6-7708-359E19AADEAD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2DB3466-E3BA-A4C4-2AE0-DED59AD9546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D6C8F4-1CDB-CE5C-6EBF-5F30618F6B2F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CF4BD81-128F-1875-5689-DAB1D5FA53B4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EAA2DD-4B40-782D-8EB5-B5E229AE42B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8DB4D9D-9DE4-2582-1C96-791031A68666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4C7236A-0757-BA6E-2831-9AF844ED474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9A9ADF0-10E0-2DBC-B14A-57BB8B9A0B53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7BD0677-BF0B-DB9A-5FF8-D71EFB4FBE28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2DC30E1-4206-DE1B-04B5-A89E5D18A29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4F32370-3350-CE25-6CCC-4E4D7E6A83A9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3BCFE56-471F-CB15-237E-95A72FE1101D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E2E28C4-519A-5B7B-4C37-08DE031A8D67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E7EF62F-7CA9-5EF0-E73F-09CF62920A4F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1F8EC05-F3F8-6A11-7657-D650F8054E1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4930CD6-798F-D699-D739-7F33B9336CAA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FD59C18-03BE-028C-032C-B810749F6CA4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2625C4-8FB7-6627-1837-6D2F51D74CA1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5841FB5-1DD5-63D7-C8A2-7F99E4F0BDB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8FFA635-9DD0-4785-CBE4-B744326CAF8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FCA62D5-9028-BC3A-2FEF-5A87C027A6E4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68E6D48-340E-2E5A-15F8-FDEE84C70577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7236FFA-56B8-E8D9-F78E-070711EC4F85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7E23800-066E-03FF-1D54-1F290C13A1B8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CDEA379-0FB4-ACA8-5C40-251B5DB7AD8D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D6F3062-2DA1-0FA4-95D1-7002B5BE16BC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F7ABD94-3142-1E5C-59FB-A30B1A24F952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3BF0527-FA56-23BB-95DA-4B842BCD98D4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E2A2E80-DC15-4064-8CA2-F80DAB49450F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0709665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D9A867-C5AA-2B74-C729-7D33289C939C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291656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6241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5040EC-0EE6-4E5D-A5D9-618910B33D16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19815-3AF8-40BA-A825-ECB2B3C0CB15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C1156D6D-110F-4A8F-9FA1-B39441F88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>
                <a:solidFill>
                  <a:schemeClr val="bg1"/>
                </a:solidFill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22A1C-2FBE-F3B7-99D0-A9A694CA65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DDB9C-3A3C-A121-28DF-0E80BEBDF250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AABCC9-717F-5D61-DA49-7423136CD63C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2AC614-EAB7-097E-CB8F-C33E1D8A001D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81497A-2140-566E-5E7C-CC3865157250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E6460C9-93C2-7987-8CA2-705EB7F0EE83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86BAA7A-8699-0409-C314-E0B976D11738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5C9AFD-A05B-94F6-75B2-34EDC91B8103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F6E3E00-7090-2278-5187-4BD7F5342686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56511E1-24AE-EEEF-B304-74D34537EC5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7506DE-8C4E-8498-FCF8-055285D80DBF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1A80759-F1E7-D400-8603-54571F5373C3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7D18C9E-961C-46D5-8C81-5CE96386C1EF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0F8224B-A44C-8170-1611-7284B3A3DD39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0051549-9457-69D0-545A-82C972DCBFF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08297D3-1807-48FC-B2A3-847E1A188616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27B2D5-CAD9-C34D-1327-A7C2803771A0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C1F0CCC-2AEB-48E1-CEE6-742C7FBD25E2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07C57D3-89CD-97B5-3FED-F77D5259F23C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CC11B68-DE0D-DDDE-F43F-95B4F0EE9559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E7B454B-8293-147A-A3DF-D03F2C6554CD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A57FEEA-5858-4850-2877-02CC31B3A992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91353E4-72E3-E577-B43F-E10ADD56190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22AEF9D-B151-A673-89FB-82EEB43CEFEA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3E94FDA-CF44-CDC4-90F8-F9D0FC453C94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DA6B1CF-DB74-0612-393F-D78E13329D23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4A058D1-B4EF-691A-40F4-AE409AC7C53B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BEB0ED-173E-C137-4798-BC9AEC737C09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3962D44-9292-9EBE-7A8B-8BE28E3AEDAC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FD95232-FF19-92C0-85BA-411A82979E00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76F407-3593-C7FF-5A03-15BA2CB3DD6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EE46275-93D0-BF0D-BC5B-4DDD8693F207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A343328-79EA-3BC7-82E9-F166AC9083EB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7FF2DA2-AF48-8E56-2383-157AA4B6723E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632E43C-8BD1-BB60-3E00-B4B62E472D63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67F0214-55D8-2B12-3D02-80F03559E099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73D4F3C-0C8A-B0DA-C7B7-BB04F9718C0F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BF99355-0677-0AF8-13B3-8C4CC836CEE7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2FB320-6965-B674-1B91-4024C2D077E4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E5EFBB2-9142-B060-9377-DD0817065E30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B7489D7-C773-87BE-8F7B-ABD63FA766E9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B9883B7-BBC6-8D9C-F000-F7CF64285962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B435B66-5CB0-E3E9-844C-4FA6BB8A469B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D2D6C6F-5BB0-02BE-7E60-7A4C93344354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95CA7C8-43C8-9177-771A-2B331007DBDB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54435AC-B557-E619-7AF9-1EF67D22890F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0F0F76B-E369-1F78-FB03-015C7C2A6AC2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1CC7003-7C39-27B9-770B-AFCC39E2925A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0D15D4C-B31E-A2B4-E818-FD7B4681FBBA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84EAA1E-423E-B855-8E6C-B6E5E2160E5D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2134871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94488"/>
            <a:ext cx="6098736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57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3"/>
            <a:ext cx="5164134" cy="4319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3F92E6-42AB-1878-38FB-A29C954AADDE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F96B-6FC9-D964-892E-6247084A78BD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986DCA8-99AD-45A9-C6DE-4FCE903F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4AF8A-6035-75DE-7938-BAB50A0CE7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DD4E07-F000-9153-6168-82D2AF6D093E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D84445-4FD1-1512-74C9-9F6AE3288F97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F17F4B-BD9E-FF26-DC11-A814A0E7DFA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639A10-033B-B6CA-637B-FEF33DF8AE04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DCA426B-F29B-6B77-9DEB-C696A8F9D25B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6316AC7-DD5D-9B4B-7B3B-7D9D0EB9CC9F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C56D6D-99EF-F531-88E1-7672668A7BA1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85F598C-83C2-70F9-EA44-831BB630A6BA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089E30F-13B4-AFF1-7BF4-164437FA2D5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8DBB353-0D0A-2BAF-6264-687C6AF7F093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7EE077-3538-1C28-AA85-61A637105B6B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ECCE2E-C90B-B27C-8C65-BDD52B35B845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56350B3-8637-9087-A617-F5913AF4FAC0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CFAA941-D796-5C5C-71F8-D24527046967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8A509D3-E830-BED4-E1C5-D8BA64E761C2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E5C9BBF-5DAF-AB38-BBE2-E51C55EE2858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8C5B37-9156-498A-DDF5-A2C48FA2FBCD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8B3B4FB-A60B-CAF1-7FE6-FCCD3CCA56BB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F0A2212-0E20-9ED2-7C1A-DDF3F85C7BF4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FC1A10C-8FD4-B11C-FF96-D67F53CC3F26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5B53C20-DA6F-1B1E-0D22-427245385CE8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E8415A1-08FD-17CF-7214-6DBAE36A7DD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07605E5-9140-A090-B18D-964149DA11CF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B26D680-CFDF-1B8D-C142-4D7E4376D34B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8AF9799-7221-92FE-CA87-E9BBE299B49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4980848-DF4F-F871-8623-C1FA3FE4ADC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6AB1725-4334-DFB6-0E9D-2E96491E3ACA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9E0006C-32B7-3A8C-64FD-816ACCC4C3D4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8ECAA91-86FF-899A-AD05-4C0C11CF247C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06916B0-8313-CB67-ED8A-7586D202A4F7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D4F9D6-A32C-A129-4D58-4AC423313F3F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369822D-99D8-48B0-BBFD-370FDCE251BC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FC90B09-9ACB-A54B-1813-6F639C86596B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12BE93C-8567-3B9A-5A7A-70632EFFC2F4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CE3D713-1BB6-FC48-773D-77AA53434705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FCFAE8E-9525-7436-BC10-FAE8DA64DB1C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89D14E-7157-7E11-6B0E-41FC7C21DC4F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66C253-DB1A-4E6A-3F79-7139B76D5D26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734C62-C39D-38AB-D164-57081770DE02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24CDB26-8CB9-5DF7-DA65-03DD596524F4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951FFEB-6F2D-BEE1-96FF-C33DF22C5D5B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E66A9BD-284B-A2A3-1F76-5A32DDFA7A02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239438C-9E17-79C1-8E62-18A02713FE1B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D55A8E0-CD66-6479-CC8B-E6B6D226BBCD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1C3586E-4514-288C-21E1-19001124FF7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00A3F77-04E0-F29C-610C-2122FE8DCE90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32AC46D-01CE-E2A3-BD35-94C1B9C2EDC5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C18EF0-4F5C-9148-8D46-0A075E1EDFE7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8B97B21-219A-7ECC-3765-A1031F672AA7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2336476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82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F2218F0-D93F-4904-B0F2-AADFD3911A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831226-24A0-492B-BBCF-D0A987CDF6A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517B5-3697-4990-56C1-223BB352698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ACC6CC4-758A-A6D7-BB49-FEDFAFF14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42E496-9A29-0967-8ABD-9C43BEC04FC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62640E-1AD9-5823-DDB4-07A8925E5490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547ED3-0A4A-E562-445B-516C19031E3E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36FFC7-5CE4-BA1D-A523-984A5A5CF46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BA68A3-569E-FECB-71F0-3287C1B480A1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A9FC510-70E5-9241-F554-C2A44983DBCF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3FCC2D-9721-D0A7-713F-7C4CFE93DDE3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167D9B-F064-F1C0-527B-25442E24AAC9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3EE718-C905-8BC6-C46E-760C08F64C1E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DB8D694-F5DF-6E0E-96B8-0DE09784085F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0D2E744-C567-6AE2-A0B6-3080B71C4E07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6CAA72F-C2ED-52C8-1FC5-578B19A87E58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3F185C8-5B3C-DA06-4B24-19781A5FA33F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E95CC37-E2F2-0EAC-8E41-A5EDF588AA98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21726B8-7EBE-AA77-D752-844F34D58E7A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15883C8-FB85-EC82-C039-568A91A1BB51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E6BB53-3E09-6491-35A0-8409B3F8D94A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72CA950-9DC5-2DDF-14E6-5CE81155F01C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B005CFD-77A9-0981-44EF-E600E753274F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9B55947-B153-F45D-5F6F-FCB26E1673BF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70A5464-C3AA-77B7-025D-0B4837E25810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02DC503-2A13-7D67-E299-82C6D9FA74E3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ED241F-E73E-A870-91DF-3B14BCDDFE77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8FE881-44E5-2BF2-561D-31EA4BDA9506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77F73D1-57B1-7DED-3903-4164CF3DBE20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3D1BEB4-6987-83B3-FB55-F5CB1ED57147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254E6F-4846-3DB6-F443-7C00BFCD4C39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9E15DBC-7B10-F3D9-A43F-D50350369F06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F95DBEE-F020-4978-5E7E-8379915E0CAF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2A68381-F16B-2DEE-CEF1-A8BE0F34B13E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49E6D0B-873D-A995-90B4-540D1B0792F0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40CF7FA-7AE1-0C26-0CF8-2EA671537FCB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EA0B646-3FC8-EE3B-7954-2A870B5A5342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9646680-F2B5-8B2D-7C89-11A151AADF26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90D5C0-21BC-9451-57FF-090997257FBF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7E2572B-60E8-5AC3-91A9-FCC12E680DF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6BF8935-8C07-DE5A-667A-41A7BE738163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E33C904-BEE7-535C-D0C2-6A2829797E2C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58DD3C-7E53-41B9-0C23-F6AB7020F6A2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7286E36-CED1-F0C1-825E-E33F83EE9D88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1A7D4B9-F12E-68AE-CCC0-9A7C21105F6B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C3B0654-E4DE-E952-DDBC-899C2799BD99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886E2AF-5BD9-8CEF-4D0B-04B3E133E601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7F38FB-B95C-E66A-245B-7A9CAACFCE63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8ED1B21-5B02-CE80-7B5D-A43D4551FC14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CA4538A-9690-7D8B-C6D9-C6919A123414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4390889-DCBA-2922-B709-105A02916B64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1821C4-B89E-FC65-D85C-4BCB14FEC906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1456295-A1B4-255C-B9C7-8CF033F8A79E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329C7-59C4-9B6E-8BE2-2D7F574A6533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0950580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One-third Highlight_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111905" y="81480"/>
            <a:ext cx="4080095" cy="6776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84C2779-5F96-4963-ABA1-52B1DEDACA1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7200" y="1256758"/>
            <a:ext cx="7327720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cap="none" spc="0" baseline="0">
                <a:solidFill>
                  <a:srgbClr val="7D7D7D"/>
                </a:solidFill>
                <a:latin typeface="+mn-lt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E4C98-5954-41FD-8D46-6EC8F6233D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vert="horz" lIns="0" tIns="0" rIns="0" bIns="0" rtlCol="0" anchor="ctr"/>
          <a:lstStyle>
            <a:lvl1pPr>
              <a:defRPr lang="en-US" smtClean="0"/>
            </a:lvl1pPr>
          </a:lstStyle>
          <a:p>
            <a:r>
              <a:rPr lang="en-US"/>
              <a:t>CONFIDENTIAL</a:t>
            </a: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960362C2-D791-1C30-88AE-6676A9E828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BF30B-057C-7695-2B9C-542E2FACC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E228C-D588-26FA-EF24-21EA7033FB3F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D7A17-F066-B1B4-8473-3639FB4197BF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596F216-4AF5-7E0C-9A59-A47A2B34F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229947-A913-F69F-A2A2-CFC7F9EB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7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4060953" y="0"/>
            <a:ext cx="8131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060953" y="94488"/>
            <a:ext cx="8131048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96D1-7B2C-9B6B-7019-97F1AE988E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2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-1" y="0"/>
            <a:ext cx="81099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8109958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3F92E6-42AB-1878-38FB-A29C954AADDE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F96B-6FC9-D964-892E-6247084A78BD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986DCA8-99AD-45A9-C6DE-4FCE903F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4AF8A-6035-75DE-7938-BAB50A0CE7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D3848B-0DE8-6291-1327-5BF6BB3E7E7F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1D45C0-19D4-FB2A-6CAF-51469DF920E1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B8DB8F-34D4-AC5A-80D9-A02E6283C237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5CF169-0CBB-D4F6-614C-592F30DE9BFE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34192A1-A18C-F04B-30F6-545ACA8F09CE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03B7DF-88C3-4188-9E49-D9E628BEA57A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1BB2A-8BF7-FFF7-B258-0A503C3EC071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69621A8-BA5A-1696-BC68-0A27AB375DD9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255CC7-9FB5-EF47-C380-A8DC596EA0D6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1FF2572-7FE1-F475-C85D-CB74FC078244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7D5A3D-294E-ABF8-5C81-F5CE22014D3E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7D85743-14FA-9F24-B58A-5D3943FEE2AC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858C023-6BF6-41B9-D297-480F6CC9BD36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19B443D-0716-F49F-F149-6D4B8C692AE1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A44FF1D-22F5-C578-95FA-7779BFAAFF85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C2ED3DF-F218-C9C7-EA48-B97615F5AA9B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5FE526E-AC04-08A3-2DE3-4944F4FF601E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E25FCF8-D0B3-4903-2CE1-05BACB3057B4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06038D0-0755-38E6-A56D-1A9072DDE398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26E9D99-6662-BF80-02B7-D6CFAF26350B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7BAB58D-7079-571F-BF37-D1B18FBC6716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E425090-B5BE-97C1-E112-B67FC325E3F6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2764FB8-B008-6621-D81B-CA5363AA3CCC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B5E8BE2-7831-B2BF-771E-72E4CA2D0171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440C701-6CFD-DFBF-3BE4-DD4CA8EBBC18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393E0CB-8EC8-E077-FB52-6236A5BE8271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2BF37D3-920D-72DD-5ABE-BE688AFF1AC0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56C7E61-43EA-6CA8-00E0-CD1811114968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9E92BE6-990E-414E-CED1-4110F749658A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FFBAD9F-DB02-B985-9F38-B049DA5458F1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6D95235-A958-5143-734D-97BA744A12AE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C9BD5F4-3F92-74A1-FA99-7DEC602F6901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B1BD5E-B418-0CFD-8CDA-8A08FF5BF5C3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AE4E0B9-7076-CF1A-D233-0385A035DB05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7B10C0A-C3BB-B0F1-610A-1460F236D854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371D9ED-437A-5AB5-FC99-E4FD3679AFE0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40C1780-BCD7-9B45-4165-571F49F2F988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FBF1A5-D25D-F8BE-4074-29675731A1AF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5A46D78-BD7F-32CB-740F-CDEB6A219C36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E8117C9-D4F3-FD80-EB2F-81F83B1F081F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281299A-3A6A-9AE8-9EE6-01548EC222FE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A323852F-22A9-B6A9-AA3E-A511C4039459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7BFD065-C421-0217-D272-B8E1E693AAAC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57954A-8094-D439-5FB1-ED44A303D35E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45B7F6B-8791-04C8-AEC3-8A42E43B6E99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E512E1C-F58D-B47E-ECD7-FBD645FD4F33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A191D92-B1E3-AC60-A798-1DC360F2C331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78C0FA2-28D4-4430-EF74-2E23E581990A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FF89B0E-1B81-5BF3-0F2B-B9C75CBE6976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9221049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3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665B237-8D60-BE7B-99E1-E1C5004CFC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9915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circle with light rays in the dark&#10;&#10;AI-generated content may be incorrect.">
            <a:extLst>
              <a:ext uri="{FF2B5EF4-FFF2-40B4-BE49-F238E27FC236}">
                <a16:creationId xmlns:a16="http://schemas.microsoft.com/office/drawing/2014/main" id="{8F4C39E3-A687-865D-FD4B-3CD57CB2A6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7"/>
          <a:stretch>
            <a:fillRect/>
          </a:stretch>
        </p:blipFill>
        <p:spPr>
          <a:xfrm>
            <a:off x="0" y="0"/>
            <a:ext cx="12192000" cy="6763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3056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F6E11813-268A-F624-03D7-9277CE14E0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7251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square with white dots&#10;&#10;AI-generated content may be incorrect.">
            <a:extLst>
              <a:ext uri="{FF2B5EF4-FFF2-40B4-BE49-F238E27FC236}">
                <a16:creationId xmlns:a16="http://schemas.microsoft.com/office/drawing/2014/main" id="{0876FFB2-D3AE-4E32-0242-11796C12B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6276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ED3CDFE-F9DD-F5E0-E893-5F31127D46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763513"/>
            <a:ext cx="12192000" cy="94487"/>
          </a:xfrm>
          <a:prstGeom prst="rect">
            <a:avLst/>
          </a:prstGeom>
        </p:spPr>
      </p:pic>
      <p:pic>
        <p:nvPicPr>
          <p:cNvPr id="3" name="Picture 2" descr="A blue and white gradient&#10;&#10;AI-generated content may be incorrect.">
            <a:extLst>
              <a:ext uri="{FF2B5EF4-FFF2-40B4-BE49-F238E27FC236}">
                <a16:creationId xmlns:a16="http://schemas.microsoft.com/office/drawing/2014/main" id="{530BA0C8-4B80-8B5E-570C-41DE4C94D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76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4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42" Type="http://schemas.openxmlformats.org/officeDocument/2006/relationships/slideLayout" Target="../slideLayouts/slideLayout90.xml"/><Relationship Id="rId47" Type="http://schemas.openxmlformats.org/officeDocument/2006/relationships/slideLayout" Target="../slideLayouts/slideLayout95.xml"/><Relationship Id="rId50" Type="http://schemas.openxmlformats.org/officeDocument/2006/relationships/slideLayout" Target="../slideLayouts/slideLayout98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8.xml"/><Relationship Id="rId45" Type="http://schemas.openxmlformats.org/officeDocument/2006/relationships/slideLayout" Target="../slideLayouts/slideLayout93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92.xml"/><Relationship Id="rId52" Type="http://schemas.openxmlformats.org/officeDocument/2006/relationships/tags" Target="../tags/tag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91.xml"/><Relationship Id="rId48" Type="http://schemas.openxmlformats.org/officeDocument/2006/relationships/slideLayout" Target="../slideLayouts/slideLayout96.xml"/><Relationship Id="rId56" Type="http://schemas.openxmlformats.org/officeDocument/2006/relationships/image" Target="../media/image2.png"/><Relationship Id="rId8" Type="http://schemas.openxmlformats.org/officeDocument/2006/relationships/slideLayout" Target="../slideLayouts/slideLayout56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6.xml"/><Relationship Id="rId4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68.xml"/><Relationship Id="rId41" Type="http://schemas.openxmlformats.org/officeDocument/2006/relationships/slideLayout" Target="../slideLayouts/slideLayout89.xml"/><Relationship Id="rId54" Type="http://schemas.openxmlformats.org/officeDocument/2006/relationships/image" Target="../media/image12.emf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49" Type="http://schemas.openxmlformats.org/officeDocument/2006/relationships/slideLayout" Target="../slideLayouts/slideLayout9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129.xml"/><Relationship Id="rId39" Type="http://schemas.openxmlformats.org/officeDocument/2006/relationships/slideLayout" Target="../slideLayouts/slideLayout142.xml"/><Relationship Id="rId21" Type="http://schemas.openxmlformats.org/officeDocument/2006/relationships/slideLayout" Target="../slideLayouts/slideLayout124.xml"/><Relationship Id="rId34" Type="http://schemas.openxmlformats.org/officeDocument/2006/relationships/slideLayout" Target="../slideLayouts/slideLayout137.xml"/><Relationship Id="rId42" Type="http://schemas.openxmlformats.org/officeDocument/2006/relationships/slideLayout" Target="../slideLayouts/slideLayout145.xml"/><Relationship Id="rId47" Type="http://schemas.openxmlformats.org/officeDocument/2006/relationships/slideLayout" Target="../slideLayouts/slideLayout150.xml"/><Relationship Id="rId50" Type="http://schemas.openxmlformats.org/officeDocument/2006/relationships/slideLayout" Target="../slideLayouts/slideLayout153.xml"/><Relationship Id="rId55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19.xml"/><Relationship Id="rId29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14.xml"/><Relationship Id="rId24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35.xml"/><Relationship Id="rId37" Type="http://schemas.openxmlformats.org/officeDocument/2006/relationships/slideLayout" Target="../slideLayouts/slideLayout140.xml"/><Relationship Id="rId40" Type="http://schemas.openxmlformats.org/officeDocument/2006/relationships/slideLayout" Target="../slideLayouts/slideLayout143.xml"/><Relationship Id="rId45" Type="http://schemas.openxmlformats.org/officeDocument/2006/relationships/slideLayout" Target="../slideLayouts/slideLayout148.xml"/><Relationship Id="rId53" Type="http://schemas.openxmlformats.org/officeDocument/2006/relationships/slideLayout" Target="../slideLayouts/slideLayout156.xml"/><Relationship Id="rId58" Type="http://schemas.openxmlformats.org/officeDocument/2006/relationships/image" Target="../media/image2.png"/><Relationship Id="rId5" Type="http://schemas.openxmlformats.org/officeDocument/2006/relationships/slideLayout" Target="../slideLayouts/slideLayout108.xml"/><Relationship Id="rId19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7.xml"/><Relationship Id="rId22" Type="http://schemas.openxmlformats.org/officeDocument/2006/relationships/slideLayout" Target="../slideLayouts/slideLayout125.xml"/><Relationship Id="rId27" Type="http://schemas.openxmlformats.org/officeDocument/2006/relationships/slideLayout" Target="../slideLayouts/slideLayout130.xml"/><Relationship Id="rId30" Type="http://schemas.openxmlformats.org/officeDocument/2006/relationships/slideLayout" Target="../slideLayouts/slideLayout133.xml"/><Relationship Id="rId35" Type="http://schemas.openxmlformats.org/officeDocument/2006/relationships/slideLayout" Target="../slideLayouts/slideLayout138.xml"/><Relationship Id="rId43" Type="http://schemas.openxmlformats.org/officeDocument/2006/relationships/slideLayout" Target="../slideLayouts/slideLayout146.xml"/><Relationship Id="rId48" Type="http://schemas.openxmlformats.org/officeDocument/2006/relationships/slideLayout" Target="../slideLayouts/slideLayout151.xml"/><Relationship Id="rId56" Type="http://schemas.openxmlformats.org/officeDocument/2006/relationships/theme" Target="../theme/theme4.xml"/><Relationship Id="rId8" Type="http://schemas.openxmlformats.org/officeDocument/2006/relationships/slideLayout" Target="../slideLayouts/slideLayout111.xml"/><Relationship Id="rId51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20.xml"/><Relationship Id="rId25" Type="http://schemas.openxmlformats.org/officeDocument/2006/relationships/slideLayout" Target="../slideLayouts/slideLayout128.xml"/><Relationship Id="rId33" Type="http://schemas.openxmlformats.org/officeDocument/2006/relationships/slideLayout" Target="../slideLayouts/slideLayout136.xml"/><Relationship Id="rId38" Type="http://schemas.openxmlformats.org/officeDocument/2006/relationships/slideLayout" Target="../slideLayouts/slideLayout141.xml"/><Relationship Id="rId46" Type="http://schemas.openxmlformats.org/officeDocument/2006/relationships/slideLayout" Target="../slideLayouts/slideLayout149.xml"/><Relationship Id="rId20" Type="http://schemas.openxmlformats.org/officeDocument/2006/relationships/slideLayout" Target="../slideLayouts/slideLayout123.xml"/><Relationship Id="rId41" Type="http://schemas.openxmlformats.org/officeDocument/2006/relationships/slideLayout" Target="../slideLayouts/slideLayout144.xml"/><Relationship Id="rId54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8.xml"/><Relationship Id="rId23" Type="http://schemas.openxmlformats.org/officeDocument/2006/relationships/slideLayout" Target="../slideLayouts/slideLayout126.xml"/><Relationship Id="rId28" Type="http://schemas.openxmlformats.org/officeDocument/2006/relationships/slideLayout" Target="../slideLayouts/slideLayout131.xml"/><Relationship Id="rId36" Type="http://schemas.openxmlformats.org/officeDocument/2006/relationships/slideLayout" Target="../slideLayouts/slideLayout139.xml"/><Relationship Id="rId49" Type="http://schemas.openxmlformats.org/officeDocument/2006/relationships/slideLayout" Target="../slideLayouts/slideLayout152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13.xml"/><Relationship Id="rId31" Type="http://schemas.openxmlformats.org/officeDocument/2006/relationships/slideLayout" Target="../slideLayouts/slideLayout134.xml"/><Relationship Id="rId44" Type="http://schemas.openxmlformats.org/officeDocument/2006/relationships/slideLayout" Target="../slideLayouts/slideLayout147.xml"/><Relationship Id="rId52" Type="http://schemas.openxmlformats.org/officeDocument/2006/relationships/slideLayout" Target="../slideLayouts/slideLayout1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A8562-B6C4-4F72-9A77-9CE22CA5E603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C7C42-B2DD-4FEE-B3DC-79EBB56C4AAB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8F3372F7-7243-4131-A7BF-D616085D6533}"/>
              </a:ext>
            </a:extLst>
          </p:cNvPr>
          <p:cNvPicPr>
            <a:picLocks noChangeAspect="1"/>
          </p:cNvPicPr>
          <p:nvPr userDrawn="1"/>
        </p:nvPicPr>
        <p:blipFill>
          <a:blip r:embed="rId5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B5FDD3E2-DB49-4FE9-8962-005CDC21E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DAC693-F262-74C0-BE46-1B603B4939E4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5A01B-ED72-AC22-52D1-15EE8209ECD9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Primary palette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3C07E9-4F92-B543-0D59-A45338EA4230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C358B4-6650-42DF-F7DB-0186565B3AF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E800A0-B57F-64C8-68AF-07C3362C191C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CCCCE4-1B24-8F5C-65AB-FEFDC2EAD64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488E1C-701D-172F-EAD6-3EE7CE61AC64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5EA0FD-8606-2D7B-9A6D-345BAE60D7AF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Secondary palette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202ADF-E5DA-F733-BD33-F12AFC815A27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8F9F5A-D5EA-3C59-89FC-C65483DC5DC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56F766F-F56F-0220-857A-15DE67C792A1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C89703-31D0-7B6B-8EB3-F07A68E4A484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EDF0C4-9850-3A30-F2ED-4F3D8D64431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ED22C15-4849-AD28-920D-28D93A18C27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CC6B8A-FDDC-6878-F207-AB55FCD968FF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53355E-4F3B-D666-D289-DB476912A80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BB051E-E280-5146-5B92-E11390637AC3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BD4A8B7-71F0-240D-5765-5C2ACF29F729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1B49172-0369-A973-7616-4DF3890D1F5B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8DB165-7B30-4CB6-0CC8-0FDDE98AA480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670530-A8ED-C030-E7EF-F9F3C004C8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9AFA22-AE09-9306-60BF-BFF7A6191005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7BCA9C2-3866-4D07-DC98-ADB604BBDEF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3E90D7E-077A-08FA-8727-6A0E7BF5ED5B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1457F62-0AE9-4CB7-700B-A2BD95BDFCDA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5FE08D1-0F7B-6DAD-8ED8-026456A93F4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188487-C33B-2C59-A6A9-2014D87B629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EA93308-F63C-FE46-0AC7-5A5E63DDFF45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C52CBD7-0299-DD59-D33C-12B74A793F04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DE5F3ED-9A80-AE3D-3F13-209D2586A814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BFA23D-85BB-60E5-6E74-5428BAC6F53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B25A13E-AF98-498E-C8A3-057620C2791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34CD6F-484E-815B-CA53-10916050DFF3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16CEBA-FCEA-5ABC-C871-6635DA7ADEB7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8AC72E-5AB9-5A8F-D5A0-FD9D88ACDE49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F34CC11-3A9E-C153-DB86-2AFBD72D73C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55AA903-A689-254A-D5BC-06CFAACFCCBD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DF0B7B-EA2F-016E-EEED-6461E0D8F964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2CDCD5-EF99-5724-3EF0-B70A0511E2F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 dirty="0"/>
              <a:t>Product Group Colors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466044F-5F3D-655E-099E-BAE674690F98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010A0D8-77FF-6485-6777-A9DC71B7D683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68CD53E-4FDC-CF6D-33E4-786BD02D23DF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A8D1FAF9-5053-300B-1081-EA0BB86EE75F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8A214D-15D1-7BD5-ED25-F15430B17B2E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3F76382-C6A5-F3C2-8CD3-93A41A742D45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DF109FC-762C-2BB8-7A09-4FC596016AD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184DA559-750F-1563-A34A-225B7F8EF60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46184793-43D0-FA39-0194-D7991C504282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194C64-E4D0-AD20-29E4-B80E7CEA1DAE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 dirty="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DE17A270-B433-4B5C-A472-D7520920A723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9371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0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None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576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4008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  <p15:guide id="8" orient="horz" pos="39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7A5F85FA-FB90-AFAC-EC80-091E4BD744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2"/>
            </p:custDataLst>
            <p:extLst>
              <p:ext uri="{D42A27DB-BD31-4B8C-83A1-F6EECF244321}">
                <p14:modId xmlns:p14="http://schemas.microsoft.com/office/powerpoint/2010/main" val="2900623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405" imgH="406" progId="TCLayout.ActiveDocument.1">
                  <p:embed/>
                </p:oleObj>
              </mc:Choice>
              <mc:Fallback>
                <p:oleObj name="think-cell Slide" r:id="rId53" imgW="405" imgH="406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5F85FA-FB90-AFAC-EC80-091E4BD744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A8562-B6C4-4F72-9A77-9CE22CA5E603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C7C42-B2DD-4FEE-B3DC-79EBB56C4AAB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8F3372F7-7243-4131-A7BF-D616085D6533}"/>
              </a:ext>
            </a:extLst>
          </p:cNvPr>
          <p:cNvPicPr>
            <a:picLocks noChangeAspect="1"/>
          </p:cNvPicPr>
          <p:nvPr userDrawn="1"/>
        </p:nvPicPr>
        <p:blipFill>
          <a:blip r:embed="rId5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B5FDD3E2-DB49-4FE9-8962-005CDC21E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DAC693-F262-74C0-BE46-1B603B4939E4}"/>
              </a:ext>
            </a:extLst>
          </p:cNvPr>
          <p:cNvPicPr>
            <a:picLocks noChangeAspect="1"/>
          </p:cNvPicPr>
          <p:nvPr userDrawn="1"/>
        </p:nvPicPr>
        <p:blipFill>
          <a:blip r:embed="rId56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5A01B-ED72-AC22-52D1-15EE8209ECD9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3C07E9-4F92-B543-0D59-A45338EA4230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C358B4-6650-42DF-F7DB-0186565B3AF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E800A0-B57F-64C8-68AF-07C3362C191C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CCCCE4-1B24-8F5C-65AB-FEFDC2EAD64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488E1C-701D-172F-EAD6-3EE7CE61AC64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5EA0FD-8606-2D7B-9A6D-345BAE60D7AF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202ADF-E5DA-F733-BD33-F12AFC815A27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8F9F5A-D5EA-3C59-89FC-C65483DC5DC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56F766F-F56F-0220-857A-15DE67C792A1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C89703-31D0-7B6B-8EB3-F07A68E4A484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EDF0C4-9850-3A30-F2ED-4F3D8D64431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ED22C15-4849-AD28-920D-28D93A18C27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CC6B8A-FDDC-6878-F207-AB55FCD968FF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53355E-4F3B-D666-D289-DB476912A80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BB051E-E280-5146-5B92-E11390637AC3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BD4A8B7-71F0-240D-5765-5C2ACF29F729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1B49172-0369-A973-7616-4DF3890D1F5B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8DB165-7B30-4CB6-0CC8-0FDDE98AA480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670530-A8ED-C030-E7EF-F9F3C004C8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9AFA22-AE09-9306-60BF-BFF7A6191005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7BCA9C2-3866-4D07-DC98-ADB604BBDEF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3E90D7E-077A-08FA-8727-6A0E7BF5ED5B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1457F62-0AE9-4CB7-700B-A2BD95BDFCDA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5FE08D1-0F7B-6DAD-8ED8-026456A93F4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188487-C33B-2C59-A6A9-2014D87B629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EA93308-F63C-FE46-0AC7-5A5E63DDFF45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C52CBD7-0299-DD59-D33C-12B74A793F04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DE5F3ED-9A80-AE3D-3F13-209D2586A814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BFA23D-85BB-60E5-6E74-5428BAC6F53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B25A13E-AF98-498E-C8A3-057620C2791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34CD6F-484E-815B-CA53-10916050DFF3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16CEBA-FCEA-5ABC-C871-6635DA7ADEB7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8AC72E-5AB9-5A8F-D5A0-FD9D88ACDE49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F34CC11-3A9E-C153-DB86-2AFBD72D73C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55AA903-A689-254A-D5BC-06CFAACFCCBD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DF0B7B-EA2F-016E-EEED-6461E0D8F964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2CDCD5-EF99-5724-3EF0-B70A0511E2F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466044F-5F3D-655E-099E-BAE674690F98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010A0D8-77FF-6485-6777-A9DC71B7D683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68CD53E-4FDC-CF6D-33E4-786BD02D23DF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A8D1FAF9-5053-300B-1081-EA0BB86EE75F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8A214D-15D1-7BD5-ED25-F15430B17B2E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3F76382-C6A5-F3C2-8CD3-93A41A742D45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DF109FC-762C-2BB8-7A09-4FC596016AD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184DA559-750F-1563-A34A-225B7F8EF60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46184793-43D0-FA39-0194-D7991C504282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194C64-E4D0-AD20-29E4-B80E7CEA1DAE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DE17A270-B433-4B5C-A472-D7520920A723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3114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  <p:sldLayoutId id="2147483750" r:id="rId39"/>
    <p:sldLayoutId id="2147483751" r:id="rId40"/>
    <p:sldLayoutId id="2147483752" r:id="rId41"/>
    <p:sldLayoutId id="2147483753" r:id="rId42"/>
    <p:sldLayoutId id="2147483754" r:id="rId43"/>
    <p:sldLayoutId id="2147483755" r:id="rId44"/>
    <p:sldLayoutId id="2147483756" r:id="rId45"/>
    <p:sldLayoutId id="2147483757" r:id="rId46"/>
    <p:sldLayoutId id="2147483758" r:id="rId47"/>
    <p:sldLayoutId id="2147483759" r:id="rId48"/>
    <p:sldLayoutId id="2147483760" r:id="rId49"/>
    <p:sldLayoutId id="2147483761" r:id="rId5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None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576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4008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  <p15:guide id="8" orient="horz" pos="39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ost Grotesk"/>
              <a:buChar char="●"/>
              <a:defRPr sz="36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○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■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●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○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■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●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○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ost Grotesk"/>
              <a:buChar char="■"/>
              <a:defRPr sz="2800" b="0" i="0" u="none" strike="noStrike" cap="none">
                <a:solidFill>
                  <a:schemeClr val="dk2"/>
                </a:solidFill>
                <a:latin typeface="Host Grotesk"/>
                <a:ea typeface="Host Grotesk"/>
                <a:cs typeface="Host Grotesk"/>
                <a:sym typeface="Host Grotesk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9" name="Google Shape;9;p15"/>
          <p:cNvSpPr txBox="1"/>
          <p:nvPr/>
        </p:nvSpPr>
        <p:spPr>
          <a:xfrm>
            <a:off x="213369" y="6478145"/>
            <a:ext cx="2438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 sz="800" b="0" i="0" u="none" strike="noStrike" cap="none">
                <a:solidFill>
                  <a:srgbClr val="222632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222632"/>
              </a:solidFill>
              <a:latin typeface="Host Grotesk Medium"/>
              <a:ea typeface="Host Grotesk Medium"/>
              <a:cs typeface="Host Grotesk Medium"/>
              <a:sym typeface="Host Grotesk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626291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3" r:id="rId1"/>
    <p:sldLayoutId id="2147483765" r:id="rId2"/>
    <p:sldLayoutId id="2147483766" r:id="rId3"/>
    <p:sldLayoutId id="2147483767" r:id="rId4"/>
    <p:sldLayoutId id="21474837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2">
          <p15:clr>
            <a:srgbClr val="E46962"/>
          </p15:clr>
        </p15:guide>
        <p15:guide id="2" pos="11318">
          <p15:clr>
            <a:srgbClr val="E46962"/>
          </p15:clr>
        </p15:guide>
        <p15:guide id="3">
          <p15:clr>
            <a:srgbClr val="E46962"/>
          </p15:clr>
        </p15:guide>
        <p15:guide id="4" pos="403">
          <p15:clr>
            <a:srgbClr val="E46962"/>
          </p15:clr>
        </p15:guide>
        <p15:guide id="5" pos="11117">
          <p15:clr>
            <a:srgbClr val="E46962"/>
          </p15:clr>
        </p15:guide>
        <p15:guide id="6" pos="1008">
          <p15:clr>
            <a:srgbClr val="E46962"/>
          </p15:clr>
        </p15:guide>
        <p15:guide id="7" pos="10512">
          <p15:clr>
            <a:srgbClr val="E46962"/>
          </p15:clr>
        </p15:guide>
        <p15:guide id="8" pos="5864">
          <p15:clr>
            <a:srgbClr val="E46962"/>
          </p15:clr>
        </p15:guide>
        <p15:guide id="9" pos="5656">
          <p15:clr>
            <a:srgbClr val="E46962"/>
          </p15:clr>
        </p15:guide>
        <p15:guide id="10" pos="3231">
          <p15:clr>
            <a:srgbClr val="E46962"/>
          </p15:clr>
        </p15:guide>
        <p15:guide id="11" pos="3439">
          <p15:clr>
            <a:srgbClr val="E46962"/>
          </p15:clr>
        </p15:guide>
        <p15:guide id="12" pos="8081">
          <p15:clr>
            <a:srgbClr val="E46962"/>
          </p15:clr>
        </p15:guide>
        <p15:guide id="13" pos="8289">
          <p15:clr>
            <a:srgbClr val="E46962"/>
          </p15:clr>
        </p15:guide>
        <p15:guide id="14" orient="horz" pos="3240">
          <p15:clr>
            <a:srgbClr val="E46962"/>
          </p15:clr>
        </p15:guide>
        <p15:guide id="15" orient="horz" pos="202">
          <p15:clr>
            <a:srgbClr val="E46962"/>
          </p15:clr>
        </p15:guide>
        <p15:guide id="16" orient="horz" pos="6480">
          <p15:clr>
            <a:srgbClr val="E46962"/>
          </p15:clr>
        </p15:guide>
        <p15:guide id="17" orient="horz">
          <p15:clr>
            <a:srgbClr val="E46962"/>
          </p15:clr>
        </p15:guide>
        <p15:guide id="18" orient="horz" pos="403">
          <p15:clr>
            <a:srgbClr val="E46962"/>
          </p15:clr>
        </p15:guide>
        <p15:guide id="19" orient="horz" pos="6278">
          <p15:clr>
            <a:srgbClr val="E46962"/>
          </p15:clr>
        </p15:guide>
        <p15:guide id="20" orient="horz" pos="6077">
          <p15:clr>
            <a:srgbClr val="E46962"/>
          </p15:clr>
        </p15:guide>
        <p15:guide id="21" orient="horz" pos="1515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A8562-B6C4-4F72-9A77-9CE22CA5E603}"/>
              </a:ext>
            </a:extLst>
          </p:cNvPr>
          <p:cNvSpPr txBox="1"/>
          <p:nvPr userDrawn="1"/>
        </p:nvSpPr>
        <p:spPr>
          <a:xfrm>
            <a:off x="681343" y="6501327"/>
            <a:ext cx="73001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2025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C7C42-B2DD-4FEE-B3DC-79EBB56C4AAB}"/>
              </a:ext>
            </a:extLst>
          </p:cNvPr>
          <p:cNvSpPr txBox="1"/>
          <p:nvPr userDrawn="1"/>
        </p:nvSpPr>
        <p:spPr>
          <a:xfrm>
            <a:off x="6805" y="6501327"/>
            <a:ext cx="567398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8F3372F7-7243-4131-A7BF-D616085D6533}"/>
              </a:ext>
            </a:extLst>
          </p:cNvPr>
          <p:cNvPicPr>
            <a:picLocks noChangeAspect="1"/>
          </p:cNvPicPr>
          <p:nvPr userDrawn="1"/>
        </p:nvPicPr>
        <p:blipFill>
          <a:blip r:embed="rId5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B5FDD3E2-DB49-4FE9-8962-005CDC21E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DAC693-F262-74C0-BE46-1B603B4939E4}"/>
              </a:ext>
            </a:extLst>
          </p:cNvPr>
          <p:cNvPicPr>
            <a:picLocks noChangeAspect="1"/>
          </p:cNvPicPr>
          <p:nvPr userDrawn="1"/>
        </p:nvPicPr>
        <p:blipFill>
          <a:blip r:embed="rId58"/>
          <a:srcRect/>
          <a:stretch/>
        </p:blipFill>
        <p:spPr>
          <a:xfrm>
            <a:off x="0" y="0"/>
            <a:ext cx="12192000" cy="94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5A01B-ED72-AC22-52D1-15EE8209ECD9}"/>
              </a:ext>
            </a:extLst>
          </p:cNvPr>
          <p:cNvSpPr txBox="1"/>
          <p:nvPr userDrawn="1"/>
        </p:nvSpPr>
        <p:spPr>
          <a:xfrm>
            <a:off x="13920953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Primary palette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3C07E9-4F92-B543-0D59-A45338EA4230}"/>
              </a:ext>
            </a:extLst>
          </p:cNvPr>
          <p:cNvSpPr/>
          <p:nvPr userDrawn="1"/>
        </p:nvSpPr>
        <p:spPr>
          <a:xfrm>
            <a:off x="13959929" y="377353"/>
            <a:ext cx="618392" cy="61839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C358B4-6650-42DF-F7DB-0186565B3AFA}"/>
              </a:ext>
            </a:extLst>
          </p:cNvPr>
          <p:cNvSpPr/>
          <p:nvPr userDrawn="1"/>
        </p:nvSpPr>
        <p:spPr>
          <a:xfrm>
            <a:off x="15084675" y="517318"/>
            <a:ext cx="338462" cy="338462"/>
          </a:xfrm>
          <a:prstGeom prst="ellipse">
            <a:avLst/>
          </a:prstGeom>
          <a:solidFill>
            <a:srgbClr val="F7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E800A0-B57F-64C8-68AF-07C3362C191C}"/>
              </a:ext>
            </a:extLst>
          </p:cNvPr>
          <p:cNvSpPr/>
          <p:nvPr userDrawn="1"/>
        </p:nvSpPr>
        <p:spPr>
          <a:xfrm>
            <a:off x="15584292" y="517318"/>
            <a:ext cx="338462" cy="338462"/>
          </a:xfrm>
          <a:prstGeom prst="ellipse">
            <a:avLst/>
          </a:prstGeom>
          <a:solidFill>
            <a:srgbClr val="F06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CCCCE4-1B24-8F5C-65AB-FEFDC2EAD640}"/>
              </a:ext>
            </a:extLst>
          </p:cNvPr>
          <p:cNvSpPr/>
          <p:nvPr userDrawn="1"/>
        </p:nvSpPr>
        <p:spPr>
          <a:xfrm>
            <a:off x="16083909" y="517318"/>
            <a:ext cx="338462" cy="338462"/>
          </a:xfrm>
          <a:prstGeom prst="ellipse">
            <a:avLst/>
          </a:prstGeom>
          <a:solidFill>
            <a:srgbClr val="A70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488E1C-701D-172F-EAD6-3EE7CE61AC64}"/>
              </a:ext>
            </a:extLst>
          </p:cNvPr>
          <p:cNvSpPr/>
          <p:nvPr userDrawn="1"/>
        </p:nvSpPr>
        <p:spPr>
          <a:xfrm>
            <a:off x="16583525" y="517318"/>
            <a:ext cx="338462" cy="338462"/>
          </a:xfrm>
          <a:prstGeom prst="ellipse">
            <a:avLst/>
          </a:prstGeom>
          <a:solidFill>
            <a:srgbClr val="720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5EA0FD-8606-2D7B-9A6D-345BAE60D7AF}"/>
              </a:ext>
            </a:extLst>
          </p:cNvPr>
          <p:cNvSpPr txBox="1"/>
          <p:nvPr userDrawn="1"/>
        </p:nvSpPr>
        <p:spPr>
          <a:xfrm>
            <a:off x="15053447" y="10706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Secondary palette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202ADF-E5DA-F733-BD33-F12AFC815A27}"/>
              </a:ext>
            </a:extLst>
          </p:cNvPr>
          <p:cNvSpPr/>
          <p:nvPr userDrawn="1"/>
        </p:nvSpPr>
        <p:spPr>
          <a:xfrm>
            <a:off x="13959929" y="1097294"/>
            <a:ext cx="618392" cy="6183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8F9F5A-D5EA-3C59-89FC-C65483DC5DC0}"/>
              </a:ext>
            </a:extLst>
          </p:cNvPr>
          <p:cNvSpPr/>
          <p:nvPr userDrawn="1"/>
        </p:nvSpPr>
        <p:spPr>
          <a:xfrm>
            <a:off x="15084675" y="1237259"/>
            <a:ext cx="338462" cy="338462"/>
          </a:xfrm>
          <a:prstGeom prst="ellipse">
            <a:avLst/>
          </a:prstGeom>
          <a:solidFill>
            <a:srgbClr val="FBE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56F766F-F56F-0220-857A-15DE67C792A1}"/>
              </a:ext>
            </a:extLst>
          </p:cNvPr>
          <p:cNvSpPr/>
          <p:nvPr userDrawn="1"/>
        </p:nvSpPr>
        <p:spPr>
          <a:xfrm>
            <a:off x="15584292" y="1237259"/>
            <a:ext cx="338462" cy="338462"/>
          </a:xfrm>
          <a:prstGeom prst="ellipse">
            <a:avLst/>
          </a:prstGeom>
          <a:solidFill>
            <a:srgbClr val="F7C2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C89703-31D0-7B6B-8EB3-F07A68E4A484}"/>
              </a:ext>
            </a:extLst>
          </p:cNvPr>
          <p:cNvSpPr/>
          <p:nvPr userDrawn="1"/>
        </p:nvSpPr>
        <p:spPr>
          <a:xfrm>
            <a:off x="16083909" y="1237259"/>
            <a:ext cx="338462" cy="338462"/>
          </a:xfrm>
          <a:prstGeom prst="ellipse">
            <a:avLst/>
          </a:prstGeom>
          <a:solidFill>
            <a:srgbClr val="B27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EDF0C4-9850-3A30-F2ED-4F3D8D644319}"/>
              </a:ext>
            </a:extLst>
          </p:cNvPr>
          <p:cNvSpPr/>
          <p:nvPr userDrawn="1"/>
        </p:nvSpPr>
        <p:spPr>
          <a:xfrm>
            <a:off x="16583525" y="1237259"/>
            <a:ext cx="338462" cy="338462"/>
          </a:xfrm>
          <a:prstGeom prst="ellipse">
            <a:avLst/>
          </a:prstGeom>
          <a:solidFill>
            <a:srgbClr val="794D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ED22C15-4849-AD28-920D-28D93A18C27E}"/>
              </a:ext>
            </a:extLst>
          </p:cNvPr>
          <p:cNvSpPr/>
          <p:nvPr userDrawn="1"/>
        </p:nvSpPr>
        <p:spPr>
          <a:xfrm>
            <a:off x="13959929" y="1817235"/>
            <a:ext cx="618392" cy="618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CC6B8A-FDDC-6878-F207-AB55FCD968FF}"/>
              </a:ext>
            </a:extLst>
          </p:cNvPr>
          <p:cNvSpPr/>
          <p:nvPr userDrawn="1"/>
        </p:nvSpPr>
        <p:spPr>
          <a:xfrm>
            <a:off x="15084675" y="1957200"/>
            <a:ext cx="338462" cy="338462"/>
          </a:xfrm>
          <a:prstGeom prst="ellipse">
            <a:avLst/>
          </a:prstGeom>
          <a:solidFill>
            <a:srgbClr val="B7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53355E-4F3B-D666-D289-DB476912A803}"/>
              </a:ext>
            </a:extLst>
          </p:cNvPr>
          <p:cNvSpPr/>
          <p:nvPr userDrawn="1"/>
        </p:nvSpPr>
        <p:spPr>
          <a:xfrm>
            <a:off x="15584292" y="1957200"/>
            <a:ext cx="338462" cy="338462"/>
          </a:xfrm>
          <a:prstGeom prst="ellipse">
            <a:avLst/>
          </a:prstGeom>
          <a:solidFill>
            <a:srgbClr val="6E8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BB051E-E280-5146-5B92-E11390637AC3}"/>
              </a:ext>
            </a:extLst>
          </p:cNvPr>
          <p:cNvSpPr/>
          <p:nvPr userDrawn="1"/>
        </p:nvSpPr>
        <p:spPr>
          <a:xfrm>
            <a:off x="16083909" y="1957200"/>
            <a:ext cx="338462" cy="338462"/>
          </a:xfrm>
          <a:prstGeom prst="ellipse">
            <a:avLst/>
          </a:prstGeom>
          <a:solidFill>
            <a:srgbClr val="0B31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BD4A8B7-71F0-240D-5765-5C2ACF29F729}"/>
              </a:ext>
            </a:extLst>
          </p:cNvPr>
          <p:cNvSpPr/>
          <p:nvPr userDrawn="1"/>
        </p:nvSpPr>
        <p:spPr>
          <a:xfrm>
            <a:off x="16583525" y="1957200"/>
            <a:ext cx="338462" cy="338462"/>
          </a:xfrm>
          <a:prstGeom prst="ellipse">
            <a:avLst/>
          </a:prstGeom>
          <a:solidFill>
            <a:srgbClr val="072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1B49172-0369-A973-7616-4DF3890D1F5B}"/>
              </a:ext>
            </a:extLst>
          </p:cNvPr>
          <p:cNvSpPr/>
          <p:nvPr userDrawn="1"/>
        </p:nvSpPr>
        <p:spPr>
          <a:xfrm>
            <a:off x="13959929" y="2537176"/>
            <a:ext cx="618392" cy="6183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8DB165-7B30-4CB6-0CC8-0FDDE98AA480}"/>
              </a:ext>
            </a:extLst>
          </p:cNvPr>
          <p:cNvSpPr/>
          <p:nvPr userDrawn="1"/>
        </p:nvSpPr>
        <p:spPr>
          <a:xfrm>
            <a:off x="15084675" y="2677141"/>
            <a:ext cx="338462" cy="338462"/>
          </a:xfrm>
          <a:prstGeom prst="ellipse">
            <a:avLst/>
          </a:prstGeom>
          <a:solidFill>
            <a:srgbClr val="E6B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670530-A8ED-C030-E7EF-F9F3C004C8C4}"/>
              </a:ext>
            </a:extLst>
          </p:cNvPr>
          <p:cNvSpPr/>
          <p:nvPr userDrawn="1"/>
        </p:nvSpPr>
        <p:spPr>
          <a:xfrm>
            <a:off x="15584292" y="2677141"/>
            <a:ext cx="338462" cy="338462"/>
          </a:xfrm>
          <a:prstGeom prst="ellipse">
            <a:avLst/>
          </a:prstGeom>
          <a:solidFill>
            <a:srgbClr val="CD7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9AFA22-AE09-9306-60BF-BFF7A6191005}"/>
              </a:ext>
            </a:extLst>
          </p:cNvPr>
          <p:cNvSpPr/>
          <p:nvPr userDrawn="1"/>
        </p:nvSpPr>
        <p:spPr>
          <a:xfrm>
            <a:off x="16083909" y="2677141"/>
            <a:ext cx="338462" cy="338462"/>
          </a:xfrm>
          <a:prstGeom prst="ellipse">
            <a:avLst/>
          </a:prstGeom>
          <a:solidFill>
            <a:srgbClr val="801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7BCA9C2-3866-4D07-DC98-ADB604BBDEFA}"/>
              </a:ext>
            </a:extLst>
          </p:cNvPr>
          <p:cNvSpPr/>
          <p:nvPr userDrawn="1"/>
        </p:nvSpPr>
        <p:spPr>
          <a:xfrm>
            <a:off x="16583525" y="2677141"/>
            <a:ext cx="338462" cy="338462"/>
          </a:xfrm>
          <a:prstGeom prst="ellipse">
            <a:avLst/>
          </a:prstGeom>
          <a:solidFill>
            <a:srgbClr val="56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3E90D7E-077A-08FA-8727-6A0E7BF5ED5B}"/>
              </a:ext>
            </a:extLst>
          </p:cNvPr>
          <p:cNvSpPr/>
          <p:nvPr userDrawn="1"/>
        </p:nvSpPr>
        <p:spPr>
          <a:xfrm>
            <a:off x="13959929" y="3257117"/>
            <a:ext cx="618392" cy="6183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1457F62-0AE9-4CB7-700B-A2BD95BDFCDA}"/>
              </a:ext>
            </a:extLst>
          </p:cNvPr>
          <p:cNvSpPr/>
          <p:nvPr userDrawn="1"/>
        </p:nvSpPr>
        <p:spPr>
          <a:xfrm>
            <a:off x="15084675" y="3397082"/>
            <a:ext cx="338462" cy="338462"/>
          </a:xfrm>
          <a:prstGeom prst="ellipse">
            <a:avLst/>
          </a:prstGeom>
          <a:solidFill>
            <a:srgbClr val="B2D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5FE08D1-0F7B-6DAD-8ED8-026456A93F45}"/>
              </a:ext>
            </a:extLst>
          </p:cNvPr>
          <p:cNvSpPr/>
          <p:nvPr userDrawn="1"/>
        </p:nvSpPr>
        <p:spPr>
          <a:xfrm>
            <a:off x="15584292" y="3397082"/>
            <a:ext cx="338462" cy="338462"/>
          </a:xfrm>
          <a:prstGeom prst="ellipse">
            <a:avLst/>
          </a:prstGeom>
          <a:solidFill>
            <a:srgbClr val="66C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188487-C33B-2C59-A6A9-2014D87B6290}"/>
              </a:ext>
            </a:extLst>
          </p:cNvPr>
          <p:cNvSpPr/>
          <p:nvPr userDrawn="1"/>
        </p:nvSpPr>
        <p:spPr>
          <a:xfrm>
            <a:off x="16083909" y="3397082"/>
            <a:ext cx="338462" cy="338462"/>
          </a:xfrm>
          <a:prstGeom prst="ellipse">
            <a:avLst/>
          </a:prstGeom>
          <a:solidFill>
            <a:srgbClr val="007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EA93308-F63C-FE46-0AC7-5A5E63DDFF45}"/>
              </a:ext>
            </a:extLst>
          </p:cNvPr>
          <p:cNvSpPr/>
          <p:nvPr userDrawn="1"/>
        </p:nvSpPr>
        <p:spPr>
          <a:xfrm>
            <a:off x="16583525" y="3397082"/>
            <a:ext cx="338462" cy="338462"/>
          </a:xfrm>
          <a:prstGeom prst="ellipse">
            <a:avLst/>
          </a:prstGeom>
          <a:solidFill>
            <a:srgbClr val="004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C52CBD7-0299-DD59-D33C-12B74A793F04}"/>
              </a:ext>
            </a:extLst>
          </p:cNvPr>
          <p:cNvSpPr/>
          <p:nvPr userDrawn="1"/>
        </p:nvSpPr>
        <p:spPr>
          <a:xfrm>
            <a:off x="13959929" y="3977058"/>
            <a:ext cx="618392" cy="6183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DE5F3ED-9A80-AE3D-3F13-209D2586A814}"/>
              </a:ext>
            </a:extLst>
          </p:cNvPr>
          <p:cNvSpPr/>
          <p:nvPr userDrawn="1"/>
        </p:nvSpPr>
        <p:spPr>
          <a:xfrm>
            <a:off x="15084675" y="4117023"/>
            <a:ext cx="338462" cy="338462"/>
          </a:xfrm>
          <a:prstGeom prst="ellipse">
            <a:avLst/>
          </a:prstGeom>
          <a:solidFill>
            <a:srgbClr val="D0B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BFA23D-85BB-60E5-6E74-5428BAC6F53C}"/>
              </a:ext>
            </a:extLst>
          </p:cNvPr>
          <p:cNvSpPr/>
          <p:nvPr userDrawn="1"/>
        </p:nvSpPr>
        <p:spPr>
          <a:xfrm>
            <a:off x="15584292" y="4117023"/>
            <a:ext cx="338462" cy="338462"/>
          </a:xfrm>
          <a:prstGeom prst="ellipse">
            <a:avLst/>
          </a:prstGeom>
          <a:solidFill>
            <a:srgbClr val="A17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B25A13E-AF98-498E-C8A3-057620C27913}"/>
              </a:ext>
            </a:extLst>
          </p:cNvPr>
          <p:cNvSpPr/>
          <p:nvPr userDrawn="1"/>
        </p:nvSpPr>
        <p:spPr>
          <a:xfrm>
            <a:off x="16083909" y="4117023"/>
            <a:ext cx="338462" cy="338462"/>
          </a:xfrm>
          <a:prstGeom prst="ellipse">
            <a:avLst/>
          </a:prstGeom>
          <a:solidFill>
            <a:srgbClr val="381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34CD6F-484E-815B-CA53-10916050DFF3}"/>
              </a:ext>
            </a:extLst>
          </p:cNvPr>
          <p:cNvSpPr/>
          <p:nvPr userDrawn="1"/>
        </p:nvSpPr>
        <p:spPr>
          <a:xfrm>
            <a:off x="16583525" y="4117023"/>
            <a:ext cx="338462" cy="338462"/>
          </a:xfrm>
          <a:prstGeom prst="ellipse">
            <a:avLst/>
          </a:prstGeom>
          <a:solidFill>
            <a:srgbClr val="250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16CEBA-FCEA-5ABC-C871-6635DA7ADEB7}"/>
              </a:ext>
            </a:extLst>
          </p:cNvPr>
          <p:cNvSpPr/>
          <p:nvPr userDrawn="1"/>
        </p:nvSpPr>
        <p:spPr>
          <a:xfrm>
            <a:off x="13959929" y="4652930"/>
            <a:ext cx="618392" cy="618392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8AC72E-5AB9-5A8F-D5A0-FD9D88ACDE49}"/>
              </a:ext>
            </a:extLst>
          </p:cNvPr>
          <p:cNvSpPr/>
          <p:nvPr userDrawn="1"/>
        </p:nvSpPr>
        <p:spPr>
          <a:xfrm>
            <a:off x="15084675" y="4836963"/>
            <a:ext cx="338462" cy="338462"/>
          </a:xfrm>
          <a:prstGeom prst="ellipse">
            <a:avLst/>
          </a:prstGeom>
          <a:solidFill>
            <a:srgbClr val="B2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F34CC11-3A9E-C153-DB86-2AFBD72D73C0}"/>
              </a:ext>
            </a:extLst>
          </p:cNvPr>
          <p:cNvSpPr/>
          <p:nvPr userDrawn="1"/>
        </p:nvSpPr>
        <p:spPr>
          <a:xfrm>
            <a:off x="15584292" y="4836963"/>
            <a:ext cx="338462" cy="338462"/>
          </a:xfrm>
          <a:prstGeom prst="ellipse">
            <a:avLst/>
          </a:prstGeom>
          <a:solidFill>
            <a:srgbClr val="66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55AA903-A689-254A-D5BC-06CFAACFCCBD}"/>
              </a:ext>
            </a:extLst>
          </p:cNvPr>
          <p:cNvSpPr/>
          <p:nvPr userDrawn="1"/>
        </p:nvSpPr>
        <p:spPr>
          <a:xfrm>
            <a:off x="16083909" y="4836963"/>
            <a:ext cx="338462" cy="338462"/>
          </a:xfrm>
          <a:prstGeom prst="ellipse">
            <a:avLst/>
          </a:prstGeom>
          <a:solidFill>
            <a:srgbClr val="005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DF0B7B-EA2F-016E-EEED-6461E0D8F964}"/>
              </a:ext>
            </a:extLst>
          </p:cNvPr>
          <p:cNvSpPr/>
          <p:nvPr userDrawn="1"/>
        </p:nvSpPr>
        <p:spPr>
          <a:xfrm>
            <a:off x="16583525" y="4836963"/>
            <a:ext cx="338462" cy="338462"/>
          </a:xfrm>
          <a:prstGeom prst="ellipse">
            <a:avLst/>
          </a:prstGeom>
          <a:solidFill>
            <a:srgbClr val="003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2CDCD5-EF99-5724-3EF0-B70A0511E2FD}"/>
              </a:ext>
            </a:extLst>
          </p:cNvPr>
          <p:cNvSpPr txBox="1"/>
          <p:nvPr userDrawn="1"/>
        </p:nvSpPr>
        <p:spPr>
          <a:xfrm>
            <a:off x="13920953" y="5707924"/>
            <a:ext cx="195089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b="1"/>
              <a:t>Product Group Colors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466044F-5F3D-655E-099E-BAE674690F98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5583284"/>
            <a:ext cx="31097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010A0D8-77FF-6485-6777-A9DC71B7D683}"/>
              </a:ext>
            </a:extLst>
          </p:cNvPr>
          <p:cNvCxnSpPr>
            <a:cxnSpLocks/>
          </p:cNvCxnSpPr>
          <p:nvPr userDrawn="1"/>
        </p:nvCxnSpPr>
        <p:spPr>
          <a:xfrm>
            <a:off x="13920953" y="0"/>
            <a:ext cx="9077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68CD53E-4FDC-CF6D-33E4-786BD02D23DF}"/>
              </a:ext>
            </a:extLst>
          </p:cNvPr>
          <p:cNvCxnSpPr>
            <a:cxnSpLocks/>
          </p:cNvCxnSpPr>
          <p:nvPr userDrawn="1"/>
        </p:nvCxnSpPr>
        <p:spPr>
          <a:xfrm>
            <a:off x="15040681" y="0"/>
            <a:ext cx="1963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A8D1FAF9-5053-300B-1081-EA0BB86EE75F}"/>
              </a:ext>
            </a:extLst>
          </p:cNvPr>
          <p:cNvSpPr/>
          <p:nvPr userDrawn="1"/>
        </p:nvSpPr>
        <p:spPr>
          <a:xfrm>
            <a:off x="14716831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 Next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8A214D-15D1-7BD5-ED25-F15430B17B2E}"/>
              </a:ext>
            </a:extLst>
          </p:cNvPr>
          <p:cNvSpPr/>
          <p:nvPr userDrawn="1"/>
        </p:nvSpPr>
        <p:spPr>
          <a:xfrm>
            <a:off x="14804987" y="6024739"/>
            <a:ext cx="338462" cy="3384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3F76382-C6A5-F3C2-8CD3-93A41A742D45}"/>
              </a:ext>
            </a:extLst>
          </p:cNvPr>
          <p:cNvSpPr/>
          <p:nvPr userDrawn="1"/>
        </p:nvSpPr>
        <p:spPr>
          <a:xfrm>
            <a:off x="1384386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Distributed Cloud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DF109FC-762C-2BB8-7A09-4FC596016ADB}"/>
              </a:ext>
            </a:extLst>
          </p:cNvPr>
          <p:cNvSpPr/>
          <p:nvPr userDrawn="1"/>
        </p:nvSpPr>
        <p:spPr>
          <a:xfrm>
            <a:off x="15568415" y="6388493"/>
            <a:ext cx="91440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BIG-IP</a:t>
            </a: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184DA559-750F-1563-A34A-225B7F8EF601}"/>
              </a:ext>
            </a:extLst>
          </p:cNvPr>
          <p:cNvSpPr/>
          <p:nvPr userDrawn="1"/>
        </p:nvSpPr>
        <p:spPr>
          <a:xfrm>
            <a:off x="13916887" y="6024739"/>
            <a:ext cx="338462" cy="3384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46184793-43D0-FA39-0194-D7991C504282}"/>
              </a:ext>
            </a:extLst>
          </p:cNvPr>
          <p:cNvSpPr/>
          <p:nvPr userDrawn="1"/>
        </p:nvSpPr>
        <p:spPr>
          <a:xfrm>
            <a:off x="15702617" y="6024739"/>
            <a:ext cx="338462" cy="3384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194C64-E4D0-AD20-29E4-B80E7CEA1DAE}"/>
              </a:ext>
            </a:extLst>
          </p:cNvPr>
          <p:cNvSpPr/>
          <p:nvPr userDrawn="1"/>
        </p:nvSpPr>
        <p:spPr>
          <a:xfrm>
            <a:off x="16491659" y="6388493"/>
            <a:ext cx="822960" cy="347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kern="100">
                <a:solidFill>
                  <a:schemeClr val="tx1"/>
                </a:solidFill>
                <a:latin typeface="+mn-lt"/>
              </a:rPr>
              <a:t>NGINX 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DE17A270-B433-4B5C-A472-D7520920A723}"/>
              </a:ext>
            </a:extLst>
          </p:cNvPr>
          <p:cNvSpPr/>
          <p:nvPr userDrawn="1"/>
        </p:nvSpPr>
        <p:spPr>
          <a:xfrm>
            <a:off x="16590717" y="6024739"/>
            <a:ext cx="338462" cy="338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2401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8" r:id="rId19"/>
    <p:sldLayoutId id="2147483789" r:id="rId20"/>
    <p:sldLayoutId id="2147483790" r:id="rId21"/>
    <p:sldLayoutId id="2147483791" r:id="rId22"/>
    <p:sldLayoutId id="2147483792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  <p:sldLayoutId id="2147483807" r:id="rId38"/>
    <p:sldLayoutId id="2147483808" r:id="rId39"/>
    <p:sldLayoutId id="2147483809" r:id="rId40"/>
    <p:sldLayoutId id="2147483810" r:id="rId41"/>
    <p:sldLayoutId id="2147483811" r:id="rId42"/>
    <p:sldLayoutId id="2147483812" r:id="rId43"/>
    <p:sldLayoutId id="2147483813" r:id="rId44"/>
    <p:sldLayoutId id="2147483814" r:id="rId45"/>
    <p:sldLayoutId id="2147483815" r:id="rId46"/>
    <p:sldLayoutId id="2147483816" r:id="rId47"/>
    <p:sldLayoutId id="2147483817" r:id="rId48"/>
    <p:sldLayoutId id="2147483818" r:id="rId49"/>
    <p:sldLayoutId id="2147483819" r:id="rId50"/>
    <p:sldLayoutId id="2147483820" r:id="rId51"/>
    <p:sldLayoutId id="2147483821" r:id="rId52"/>
    <p:sldLayoutId id="2147483822" r:id="rId53"/>
    <p:sldLayoutId id="2147483823" r:id="rId54"/>
    <p:sldLayoutId id="2147483824" r:id="rId55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None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576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4008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  <p15:guide id="8" orient="horz" pos="3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03DE5-C6DB-7524-4AFC-34B7BC34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98">
            <a:hlinkClick r:id="" action="ppaction://noaction"/>
            <a:extLst>
              <a:ext uri="{FF2B5EF4-FFF2-40B4-BE49-F238E27FC236}">
                <a16:creationId xmlns:a16="http://schemas.microsoft.com/office/drawing/2014/main" id="{A32BFC14-8A88-190B-7668-F4B9A864F690}"/>
              </a:ext>
            </a:extLst>
          </p:cNvPr>
          <p:cNvSpPr/>
          <p:nvPr/>
        </p:nvSpPr>
        <p:spPr>
          <a:xfrm>
            <a:off x="7658513" y="2086696"/>
            <a:ext cx="1208963" cy="1143643"/>
          </a:xfrm>
          <a:custGeom>
            <a:avLst/>
            <a:gdLst>
              <a:gd name="connsiteX0" fmla="*/ 1208963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3 w 1208963"/>
              <a:gd name="connsiteY3" fmla="*/ 0 h 1143643"/>
              <a:gd name="connsiteX4" fmla="*/ 1208963 w 1208963"/>
              <a:gd name="connsiteY4" fmla="*/ 1143643 h 1143643"/>
              <a:gd name="connsiteX5" fmla="*/ 11132 w 1208963"/>
              <a:gd name="connsiteY5" fmla="*/ 1133621 h 1143643"/>
              <a:gd name="connsiteX6" fmla="*/ 1198945 w 1208963"/>
              <a:gd name="connsiteY6" fmla="*/ 1133621 h 1143643"/>
              <a:gd name="connsiteX7" fmla="*/ 1198945 w 1208963"/>
              <a:gd name="connsiteY7" fmla="*/ 11136 h 1143643"/>
              <a:gd name="connsiteX8" fmla="*/ 11132 w 1208963"/>
              <a:gd name="connsiteY8" fmla="*/ 11136 h 1143643"/>
              <a:gd name="connsiteX9" fmla="*/ 11132 w 1208963"/>
              <a:gd name="connsiteY9" fmla="*/ 1133621 h 1143643"/>
              <a:gd name="connsiteX10" fmla="*/ 11132 w 1208963"/>
              <a:gd name="connsiteY10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8963" h="1143643">
                <a:moveTo>
                  <a:pt x="1208963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3" y="0"/>
                </a:lnTo>
                <a:lnTo>
                  <a:pt x="1208963" y="1143643"/>
                </a:lnTo>
                <a:close/>
                <a:moveTo>
                  <a:pt x="11132" y="1133621"/>
                </a:moveTo>
                <a:lnTo>
                  <a:pt x="1198945" y="1133621"/>
                </a:lnTo>
                <a:lnTo>
                  <a:pt x="119894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Freeform 888">
            <a:extLst>
              <a:ext uri="{FF2B5EF4-FFF2-40B4-BE49-F238E27FC236}">
                <a16:creationId xmlns:a16="http://schemas.microsoft.com/office/drawing/2014/main" id="{E90B2D13-FB3D-6147-DED4-7EB3FBE6BE20}"/>
              </a:ext>
            </a:extLst>
          </p:cNvPr>
          <p:cNvSpPr/>
          <p:nvPr/>
        </p:nvSpPr>
        <p:spPr>
          <a:xfrm>
            <a:off x="5656732" y="5226385"/>
            <a:ext cx="454196" cy="465474"/>
          </a:xfrm>
          <a:custGeom>
            <a:avLst/>
            <a:gdLst>
              <a:gd name="connsiteX0" fmla="*/ 454197 w 454196"/>
              <a:gd name="connsiteY0" fmla="*/ 139197 h 465474"/>
              <a:gd name="connsiteX1" fmla="*/ 454197 w 454196"/>
              <a:gd name="connsiteY1" fmla="*/ 139197 h 465474"/>
              <a:gd name="connsiteX2" fmla="*/ 331742 w 454196"/>
              <a:gd name="connsiteY2" fmla="*/ 71269 h 465474"/>
              <a:gd name="connsiteX3" fmla="*/ 331742 w 454196"/>
              <a:gd name="connsiteY3" fmla="*/ 32294 h 465474"/>
              <a:gd name="connsiteX4" fmla="*/ 326176 w 454196"/>
              <a:gd name="connsiteY4" fmla="*/ 26726 h 465474"/>
              <a:gd name="connsiteX5" fmla="*/ 141380 w 454196"/>
              <a:gd name="connsiteY5" fmla="*/ 26726 h 465474"/>
              <a:gd name="connsiteX6" fmla="*/ 110210 w 454196"/>
              <a:gd name="connsiteY6" fmla="*/ 0 h 465474"/>
              <a:gd name="connsiteX7" fmla="*/ 77926 w 454196"/>
              <a:gd name="connsiteY7" fmla="*/ 32294 h 465474"/>
              <a:gd name="connsiteX8" fmla="*/ 110210 w 454196"/>
              <a:gd name="connsiteY8" fmla="*/ 64587 h 465474"/>
              <a:gd name="connsiteX9" fmla="*/ 141380 w 454196"/>
              <a:gd name="connsiteY9" fmla="*/ 37862 h 465474"/>
              <a:gd name="connsiteX10" fmla="*/ 320610 w 454196"/>
              <a:gd name="connsiteY10" fmla="*/ 37862 h 465474"/>
              <a:gd name="connsiteX11" fmla="*/ 320610 w 454196"/>
              <a:gd name="connsiteY11" fmla="*/ 71269 h 465474"/>
              <a:gd name="connsiteX12" fmla="*/ 198155 w 454196"/>
              <a:gd name="connsiteY12" fmla="*/ 139197 h 465474"/>
              <a:gd name="connsiteX13" fmla="*/ 198155 w 454196"/>
              <a:gd name="connsiteY13" fmla="*/ 142538 h 465474"/>
              <a:gd name="connsiteX14" fmla="*/ 198155 w 454196"/>
              <a:gd name="connsiteY14" fmla="*/ 142538 h 465474"/>
              <a:gd name="connsiteX15" fmla="*/ 198155 w 454196"/>
              <a:gd name="connsiteY15" fmla="*/ 160355 h 465474"/>
              <a:gd name="connsiteX16" fmla="*/ 63454 w 454196"/>
              <a:gd name="connsiteY16" fmla="*/ 160355 h 465474"/>
              <a:gd name="connsiteX17" fmla="*/ 32284 w 454196"/>
              <a:gd name="connsiteY17" fmla="*/ 133629 h 465474"/>
              <a:gd name="connsiteX18" fmla="*/ 0 w 454196"/>
              <a:gd name="connsiteY18" fmla="*/ 165923 h 465474"/>
              <a:gd name="connsiteX19" fmla="*/ 32284 w 454196"/>
              <a:gd name="connsiteY19" fmla="*/ 198217 h 465474"/>
              <a:gd name="connsiteX20" fmla="*/ 63454 w 454196"/>
              <a:gd name="connsiteY20" fmla="*/ 171491 h 465474"/>
              <a:gd name="connsiteX21" fmla="*/ 198155 w 454196"/>
              <a:gd name="connsiteY21" fmla="*/ 171491 h 465474"/>
              <a:gd name="connsiteX22" fmla="*/ 198155 w 454196"/>
              <a:gd name="connsiteY22" fmla="*/ 293984 h 465474"/>
              <a:gd name="connsiteX23" fmla="*/ 63454 w 454196"/>
              <a:gd name="connsiteY23" fmla="*/ 293984 h 465474"/>
              <a:gd name="connsiteX24" fmla="*/ 32284 w 454196"/>
              <a:gd name="connsiteY24" fmla="*/ 267258 h 465474"/>
              <a:gd name="connsiteX25" fmla="*/ 0 w 454196"/>
              <a:gd name="connsiteY25" fmla="*/ 299552 h 465474"/>
              <a:gd name="connsiteX26" fmla="*/ 32284 w 454196"/>
              <a:gd name="connsiteY26" fmla="*/ 331846 h 465474"/>
              <a:gd name="connsiteX27" fmla="*/ 63454 w 454196"/>
              <a:gd name="connsiteY27" fmla="*/ 305120 h 465474"/>
              <a:gd name="connsiteX28" fmla="*/ 198155 w 454196"/>
              <a:gd name="connsiteY28" fmla="*/ 305120 h 465474"/>
              <a:gd name="connsiteX29" fmla="*/ 198155 w 454196"/>
              <a:gd name="connsiteY29" fmla="*/ 326278 h 465474"/>
              <a:gd name="connsiteX30" fmla="*/ 320610 w 454196"/>
              <a:gd name="connsiteY30" fmla="*/ 394206 h 465474"/>
              <a:gd name="connsiteX31" fmla="*/ 320610 w 454196"/>
              <a:gd name="connsiteY31" fmla="*/ 427613 h 465474"/>
              <a:gd name="connsiteX32" fmla="*/ 141380 w 454196"/>
              <a:gd name="connsiteY32" fmla="*/ 427613 h 465474"/>
              <a:gd name="connsiteX33" fmla="*/ 110210 w 454196"/>
              <a:gd name="connsiteY33" fmla="*/ 400888 h 465474"/>
              <a:gd name="connsiteX34" fmla="*/ 77926 w 454196"/>
              <a:gd name="connsiteY34" fmla="*/ 433181 h 465474"/>
              <a:gd name="connsiteX35" fmla="*/ 110210 w 454196"/>
              <a:gd name="connsiteY35" fmla="*/ 465475 h 465474"/>
              <a:gd name="connsiteX36" fmla="*/ 141380 w 454196"/>
              <a:gd name="connsiteY36" fmla="*/ 438749 h 465474"/>
              <a:gd name="connsiteX37" fmla="*/ 326176 w 454196"/>
              <a:gd name="connsiteY37" fmla="*/ 438749 h 465474"/>
              <a:gd name="connsiteX38" fmla="*/ 331742 w 454196"/>
              <a:gd name="connsiteY38" fmla="*/ 433181 h 465474"/>
              <a:gd name="connsiteX39" fmla="*/ 331742 w 454196"/>
              <a:gd name="connsiteY39" fmla="*/ 394206 h 465474"/>
              <a:gd name="connsiteX40" fmla="*/ 454197 w 454196"/>
              <a:gd name="connsiteY40" fmla="*/ 326278 h 465474"/>
              <a:gd name="connsiteX41" fmla="*/ 454197 w 454196"/>
              <a:gd name="connsiteY41" fmla="*/ 281735 h 465474"/>
              <a:gd name="connsiteX42" fmla="*/ 454197 w 454196"/>
              <a:gd name="connsiteY42" fmla="*/ 281735 h 465474"/>
              <a:gd name="connsiteX43" fmla="*/ 454197 w 454196"/>
              <a:gd name="connsiteY43" fmla="*/ 276167 h 465474"/>
              <a:gd name="connsiteX44" fmla="*/ 454197 w 454196"/>
              <a:gd name="connsiteY44" fmla="*/ 276167 h 465474"/>
              <a:gd name="connsiteX45" fmla="*/ 454197 w 454196"/>
              <a:gd name="connsiteY45" fmla="*/ 216034 h 465474"/>
              <a:gd name="connsiteX46" fmla="*/ 454197 w 454196"/>
              <a:gd name="connsiteY46" fmla="*/ 216034 h 465474"/>
              <a:gd name="connsiteX47" fmla="*/ 454197 w 454196"/>
              <a:gd name="connsiteY47" fmla="*/ 210466 h 465474"/>
              <a:gd name="connsiteX48" fmla="*/ 454197 w 454196"/>
              <a:gd name="connsiteY48" fmla="*/ 210466 h 465474"/>
              <a:gd name="connsiteX49" fmla="*/ 454197 w 454196"/>
              <a:gd name="connsiteY49" fmla="*/ 139197 h 465474"/>
              <a:gd name="connsiteX50" fmla="*/ 454197 w 454196"/>
              <a:gd name="connsiteY50" fmla="*/ 139197 h 465474"/>
              <a:gd name="connsiteX51" fmla="*/ 454197 w 454196"/>
              <a:gd name="connsiteY51" fmla="*/ 139197 h 465474"/>
              <a:gd name="connsiteX52" fmla="*/ 110210 w 454196"/>
              <a:gd name="connsiteY52" fmla="*/ 53452 h 465474"/>
              <a:gd name="connsiteX53" fmla="*/ 89058 w 454196"/>
              <a:gd name="connsiteY53" fmla="*/ 32294 h 465474"/>
              <a:gd name="connsiteX54" fmla="*/ 110210 w 454196"/>
              <a:gd name="connsiteY54" fmla="*/ 11136 h 465474"/>
              <a:gd name="connsiteX55" fmla="*/ 131361 w 454196"/>
              <a:gd name="connsiteY55" fmla="*/ 32294 h 465474"/>
              <a:gd name="connsiteX56" fmla="*/ 110210 w 454196"/>
              <a:gd name="connsiteY56" fmla="*/ 53452 h 465474"/>
              <a:gd name="connsiteX57" fmla="*/ 32284 w 454196"/>
              <a:gd name="connsiteY57" fmla="*/ 187081 h 465474"/>
              <a:gd name="connsiteX58" fmla="*/ 11132 w 454196"/>
              <a:gd name="connsiteY58" fmla="*/ 165923 h 465474"/>
              <a:gd name="connsiteX59" fmla="*/ 32284 w 454196"/>
              <a:gd name="connsiteY59" fmla="*/ 144765 h 465474"/>
              <a:gd name="connsiteX60" fmla="*/ 53435 w 454196"/>
              <a:gd name="connsiteY60" fmla="*/ 165923 h 465474"/>
              <a:gd name="connsiteX61" fmla="*/ 32284 w 454196"/>
              <a:gd name="connsiteY61" fmla="*/ 187081 h 465474"/>
              <a:gd name="connsiteX62" fmla="*/ 32284 w 454196"/>
              <a:gd name="connsiteY62" fmla="*/ 320710 h 465474"/>
              <a:gd name="connsiteX63" fmla="*/ 11132 w 454196"/>
              <a:gd name="connsiteY63" fmla="*/ 299552 h 465474"/>
              <a:gd name="connsiteX64" fmla="*/ 32284 w 454196"/>
              <a:gd name="connsiteY64" fmla="*/ 278394 h 465474"/>
              <a:gd name="connsiteX65" fmla="*/ 53435 w 454196"/>
              <a:gd name="connsiteY65" fmla="*/ 299552 h 465474"/>
              <a:gd name="connsiteX66" fmla="*/ 32284 w 454196"/>
              <a:gd name="connsiteY66" fmla="*/ 320710 h 465474"/>
              <a:gd name="connsiteX67" fmla="*/ 110210 w 454196"/>
              <a:gd name="connsiteY67" fmla="*/ 454339 h 465474"/>
              <a:gd name="connsiteX68" fmla="*/ 89058 w 454196"/>
              <a:gd name="connsiteY68" fmla="*/ 433181 h 465474"/>
              <a:gd name="connsiteX69" fmla="*/ 110210 w 454196"/>
              <a:gd name="connsiteY69" fmla="*/ 412023 h 465474"/>
              <a:gd name="connsiteX70" fmla="*/ 131361 w 454196"/>
              <a:gd name="connsiteY70" fmla="*/ 433181 h 465474"/>
              <a:gd name="connsiteX71" fmla="*/ 110210 w 454196"/>
              <a:gd name="connsiteY71" fmla="*/ 454339 h 465474"/>
              <a:gd name="connsiteX72" fmla="*/ 209287 w 454196"/>
              <a:gd name="connsiteY72" fmla="*/ 167036 h 465474"/>
              <a:gd name="connsiteX73" fmla="*/ 326176 w 454196"/>
              <a:gd name="connsiteY73" fmla="*/ 207125 h 465474"/>
              <a:gd name="connsiteX74" fmla="*/ 443065 w 454196"/>
              <a:gd name="connsiteY74" fmla="*/ 167036 h 465474"/>
              <a:gd name="connsiteX75" fmla="*/ 443065 w 454196"/>
              <a:gd name="connsiteY75" fmla="*/ 201557 h 465474"/>
              <a:gd name="connsiteX76" fmla="*/ 443065 w 454196"/>
              <a:gd name="connsiteY76" fmla="*/ 201557 h 465474"/>
              <a:gd name="connsiteX77" fmla="*/ 326176 w 454196"/>
              <a:gd name="connsiteY77" fmla="*/ 258350 h 465474"/>
              <a:gd name="connsiteX78" fmla="*/ 209287 w 454196"/>
              <a:gd name="connsiteY78" fmla="*/ 201557 h 465474"/>
              <a:gd name="connsiteX79" fmla="*/ 209287 w 454196"/>
              <a:gd name="connsiteY79" fmla="*/ 201557 h 465474"/>
              <a:gd name="connsiteX80" fmla="*/ 209287 w 454196"/>
              <a:gd name="connsiteY80" fmla="*/ 167036 h 465474"/>
              <a:gd name="connsiteX81" fmla="*/ 209287 w 454196"/>
              <a:gd name="connsiteY81" fmla="*/ 167036 h 465474"/>
              <a:gd name="connsiteX82" fmla="*/ 209287 w 454196"/>
              <a:gd name="connsiteY82" fmla="*/ 229397 h 465474"/>
              <a:gd name="connsiteX83" fmla="*/ 326176 w 454196"/>
              <a:gd name="connsiteY83" fmla="*/ 269486 h 465474"/>
              <a:gd name="connsiteX84" fmla="*/ 443065 w 454196"/>
              <a:gd name="connsiteY84" fmla="*/ 229397 h 465474"/>
              <a:gd name="connsiteX85" fmla="*/ 443065 w 454196"/>
              <a:gd name="connsiteY85" fmla="*/ 263918 h 465474"/>
              <a:gd name="connsiteX86" fmla="*/ 443065 w 454196"/>
              <a:gd name="connsiteY86" fmla="*/ 263918 h 465474"/>
              <a:gd name="connsiteX87" fmla="*/ 326176 w 454196"/>
              <a:gd name="connsiteY87" fmla="*/ 320710 h 465474"/>
              <a:gd name="connsiteX88" fmla="*/ 209287 w 454196"/>
              <a:gd name="connsiteY88" fmla="*/ 263918 h 465474"/>
              <a:gd name="connsiteX89" fmla="*/ 209287 w 454196"/>
              <a:gd name="connsiteY89" fmla="*/ 263918 h 465474"/>
              <a:gd name="connsiteX90" fmla="*/ 209287 w 454196"/>
              <a:gd name="connsiteY90" fmla="*/ 229397 h 465474"/>
              <a:gd name="connsiteX91" fmla="*/ 209287 w 454196"/>
              <a:gd name="connsiteY91" fmla="*/ 229397 h 465474"/>
              <a:gd name="connsiteX92" fmla="*/ 320610 w 454196"/>
              <a:gd name="connsiteY92" fmla="*/ 82405 h 465474"/>
              <a:gd name="connsiteX93" fmla="*/ 320610 w 454196"/>
              <a:gd name="connsiteY93" fmla="*/ 132516 h 465474"/>
              <a:gd name="connsiteX94" fmla="*/ 326176 w 454196"/>
              <a:gd name="connsiteY94" fmla="*/ 138084 h 465474"/>
              <a:gd name="connsiteX95" fmla="*/ 331742 w 454196"/>
              <a:gd name="connsiteY95" fmla="*/ 132516 h 465474"/>
              <a:gd name="connsiteX96" fmla="*/ 331742 w 454196"/>
              <a:gd name="connsiteY96" fmla="*/ 82405 h 465474"/>
              <a:gd name="connsiteX97" fmla="*/ 443065 w 454196"/>
              <a:gd name="connsiteY97" fmla="*/ 139197 h 465474"/>
              <a:gd name="connsiteX98" fmla="*/ 326176 w 454196"/>
              <a:gd name="connsiteY98" fmla="*/ 195989 h 465474"/>
              <a:gd name="connsiteX99" fmla="*/ 209287 w 454196"/>
              <a:gd name="connsiteY99" fmla="*/ 139197 h 465474"/>
              <a:gd name="connsiteX100" fmla="*/ 320610 w 454196"/>
              <a:gd name="connsiteY100" fmla="*/ 82405 h 465474"/>
              <a:gd name="connsiteX101" fmla="*/ 326176 w 454196"/>
              <a:gd name="connsiteY101" fmla="*/ 383070 h 465474"/>
              <a:gd name="connsiteX102" fmla="*/ 209287 w 454196"/>
              <a:gd name="connsiteY102" fmla="*/ 326278 h 465474"/>
              <a:gd name="connsiteX103" fmla="*/ 209287 w 454196"/>
              <a:gd name="connsiteY103" fmla="*/ 291757 h 465474"/>
              <a:gd name="connsiteX104" fmla="*/ 326176 w 454196"/>
              <a:gd name="connsiteY104" fmla="*/ 331846 h 465474"/>
              <a:gd name="connsiteX105" fmla="*/ 443065 w 454196"/>
              <a:gd name="connsiteY105" fmla="*/ 291757 h 465474"/>
              <a:gd name="connsiteX106" fmla="*/ 443065 w 454196"/>
              <a:gd name="connsiteY106" fmla="*/ 326278 h 465474"/>
              <a:gd name="connsiteX107" fmla="*/ 326176 w 454196"/>
              <a:gd name="connsiteY107" fmla="*/ 383070 h 46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454196" h="465474">
                <a:moveTo>
                  <a:pt x="454197" y="139197"/>
                </a:moveTo>
                <a:lnTo>
                  <a:pt x="454197" y="139197"/>
                </a:lnTo>
                <a:cubicBezTo>
                  <a:pt x="454197" y="102449"/>
                  <a:pt x="400761" y="73496"/>
                  <a:pt x="331742" y="71269"/>
                </a:cubicBezTo>
                <a:lnTo>
                  <a:pt x="331742" y="32294"/>
                </a:lnTo>
                <a:cubicBezTo>
                  <a:pt x="331742" y="28953"/>
                  <a:pt x="329515" y="26726"/>
                  <a:pt x="326176" y="26726"/>
                </a:cubicBezTo>
                <a:lnTo>
                  <a:pt x="141380" y="26726"/>
                </a:lnTo>
                <a:cubicBezTo>
                  <a:pt x="139153" y="12249"/>
                  <a:pt x="125795" y="0"/>
                  <a:pt x="110210" y="0"/>
                </a:cubicBezTo>
                <a:cubicBezTo>
                  <a:pt x="92398" y="0"/>
                  <a:pt x="77926" y="14476"/>
                  <a:pt x="77926" y="32294"/>
                </a:cubicBezTo>
                <a:cubicBezTo>
                  <a:pt x="77926" y="50111"/>
                  <a:pt x="92398" y="64587"/>
                  <a:pt x="110210" y="64587"/>
                </a:cubicBezTo>
                <a:cubicBezTo>
                  <a:pt x="125795" y="64587"/>
                  <a:pt x="139153" y="53452"/>
                  <a:pt x="141380" y="37862"/>
                </a:cubicBezTo>
                <a:lnTo>
                  <a:pt x="320610" y="37862"/>
                </a:lnTo>
                <a:lnTo>
                  <a:pt x="320610" y="71269"/>
                </a:lnTo>
                <a:cubicBezTo>
                  <a:pt x="251590" y="72382"/>
                  <a:pt x="198155" y="102449"/>
                  <a:pt x="198155" y="139197"/>
                </a:cubicBezTo>
                <a:lnTo>
                  <a:pt x="198155" y="142538"/>
                </a:lnTo>
                <a:lnTo>
                  <a:pt x="198155" y="142538"/>
                </a:lnTo>
                <a:lnTo>
                  <a:pt x="198155" y="160355"/>
                </a:lnTo>
                <a:lnTo>
                  <a:pt x="63454" y="160355"/>
                </a:lnTo>
                <a:cubicBezTo>
                  <a:pt x="61227" y="145879"/>
                  <a:pt x="47869" y="133629"/>
                  <a:pt x="32284" y="133629"/>
                </a:cubicBezTo>
                <a:cubicBezTo>
                  <a:pt x="14472" y="133629"/>
                  <a:pt x="0" y="148106"/>
                  <a:pt x="0" y="165923"/>
                </a:cubicBezTo>
                <a:cubicBezTo>
                  <a:pt x="0" y="183740"/>
                  <a:pt x="14472" y="198217"/>
                  <a:pt x="32284" y="198217"/>
                </a:cubicBezTo>
                <a:cubicBezTo>
                  <a:pt x="47869" y="198217"/>
                  <a:pt x="61227" y="187081"/>
                  <a:pt x="63454" y="171491"/>
                </a:cubicBezTo>
                <a:lnTo>
                  <a:pt x="198155" y="171491"/>
                </a:lnTo>
                <a:lnTo>
                  <a:pt x="198155" y="293984"/>
                </a:lnTo>
                <a:lnTo>
                  <a:pt x="63454" y="293984"/>
                </a:lnTo>
                <a:cubicBezTo>
                  <a:pt x="61227" y="279508"/>
                  <a:pt x="47869" y="267258"/>
                  <a:pt x="32284" y="267258"/>
                </a:cubicBezTo>
                <a:cubicBezTo>
                  <a:pt x="14472" y="267258"/>
                  <a:pt x="0" y="281735"/>
                  <a:pt x="0" y="299552"/>
                </a:cubicBezTo>
                <a:cubicBezTo>
                  <a:pt x="0" y="317369"/>
                  <a:pt x="14472" y="331846"/>
                  <a:pt x="32284" y="331846"/>
                </a:cubicBezTo>
                <a:cubicBezTo>
                  <a:pt x="47869" y="331846"/>
                  <a:pt x="61227" y="320710"/>
                  <a:pt x="63454" y="305120"/>
                </a:cubicBezTo>
                <a:lnTo>
                  <a:pt x="198155" y="305120"/>
                </a:lnTo>
                <a:lnTo>
                  <a:pt x="198155" y="326278"/>
                </a:lnTo>
                <a:cubicBezTo>
                  <a:pt x="198155" y="363026"/>
                  <a:pt x="251590" y="391979"/>
                  <a:pt x="320610" y="394206"/>
                </a:cubicBezTo>
                <a:lnTo>
                  <a:pt x="320610" y="427613"/>
                </a:lnTo>
                <a:lnTo>
                  <a:pt x="141380" y="427613"/>
                </a:lnTo>
                <a:cubicBezTo>
                  <a:pt x="139153" y="413137"/>
                  <a:pt x="125795" y="400888"/>
                  <a:pt x="110210" y="400888"/>
                </a:cubicBezTo>
                <a:cubicBezTo>
                  <a:pt x="92398" y="400888"/>
                  <a:pt x="77926" y="415364"/>
                  <a:pt x="77926" y="433181"/>
                </a:cubicBezTo>
                <a:cubicBezTo>
                  <a:pt x="77926" y="450998"/>
                  <a:pt x="92398" y="465475"/>
                  <a:pt x="110210" y="465475"/>
                </a:cubicBezTo>
                <a:cubicBezTo>
                  <a:pt x="125795" y="465475"/>
                  <a:pt x="139153" y="454339"/>
                  <a:pt x="141380" y="438749"/>
                </a:cubicBezTo>
                <a:lnTo>
                  <a:pt x="326176" y="438749"/>
                </a:lnTo>
                <a:cubicBezTo>
                  <a:pt x="329515" y="438749"/>
                  <a:pt x="331742" y="436522"/>
                  <a:pt x="331742" y="433181"/>
                </a:cubicBezTo>
                <a:lnTo>
                  <a:pt x="331742" y="394206"/>
                </a:lnTo>
                <a:cubicBezTo>
                  <a:pt x="400761" y="393093"/>
                  <a:pt x="454197" y="363026"/>
                  <a:pt x="454197" y="326278"/>
                </a:cubicBezTo>
                <a:lnTo>
                  <a:pt x="454197" y="281735"/>
                </a:lnTo>
                <a:lnTo>
                  <a:pt x="454197" y="281735"/>
                </a:lnTo>
                <a:lnTo>
                  <a:pt x="454197" y="276167"/>
                </a:lnTo>
                <a:lnTo>
                  <a:pt x="454197" y="276167"/>
                </a:lnTo>
                <a:lnTo>
                  <a:pt x="454197" y="216034"/>
                </a:lnTo>
                <a:lnTo>
                  <a:pt x="454197" y="216034"/>
                </a:lnTo>
                <a:lnTo>
                  <a:pt x="454197" y="210466"/>
                </a:lnTo>
                <a:lnTo>
                  <a:pt x="454197" y="210466"/>
                </a:lnTo>
                <a:lnTo>
                  <a:pt x="454197" y="139197"/>
                </a:lnTo>
                <a:lnTo>
                  <a:pt x="454197" y="139197"/>
                </a:lnTo>
                <a:lnTo>
                  <a:pt x="454197" y="139197"/>
                </a:lnTo>
                <a:close/>
                <a:moveTo>
                  <a:pt x="110210" y="53452"/>
                </a:moveTo>
                <a:cubicBezTo>
                  <a:pt x="99077" y="53452"/>
                  <a:pt x="89058" y="44543"/>
                  <a:pt x="89058" y="32294"/>
                </a:cubicBezTo>
                <a:cubicBezTo>
                  <a:pt x="89058" y="20044"/>
                  <a:pt x="97964" y="11136"/>
                  <a:pt x="110210" y="11136"/>
                </a:cubicBezTo>
                <a:cubicBezTo>
                  <a:pt x="122455" y="11136"/>
                  <a:pt x="131361" y="21158"/>
                  <a:pt x="131361" y="32294"/>
                </a:cubicBezTo>
                <a:cubicBezTo>
                  <a:pt x="131361" y="43430"/>
                  <a:pt x="121342" y="53452"/>
                  <a:pt x="110210" y="53452"/>
                </a:cubicBezTo>
                <a:close/>
                <a:moveTo>
                  <a:pt x="32284" y="187081"/>
                </a:moveTo>
                <a:cubicBezTo>
                  <a:pt x="21152" y="187081"/>
                  <a:pt x="11132" y="178172"/>
                  <a:pt x="11132" y="165923"/>
                </a:cubicBezTo>
                <a:cubicBezTo>
                  <a:pt x="11132" y="153674"/>
                  <a:pt x="20039" y="144765"/>
                  <a:pt x="32284" y="144765"/>
                </a:cubicBezTo>
                <a:cubicBezTo>
                  <a:pt x="44529" y="144765"/>
                  <a:pt x="53435" y="154787"/>
                  <a:pt x="53435" y="165923"/>
                </a:cubicBezTo>
                <a:cubicBezTo>
                  <a:pt x="53435" y="177059"/>
                  <a:pt x="43416" y="187081"/>
                  <a:pt x="32284" y="187081"/>
                </a:cubicBezTo>
                <a:close/>
                <a:moveTo>
                  <a:pt x="32284" y="320710"/>
                </a:moveTo>
                <a:cubicBezTo>
                  <a:pt x="21152" y="320710"/>
                  <a:pt x="11132" y="311801"/>
                  <a:pt x="11132" y="299552"/>
                </a:cubicBezTo>
                <a:cubicBezTo>
                  <a:pt x="11132" y="287303"/>
                  <a:pt x="20039" y="278394"/>
                  <a:pt x="32284" y="278394"/>
                </a:cubicBezTo>
                <a:cubicBezTo>
                  <a:pt x="44529" y="278394"/>
                  <a:pt x="53435" y="288416"/>
                  <a:pt x="53435" y="299552"/>
                </a:cubicBezTo>
                <a:cubicBezTo>
                  <a:pt x="53435" y="310688"/>
                  <a:pt x="43416" y="320710"/>
                  <a:pt x="32284" y="320710"/>
                </a:cubicBezTo>
                <a:close/>
                <a:moveTo>
                  <a:pt x="110210" y="454339"/>
                </a:moveTo>
                <a:cubicBezTo>
                  <a:pt x="99077" y="454339"/>
                  <a:pt x="89058" y="445431"/>
                  <a:pt x="89058" y="433181"/>
                </a:cubicBezTo>
                <a:cubicBezTo>
                  <a:pt x="89058" y="420932"/>
                  <a:pt x="97964" y="412023"/>
                  <a:pt x="110210" y="412023"/>
                </a:cubicBezTo>
                <a:cubicBezTo>
                  <a:pt x="122455" y="412023"/>
                  <a:pt x="131361" y="420932"/>
                  <a:pt x="131361" y="433181"/>
                </a:cubicBezTo>
                <a:cubicBezTo>
                  <a:pt x="131361" y="445431"/>
                  <a:pt x="121342" y="454339"/>
                  <a:pt x="110210" y="454339"/>
                </a:cubicBezTo>
                <a:close/>
                <a:moveTo>
                  <a:pt x="209287" y="167036"/>
                </a:moveTo>
                <a:cubicBezTo>
                  <a:pt x="229325" y="190422"/>
                  <a:pt x="273854" y="207125"/>
                  <a:pt x="326176" y="207125"/>
                </a:cubicBezTo>
                <a:cubicBezTo>
                  <a:pt x="378497" y="207125"/>
                  <a:pt x="423026" y="190422"/>
                  <a:pt x="443065" y="167036"/>
                </a:cubicBezTo>
                <a:lnTo>
                  <a:pt x="443065" y="201557"/>
                </a:lnTo>
                <a:lnTo>
                  <a:pt x="443065" y="201557"/>
                </a:lnTo>
                <a:cubicBezTo>
                  <a:pt x="443065" y="232738"/>
                  <a:pt x="389629" y="258350"/>
                  <a:pt x="326176" y="258350"/>
                </a:cubicBezTo>
                <a:cubicBezTo>
                  <a:pt x="262722" y="258350"/>
                  <a:pt x="209287" y="232738"/>
                  <a:pt x="209287" y="201557"/>
                </a:cubicBezTo>
                <a:lnTo>
                  <a:pt x="209287" y="201557"/>
                </a:lnTo>
                <a:lnTo>
                  <a:pt x="209287" y="167036"/>
                </a:lnTo>
                <a:lnTo>
                  <a:pt x="209287" y="167036"/>
                </a:lnTo>
                <a:close/>
                <a:moveTo>
                  <a:pt x="209287" y="229397"/>
                </a:moveTo>
                <a:cubicBezTo>
                  <a:pt x="229325" y="252782"/>
                  <a:pt x="273854" y="269486"/>
                  <a:pt x="326176" y="269486"/>
                </a:cubicBezTo>
                <a:cubicBezTo>
                  <a:pt x="378497" y="269486"/>
                  <a:pt x="423026" y="252782"/>
                  <a:pt x="443065" y="229397"/>
                </a:cubicBezTo>
                <a:lnTo>
                  <a:pt x="443065" y="263918"/>
                </a:lnTo>
                <a:lnTo>
                  <a:pt x="443065" y="263918"/>
                </a:lnTo>
                <a:cubicBezTo>
                  <a:pt x="443065" y="295098"/>
                  <a:pt x="389629" y="320710"/>
                  <a:pt x="326176" y="320710"/>
                </a:cubicBezTo>
                <a:cubicBezTo>
                  <a:pt x="262722" y="320710"/>
                  <a:pt x="209287" y="295098"/>
                  <a:pt x="209287" y="263918"/>
                </a:cubicBezTo>
                <a:lnTo>
                  <a:pt x="209287" y="263918"/>
                </a:lnTo>
                <a:lnTo>
                  <a:pt x="209287" y="229397"/>
                </a:lnTo>
                <a:lnTo>
                  <a:pt x="209287" y="229397"/>
                </a:lnTo>
                <a:close/>
                <a:moveTo>
                  <a:pt x="320610" y="82405"/>
                </a:moveTo>
                <a:lnTo>
                  <a:pt x="320610" y="132516"/>
                </a:lnTo>
                <a:cubicBezTo>
                  <a:pt x="320610" y="135856"/>
                  <a:pt x="322836" y="138084"/>
                  <a:pt x="326176" y="138084"/>
                </a:cubicBezTo>
                <a:cubicBezTo>
                  <a:pt x="329515" y="138084"/>
                  <a:pt x="331742" y="135856"/>
                  <a:pt x="331742" y="132516"/>
                </a:cubicBezTo>
                <a:lnTo>
                  <a:pt x="331742" y="82405"/>
                </a:lnTo>
                <a:cubicBezTo>
                  <a:pt x="392969" y="83518"/>
                  <a:pt x="443065" y="109130"/>
                  <a:pt x="443065" y="139197"/>
                </a:cubicBezTo>
                <a:cubicBezTo>
                  <a:pt x="443065" y="169264"/>
                  <a:pt x="389629" y="195989"/>
                  <a:pt x="326176" y="195989"/>
                </a:cubicBezTo>
                <a:cubicBezTo>
                  <a:pt x="262722" y="195989"/>
                  <a:pt x="209287" y="170377"/>
                  <a:pt x="209287" y="139197"/>
                </a:cubicBezTo>
                <a:cubicBezTo>
                  <a:pt x="209287" y="109130"/>
                  <a:pt x="259382" y="83518"/>
                  <a:pt x="320610" y="82405"/>
                </a:cubicBezTo>
                <a:close/>
                <a:moveTo>
                  <a:pt x="326176" y="383070"/>
                </a:moveTo>
                <a:cubicBezTo>
                  <a:pt x="262722" y="383070"/>
                  <a:pt x="209287" y="357458"/>
                  <a:pt x="209287" y="326278"/>
                </a:cubicBezTo>
                <a:lnTo>
                  <a:pt x="209287" y="291757"/>
                </a:lnTo>
                <a:cubicBezTo>
                  <a:pt x="229325" y="315142"/>
                  <a:pt x="273854" y="331846"/>
                  <a:pt x="326176" y="331846"/>
                </a:cubicBezTo>
                <a:cubicBezTo>
                  <a:pt x="378497" y="331846"/>
                  <a:pt x="423026" y="315142"/>
                  <a:pt x="443065" y="291757"/>
                </a:cubicBezTo>
                <a:lnTo>
                  <a:pt x="443065" y="326278"/>
                </a:lnTo>
                <a:cubicBezTo>
                  <a:pt x="443065" y="357458"/>
                  <a:pt x="389629" y="383070"/>
                  <a:pt x="326176" y="383070"/>
                </a:cubicBez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Freeform 1061">
            <a:extLst>
              <a:ext uri="{FF2B5EF4-FFF2-40B4-BE49-F238E27FC236}">
                <a16:creationId xmlns:a16="http://schemas.microsoft.com/office/drawing/2014/main" id="{C88B8EFF-39BB-B0B0-4F7C-323C37AB837A}"/>
              </a:ext>
            </a:extLst>
          </p:cNvPr>
          <p:cNvSpPr/>
          <p:nvPr/>
        </p:nvSpPr>
        <p:spPr>
          <a:xfrm>
            <a:off x="9947921" y="1790929"/>
            <a:ext cx="1542931" cy="3276142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reeform 1161">
            <a:extLst>
              <a:ext uri="{FF2B5EF4-FFF2-40B4-BE49-F238E27FC236}">
                <a16:creationId xmlns:a16="http://schemas.microsoft.com/office/drawing/2014/main" id="{1738F892-65D2-E4F0-9505-2B5828CD83EF}"/>
              </a:ext>
            </a:extLst>
          </p:cNvPr>
          <p:cNvSpPr/>
          <p:nvPr/>
        </p:nvSpPr>
        <p:spPr>
          <a:xfrm>
            <a:off x="5068949" y="4905675"/>
            <a:ext cx="1802788" cy="1144756"/>
          </a:xfrm>
          <a:custGeom>
            <a:avLst/>
            <a:gdLst>
              <a:gd name="connsiteX0" fmla="*/ 1703236 w 1704349"/>
              <a:gd name="connsiteY0" fmla="*/ 1144757 h 1144756"/>
              <a:gd name="connsiteX1" fmla="*/ 0 w 1704349"/>
              <a:gd name="connsiteY1" fmla="*/ 1144757 h 1144756"/>
              <a:gd name="connsiteX2" fmla="*/ 0 w 1704349"/>
              <a:gd name="connsiteY2" fmla="*/ 0 h 1144756"/>
              <a:gd name="connsiteX3" fmla="*/ 1704350 w 1704349"/>
              <a:gd name="connsiteY3" fmla="*/ 0 h 1144756"/>
              <a:gd name="connsiteX4" fmla="*/ 1704350 w 1704349"/>
              <a:gd name="connsiteY4" fmla="*/ 1144757 h 1144756"/>
              <a:gd name="connsiteX5" fmla="*/ 11132 w 1704349"/>
              <a:gd name="connsiteY5" fmla="*/ 1133621 h 1144756"/>
              <a:gd name="connsiteX6" fmla="*/ 1693217 w 1704349"/>
              <a:gd name="connsiteY6" fmla="*/ 1133621 h 1144756"/>
              <a:gd name="connsiteX7" fmla="*/ 1693217 w 1704349"/>
              <a:gd name="connsiteY7" fmla="*/ 11136 h 1144756"/>
              <a:gd name="connsiteX8" fmla="*/ 11132 w 1704349"/>
              <a:gd name="connsiteY8" fmla="*/ 11136 h 1144756"/>
              <a:gd name="connsiteX9" fmla="*/ 11132 w 1704349"/>
              <a:gd name="connsiteY9" fmla="*/ 1133621 h 114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4349" h="1144756">
                <a:moveTo>
                  <a:pt x="1703236" y="1144757"/>
                </a:moveTo>
                <a:lnTo>
                  <a:pt x="0" y="1144757"/>
                </a:lnTo>
                <a:lnTo>
                  <a:pt x="0" y="0"/>
                </a:lnTo>
                <a:lnTo>
                  <a:pt x="1704350" y="0"/>
                </a:lnTo>
                <a:lnTo>
                  <a:pt x="1704350" y="1144757"/>
                </a:lnTo>
                <a:close/>
                <a:moveTo>
                  <a:pt x="11132" y="1133621"/>
                </a:moveTo>
                <a:lnTo>
                  <a:pt x="1693217" y="1133621"/>
                </a:lnTo>
                <a:lnTo>
                  <a:pt x="1693217" y="11136"/>
                </a:lnTo>
                <a:lnTo>
                  <a:pt x="11132" y="11136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Freeform 1203">
            <a:extLst>
              <a:ext uri="{FF2B5EF4-FFF2-40B4-BE49-F238E27FC236}">
                <a16:creationId xmlns:a16="http://schemas.microsoft.com/office/drawing/2014/main" id="{8CF60A90-ADFC-EB15-8E53-426FEDA094B2}"/>
              </a:ext>
            </a:extLst>
          </p:cNvPr>
          <p:cNvSpPr/>
          <p:nvPr/>
        </p:nvSpPr>
        <p:spPr>
          <a:xfrm>
            <a:off x="1606337" y="2078343"/>
            <a:ext cx="1208963" cy="1143643"/>
          </a:xfrm>
          <a:custGeom>
            <a:avLst/>
            <a:gdLst>
              <a:gd name="connsiteX0" fmla="*/ 1208964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4 w 1208963"/>
              <a:gd name="connsiteY3" fmla="*/ 0 h 1143643"/>
              <a:gd name="connsiteX4" fmla="*/ 1208964 w 1208963"/>
              <a:gd name="connsiteY4" fmla="*/ 1143643 h 1143643"/>
              <a:gd name="connsiteX5" fmla="*/ 10019 w 1208963"/>
              <a:gd name="connsiteY5" fmla="*/ 1133621 h 1143643"/>
              <a:gd name="connsiteX6" fmla="*/ 1197831 w 1208963"/>
              <a:gd name="connsiteY6" fmla="*/ 1133621 h 1143643"/>
              <a:gd name="connsiteX7" fmla="*/ 1197831 w 1208963"/>
              <a:gd name="connsiteY7" fmla="*/ 10022 h 1143643"/>
              <a:gd name="connsiteX8" fmla="*/ 10019 w 1208963"/>
              <a:gd name="connsiteY8" fmla="*/ 10022 h 1143643"/>
              <a:gd name="connsiteX9" fmla="*/ 10019 w 1208963"/>
              <a:gd name="connsiteY9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8963" h="1143643">
                <a:moveTo>
                  <a:pt x="1208964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4" y="0"/>
                </a:lnTo>
                <a:lnTo>
                  <a:pt x="1208964" y="1143643"/>
                </a:lnTo>
                <a:close/>
                <a:moveTo>
                  <a:pt x="10019" y="1133621"/>
                </a:moveTo>
                <a:lnTo>
                  <a:pt x="1197831" y="1133621"/>
                </a:lnTo>
                <a:lnTo>
                  <a:pt x="1197831" y="10022"/>
                </a:lnTo>
                <a:lnTo>
                  <a:pt x="10019" y="10022"/>
                </a:lnTo>
                <a:cubicBezTo>
                  <a:pt x="10019" y="10022"/>
                  <a:pt x="10019" y="1133621"/>
                  <a:pt x="10019" y="1133621"/>
                </a:cubicBez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DAB38A-7FE8-7DF7-A738-AC2E7BEE31F5}"/>
              </a:ext>
            </a:extLst>
          </p:cNvPr>
          <p:cNvSpPr/>
          <p:nvPr/>
        </p:nvSpPr>
        <p:spPr>
          <a:xfrm>
            <a:off x="1708197" y="1973216"/>
            <a:ext cx="994110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E1FDF9-3697-CEC5-A196-AB322A8A2AB4}"/>
              </a:ext>
            </a:extLst>
          </p:cNvPr>
          <p:cNvSpPr/>
          <p:nvPr/>
        </p:nvSpPr>
        <p:spPr>
          <a:xfrm>
            <a:off x="7728090" y="1907527"/>
            <a:ext cx="1067585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INFERENCE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A0DAEC-CD1F-AB0F-0BEA-E9B7089FAFF4}"/>
              </a:ext>
            </a:extLst>
          </p:cNvPr>
          <p:cNvSpPr/>
          <p:nvPr/>
        </p:nvSpPr>
        <p:spPr>
          <a:xfrm>
            <a:off x="5146448" y="4799434"/>
            <a:ext cx="1627025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MCP Servers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6D08E4-7178-3E22-A800-A3A5CBB60D6E}"/>
              </a:ext>
            </a:extLst>
          </p:cNvPr>
          <p:cNvCxnSpPr>
            <a:cxnSpLocks/>
          </p:cNvCxnSpPr>
          <p:nvPr/>
        </p:nvCxnSpPr>
        <p:spPr>
          <a:xfrm>
            <a:off x="2886548" y="2744510"/>
            <a:ext cx="78259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EC2CE5-A442-31E2-734C-46B85F95EE84}"/>
              </a:ext>
            </a:extLst>
          </p:cNvPr>
          <p:cNvCxnSpPr>
            <a:cxnSpLocks/>
          </p:cNvCxnSpPr>
          <p:nvPr/>
        </p:nvCxnSpPr>
        <p:spPr>
          <a:xfrm>
            <a:off x="2815300" y="2615658"/>
            <a:ext cx="78259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F837D5-AE94-4CDB-0763-D56C377C661F}"/>
              </a:ext>
            </a:extLst>
          </p:cNvPr>
          <p:cNvSpPr txBox="1"/>
          <p:nvPr/>
        </p:nvSpPr>
        <p:spPr>
          <a:xfrm>
            <a:off x="380987" y="2886148"/>
            <a:ext cx="986586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End 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4B5A72-38B1-1B00-2D80-0B2448C3F0E5}"/>
              </a:ext>
            </a:extLst>
          </p:cNvPr>
          <p:cNvSpPr txBox="1"/>
          <p:nvPr/>
        </p:nvSpPr>
        <p:spPr>
          <a:xfrm>
            <a:off x="10340464" y="2916588"/>
            <a:ext cx="735581" cy="165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Databases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84B23-E475-FAE4-ED16-7F192311D144}"/>
              </a:ext>
            </a:extLst>
          </p:cNvPr>
          <p:cNvSpPr txBox="1"/>
          <p:nvPr/>
        </p:nvSpPr>
        <p:spPr>
          <a:xfrm>
            <a:off x="10340463" y="3834716"/>
            <a:ext cx="735581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Websites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CC81C-CD2E-85DC-53B9-B719C05E227D}"/>
              </a:ext>
            </a:extLst>
          </p:cNvPr>
          <p:cNvSpPr/>
          <p:nvPr/>
        </p:nvSpPr>
        <p:spPr>
          <a:xfrm>
            <a:off x="10223794" y="1612172"/>
            <a:ext cx="968918" cy="342401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DOWNSTREAM SERVICES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90694-5C31-C50D-A8B9-D464B158F4D0}"/>
              </a:ext>
            </a:extLst>
          </p:cNvPr>
          <p:cNvCxnSpPr>
            <a:cxnSpLocks/>
          </p:cNvCxnSpPr>
          <p:nvPr/>
        </p:nvCxnSpPr>
        <p:spPr>
          <a:xfrm>
            <a:off x="9093815" y="2624991"/>
            <a:ext cx="59817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0FBA96-DBE6-7D83-C222-EA2D80845385}"/>
              </a:ext>
            </a:extLst>
          </p:cNvPr>
          <p:cNvCxnSpPr>
            <a:cxnSpLocks/>
          </p:cNvCxnSpPr>
          <p:nvPr/>
        </p:nvCxnSpPr>
        <p:spPr>
          <a:xfrm>
            <a:off x="9093815" y="4629862"/>
            <a:ext cx="59817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46E788-A1DC-FFB3-9902-AF52348FE6D9}"/>
              </a:ext>
            </a:extLst>
          </p:cNvPr>
          <p:cNvCxnSpPr>
            <a:cxnSpLocks/>
          </p:cNvCxnSpPr>
          <p:nvPr/>
        </p:nvCxnSpPr>
        <p:spPr>
          <a:xfrm>
            <a:off x="9097602" y="3679671"/>
            <a:ext cx="59438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588547-07B9-4C5D-2C3A-9B16F8321D8D}"/>
              </a:ext>
            </a:extLst>
          </p:cNvPr>
          <p:cNvCxnSpPr>
            <a:cxnSpLocks/>
          </p:cNvCxnSpPr>
          <p:nvPr/>
        </p:nvCxnSpPr>
        <p:spPr>
          <a:xfrm>
            <a:off x="9093815" y="2624991"/>
            <a:ext cx="0" cy="1735757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B92573-A2FD-D438-4569-AE5DB16219CF}"/>
              </a:ext>
            </a:extLst>
          </p:cNvPr>
          <p:cNvCxnSpPr>
            <a:cxnSpLocks/>
          </p:cNvCxnSpPr>
          <p:nvPr/>
        </p:nvCxnSpPr>
        <p:spPr>
          <a:xfrm>
            <a:off x="1084318" y="2687469"/>
            <a:ext cx="419750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6C198F4A-7208-ECC2-CA9D-B78374151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565" y="2312389"/>
            <a:ext cx="561509" cy="561509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95D1C14D-632A-2BAA-D6CA-846AEA20B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522" y="2317561"/>
            <a:ext cx="551421" cy="55142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0F58EBB9-CBC4-3B38-5F76-DC830F6D96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2995" y="3242451"/>
            <a:ext cx="660397" cy="66039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EB4A64C-B7FB-53AF-3E06-9C165BFB10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5217" y="2368341"/>
            <a:ext cx="546594" cy="54659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62F1400-577E-02BA-F059-5E13FAEF88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74253" y="2334499"/>
            <a:ext cx="597623" cy="597623"/>
          </a:xfrm>
          <a:prstGeom prst="rect">
            <a:avLst/>
          </a:prstGeom>
        </p:spPr>
      </p:pic>
      <p:sp>
        <p:nvSpPr>
          <p:cNvPr id="27" name="Freeform 798">
            <a:extLst>
              <a:ext uri="{FF2B5EF4-FFF2-40B4-BE49-F238E27FC236}">
                <a16:creationId xmlns:a16="http://schemas.microsoft.com/office/drawing/2014/main" id="{FABA82B7-82A1-A2B2-5EEF-86DF5B51FAC2}"/>
              </a:ext>
            </a:extLst>
          </p:cNvPr>
          <p:cNvSpPr/>
          <p:nvPr/>
        </p:nvSpPr>
        <p:spPr>
          <a:xfrm>
            <a:off x="3681178" y="2092517"/>
            <a:ext cx="1208963" cy="1143643"/>
          </a:xfrm>
          <a:custGeom>
            <a:avLst/>
            <a:gdLst>
              <a:gd name="connsiteX0" fmla="*/ 1208963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3 w 1208963"/>
              <a:gd name="connsiteY3" fmla="*/ 0 h 1143643"/>
              <a:gd name="connsiteX4" fmla="*/ 1208963 w 1208963"/>
              <a:gd name="connsiteY4" fmla="*/ 1143643 h 1143643"/>
              <a:gd name="connsiteX5" fmla="*/ 11132 w 1208963"/>
              <a:gd name="connsiteY5" fmla="*/ 1133621 h 1143643"/>
              <a:gd name="connsiteX6" fmla="*/ 1198945 w 1208963"/>
              <a:gd name="connsiteY6" fmla="*/ 1133621 h 1143643"/>
              <a:gd name="connsiteX7" fmla="*/ 1198945 w 1208963"/>
              <a:gd name="connsiteY7" fmla="*/ 11136 h 1143643"/>
              <a:gd name="connsiteX8" fmla="*/ 11132 w 1208963"/>
              <a:gd name="connsiteY8" fmla="*/ 11136 h 1143643"/>
              <a:gd name="connsiteX9" fmla="*/ 11132 w 1208963"/>
              <a:gd name="connsiteY9" fmla="*/ 1133621 h 1143643"/>
              <a:gd name="connsiteX10" fmla="*/ 11132 w 1208963"/>
              <a:gd name="connsiteY10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8963" h="1143643">
                <a:moveTo>
                  <a:pt x="1208963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3" y="0"/>
                </a:lnTo>
                <a:lnTo>
                  <a:pt x="1208963" y="1143643"/>
                </a:lnTo>
                <a:close/>
                <a:moveTo>
                  <a:pt x="11132" y="1133621"/>
                </a:moveTo>
                <a:lnTo>
                  <a:pt x="1198945" y="1133621"/>
                </a:lnTo>
                <a:lnTo>
                  <a:pt x="119894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4C721E-3918-53F2-7C70-23DF7461E8D9}"/>
              </a:ext>
            </a:extLst>
          </p:cNvPr>
          <p:cNvSpPr/>
          <p:nvPr/>
        </p:nvSpPr>
        <p:spPr>
          <a:xfrm>
            <a:off x="3734029" y="1913348"/>
            <a:ext cx="1099680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 ORCHESTRATION</a:t>
            </a:r>
          </a:p>
        </p:txBody>
      </p:sp>
      <p:sp>
        <p:nvSpPr>
          <p:cNvPr id="29" name="Freeform 889">
            <a:extLst>
              <a:ext uri="{FF2B5EF4-FFF2-40B4-BE49-F238E27FC236}">
                <a16:creationId xmlns:a16="http://schemas.microsoft.com/office/drawing/2014/main" id="{CC9B76C9-9974-4AA8-3FF2-C9F4B5BEEBEF}"/>
              </a:ext>
            </a:extLst>
          </p:cNvPr>
          <p:cNvSpPr/>
          <p:nvPr/>
        </p:nvSpPr>
        <p:spPr>
          <a:xfrm>
            <a:off x="1060175" y="4894515"/>
            <a:ext cx="2621647" cy="1144756"/>
          </a:xfrm>
          <a:custGeom>
            <a:avLst/>
            <a:gdLst>
              <a:gd name="connsiteX0" fmla="*/ 2621648 w 2621647"/>
              <a:gd name="connsiteY0" fmla="*/ 1144757 h 1144756"/>
              <a:gd name="connsiteX1" fmla="*/ 0 w 2621647"/>
              <a:gd name="connsiteY1" fmla="*/ 1144757 h 1144756"/>
              <a:gd name="connsiteX2" fmla="*/ 0 w 2621647"/>
              <a:gd name="connsiteY2" fmla="*/ 0 h 1144756"/>
              <a:gd name="connsiteX3" fmla="*/ 2621648 w 2621647"/>
              <a:gd name="connsiteY3" fmla="*/ 0 h 1144756"/>
              <a:gd name="connsiteX4" fmla="*/ 2621648 w 2621647"/>
              <a:gd name="connsiteY4" fmla="*/ 1144757 h 1144756"/>
              <a:gd name="connsiteX5" fmla="*/ 2621648 w 2621647"/>
              <a:gd name="connsiteY5" fmla="*/ 1144757 h 1144756"/>
              <a:gd name="connsiteX6" fmla="*/ 11132 w 2621647"/>
              <a:gd name="connsiteY6" fmla="*/ 1133621 h 1144756"/>
              <a:gd name="connsiteX7" fmla="*/ 2610515 w 2621647"/>
              <a:gd name="connsiteY7" fmla="*/ 1133621 h 1144756"/>
              <a:gd name="connsiteX8" fmla="*/ 2610515 w 2621647"/>
              <a:gd name="connsiteY8" fmla="*/ 11136 h 1144756"/>
              <a:gd name="connsiteX9" fmla="*/ 11132 w 2621647"/>
              <a:gd name="connsiteY9" fmla="*/ 11136 h 1144756"/>
              <a:gd name="connsiteX10" fmla="*/ 11132 w 2621647"/>
              <a:gd name="connsiteY10" fmla="*/ 1133621 h 1144756"/>
              <a:gd name="connsiteX11" fmla="*/ 11132 w 2621647"/>
              <a:gd name="connsiteY11" fmla="*/ 1133621 h 114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21647" h="1144756">
                <a:moveTo>
                  <a:pt x="2621648" y="1144757"/>
                </a:moveTo>
                <a:lnTo>
                  <a:pt x="0" y="1144757"/>
                </a:lnTo>
                <a:lnTo>
                  <a:pt x="0" y="0"/>
                </a:lnTo>
                <a:lnTo>
                  <a:pt x="2621648" y="0"/>
                </a:lnTo>
                <a:lnTo>
                  <a:pt x="2621648" y="1144757"/>
                </a:lnTo>
                <a:lnTo>
                  <a:pt x="2621648" y="1144757"/>
                </a:lnTo>
                <a:close/>
                <a:moveTo>
                  <a:pt x="11132" y="1133621"/>
                </a:moveTo>
                <a:lnTo>
                  <a:pt x="2610515" y="1133621"/>
                </a:lnTo>
                <a:lnTo>
                  <a:pt x="261051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CC53A4-3923-84FB-BA04-B3FCE49A8F2F}"/>
              </a:ext>
            </a:extLst>
          </p:cNvPr>
          <p:cNvSpPr/>
          <p:nvPr/>
        </p:nvSpPr>
        <p:spPr>
          <a:xfrm>
            <a:off x="1271408" y="4742583"/>
            <a:ext cx="2211426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RETRIEVAL AUGMENTATION SERVICES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3C90B7-F2AD-149A-8BBA-6410987FEC6E}"/>
              </a:ext>
            </a:extLst>
          </p:cNvPr>
          <p:cNvSpPr txBox="1"/>
          <p:nvPr/>
        </p:nvSpPr>
        <p:spPr>
          <a:xfrm>
            <a:off x="1854490" y="5688462"/>
            <a:ext cx="1141619" cy="343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Knowledge Corpus Data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6B73679-E8BB-F309-8A2F-14A0B88C86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5235" y="5141324"/>
            <a:ext cx="563415" cy="563415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43C590-6A50-1826-DBFB-F691F8B73AB1}"/>
              </a:ext>
            </a:extLst>
          </p:cNvPr>
          <p:cNvCxnSpPr>
            <a:cxnSpLocks/>
          </p:cNvCxnSpPr>
          <p:nvPr/>
        </p:nvCxnSpPr>
        <p:spPr>
          <a:xfrm>
            <a:off x="3709228" y="5581948"/>
            <a:ext cx="473962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6A7C60-3B5E-CCF6-B13C-A3022F0585E4}"/>
              </a:ext>
            </a:extLst>
          </p:cNvPr>
          <p:cNvCxnSpPr>
            <a:cxnSpLocks/>
          </p:cNvCxnSpPr>
          <p:nvPr/>
        </p:nvCxnSpPr>
        <p:spPr>
          <a:xfrm flipV="1">
            <a:off x="3975965" y="3329126"/>
            <a:ext cx="0" cy="196933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8DFCFF81-4CD1-F6D2-F97F-DEE3ABDE325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23447" y="2509644"/>
            <a:ext cx="390525" cy="3048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060A386-7983-529A-F50C-39EA43DD13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0500389" y="4164088"/>
            <a:ext cx="476250" cy="47625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0A529B6-5A00-9E3F-5B36-BF94EF5089A1}"/>
              </a:ext>
            </a:extLst>
          </p:cNvPr>
          <p:cNvSpPr txBox="1"/>
          <p:nvPr/>
        </p:nvSpPr>
        <p:spPr>
          <a:xfrm>
            <a:off x="10340463" y="4634992"/>
            <a:ext cx="735581" cy="165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Queues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9D930F6-249C-279E-EED8-465C91F42EFD}"/>
              </a:ext>
            </a:extLst>
          </p:cNvPr>
          <p:cNvCxnSpPr>
            <a:cxnSpLocks/>
          </p:cNvCxnSpPr>
          <p:nvPr/>
        </p:nvCxnSpPr>
        <p:spPr>
          <a:xfrm flipV="1">
            <a:off x="4183190" y="3236160"/>
            <a:ext cx="0" cy="2345788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9C1375-52FA-20BA-069E-6EB702EFBAF0}"/>
              </a:ext>
            </a:extLst>
          </p:cNvPr>
          <p:cNvCxnSpPr>
            <a:cxnSpLocks/>
          </p:cNvCxnSpPr>
          <p:nvPr/>
        </p:nvCxnSpPr>
        <p:spPr>
          <a:xfrm flipH="1">
            <a:off x="6871737" y="5527168"/>
            <a:ext cx="2222078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E2C6B3E-E7AC-F3FC-971C-0E3A0D177451}"/>
              </a:ext>
            </a:extLst>
          </p:cNvPr>
          <p:cNvCxnSpPr>
            <a:cxnSpLocks/>
          </p:cNvCxnSpPr>
          <p:nvPr/>
        </p:nvCxnSpPr>
        <p:spPr>
          <a:xfrm flipV="1">
            <a:off x="4654415" y="3236160"/>
            <a:ext cx="0" cy="2055014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2263E6-E064-85A5-3169-FF182DE5002D}"/>
              </a:ext>
            </a:extLst>
          </p:cNvPr>
          <p:cNvCxnSpPr>
            <a:cxnSpLocks/>
          </p:cNvCxnSpPr>
          <p:nvPr/>
        </p:nvCxnSpPr>
        <p:spPr>
          <a:xfrm flipH="1">
            <a:off x="4654415" y="5291174"/>
            <a:ext cx="35282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871C9D7-AA27-2A52-7225-CD0846DC9755}"/>
              </a:ext>
            </a:extLst>
          </p:cNvPr>
          <p:cNvCxnSpPr>
            <a:cxnSpLocks/>
          </p:cNvCxnSpPr>
          <p:nvPr/>
        </p:nvCxnSpPr>
        <p:spPr>
          <a:xfrm flipH="1">
            <a:off x="4447190" y="5581948"/>
            <a:ext cx="621759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91A8159-4D5D-87F0-86CA-BCDC9D813245}"/>
              </a:ext>
            </a:extLst>
          </p:cNvPr>
          <p:cNvCxnSpPr>
            <a:cxnSpLocks/>
          </p:cNvCxnSpPr>
          <p:nvPr/>
        </p:nvCxnSpPr>
        <p:spPr>
          <a:xfrm flipH="1" flipV="1">
            <a:off x="4447190" y="3329126"/>
            <a:ext cx="313" cy="2252822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3AE21D6-8D64-C492-C454-62BD7616AE21}"/>
              </a:ext>
            </a:extLst>
          </p:cNvPr>
          <p:cNvCxnSpPr>
            <a:cxnSpLocks/>
          </p:cNvCxnSpPr>
          <p:nvPr/>
        </p:nvCxnSpPr>
        <p:spPr>
          <a:xfrm flipH="1">
            <a:off x="3681178" y="5298456"/>
            <a:ext cx="294787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C9E8F5B-3373-A397-FFE9-A12C9ED03BB6}"/>
              </a:ext>
            </a:extLst>
          </p:cNvPr>
          <p:cNvCxnSpPr>
            <a:cxnSpLocks/>
          </p:cNvCxnSpPr>
          <p:nvPr/>
        </p:nvCxnSpPr>
        <p:spPr>
          <a:xfrm flipV="1">
            <a:off x="9093815" y="4360748"/>
            <a:ext cx="0" cy="116642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sp>
        <p:nvSpPr>
          <p:cNvPr id="46" name="Freeform 1061">
            <a:extLst>
              <a:ext uri="{FF2B5EF4-FFF2-40B4-BE49-F238E27FC236}">
                <a16:creationId xmlns:a16="http://schemas.microsoft.com/office/drawing/2014/main" id="{A9C52E2E-0BA4-3BD7-F822-1655F700C9B4}"/>
              </a:ext>
            </a:extLst>
          </p:cNvPr>
          <p:cNvSpPr/>
          <p:nvPr/>
        </p:nvSpPr>
        <p:spPr>
          <a:xfrm>
            <a:off x="5471217" y="2027323"/>
            <a:ext cx="1592042" cy="1194663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16C00A6-71C1-EA28-7A2A-EE9F4DCC0A6C}"/>
              </a:ext>
            </a:extLst>
          </p:cNvPr>
          <p:cNvSpPr/>
          <p:nvPr/>
        </p:nvSpPr>
        <p:spPr>
          <a:xfrm>
            <a:off x="5747089" y="1851627"/>
            <a:ext cx="968918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F5 AI Guardrails</a:t>
            </a:r>
          </a:p>
        </p:txBody>
      </p:sp>
      <p:pic>
        <p:nvPicPr>
          <p:cNvPr id="50" name="Graphic 29">
            <a:extLst>
              <a:ext uri="{FF2B5EF4-FFF2-40B4-BE49-F238E27FC236}">
                <a16:creationId xmlns:a16="http://schemas.microsoft.com/office/drawing/2014/main" id="{7AD7E71D-9621-473C-F4BF-5A82B47D47B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97929" y="2423919"/>
            <a:ext cx="476250" cy="47625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2AC8BB2-2C9F-8AA4-A7C6-5B6825164B15}"/>
              </a:ext>
            </a:extLst>
          </p:cNvPr>
          <p:cNvCxnSpPr>
            <a:cxnSpLocks/>
          </p:cNvCxnSpPr>
          <p:nvPr/>
        </p:nvCxnSpPr>
        <p:spPr>
          <a:xfrm flipV="1">
            <a:off x="4890141" y="2589136"/>
            <a:ext cx="1069819" cy="4007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A25294-1AF8-7F0C-1D0D-D0F03A483ED8}"/>
              </a:ext>
            </a:extLst>
          </p:cNvPr>
          <p:cNvCxnSpPr>
            <a:cxnSpLocks/>
          </p:cNvCxnSpPr>
          <p:nvPr/>
        </p:nvCxnSpPr>
        <p:spPr>
          <a:xfrm>
            <a:off x="6505363" y="2589136"/>
            <a:ext cx="99266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B4A9B84-AAFA-557E-D809-BF6522E1A4A4}"/>
              </a:ext>
            </a:extLst>
          </p:cNvPr>
          <p:cNvCxnSpPr>
            <a:cxnSpLocks/>
          </p:cNvCxnSpPr>
          <p:nvPr/>
        </p:nvCxnSpPr>
        <p:spPr>
          <a:xfrm flipH="1">
            <a:off x="6505363" y="2744510"/>
            <a:ext cx="1036938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6704D5D-2229-AED6-1409-0FA7CB749215}"/>
              </a:ext>
            </a:extLst>
          </p:cNvPr>
          <p:cNvCxnSpPr>
            <a:cxnSpLocks/>
          </p:cNvCxnSpPr>
          <p:nvPr/>
        </p:nvCxnSpPr>
        <p:spPr>
          <a:xfrm flipH="1">
            <a:off x="5007239" y="2744510"/>
            <a:ext cx="90414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EE749DB-AC76-7330-0076-A944DCD2FC88}"/>
              </a:ext>
            </a:extLst>
          </p:cNvPr>
          <p:cNvSpPr txBox="1"/>
          <p:nvPr/>
        </p:nvSpPr>
        <p:spPr>
          <a:xfrm>
            <a:off x="3257453" y="2246142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91D110-3D83-2B51-1B7B-310274C8A321}"/>
              </a:ext>
            </a:extLst>
          </p:cNvPr>
          <p:cNvSpPr txBox="1"/>
          <p:nvPr/>
        </p:nvSpPr>
        <p:spPr>
          <a:xfrm>
            <a:off x="5046366" y="2190053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A8831C-6766-BE3A-01DC-E326F283E6A9}"/>
              </a:ext>
            </a:extLst>
          </p:cNvPr>
          <p:cNvSpPr txBox="1"/>
          <p:nvPr/>
        </p:nvSpPr>
        <p:spPr>
          <a:xfrm>
            <a:off x="7149805" y="2220091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85D7A2-593C-E1AB-ABD1-E62C55943A44}"/>
              </a:ext>
            </a:extLst>
          </p:cNvPr>
          <p:cNvSpPr txBox="1"/>
          <p:nvPr/>
        </p:nvSpPr>
        <p:spPr>
          <a:xfrm>
            <a:off x="7109248" y="2715503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E9661A-01FA-7A52-A9DB-7F53412FBAAC}"/>
              </a:ext>
            </a:extLst>
          </p:cNvPr>
          <p:cNvSpPr txBox="1"/>
          <p:nvPr/>
        </p:nvSpPr>
        <p:spPr>
          <a:xfrm>
            <a:off x="5046167" y="2774461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E43467-E567-E521-8D22-F11916361F0A}"/>
              </a:ext>
            </a:extLst>
          </p:cNvPr>
          <p:cNvSpPr txBox="1"/>
          <p:nvPr/>
        </p:nvSpPr>
        <p:spPr>
          <a:xfrm>
            <a:off x="3264409" y="2753307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lang="LID409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6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93EEA-5159-A081-25B8-62268AAF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98">
            <a:hlinkClick r:id="" action="ppaction://noaction"/>
            <a:extLst>
              <a:ext uri="{FF2B5EF4-FFF2-40B4-BE49-F238E27FC236}">
                <a16:creationId xmlns:a16="http://schemas.microsoft.com/office/drawing/2014/main" id="{75907FCC-5684-0E21-A0F6-756A6FBDA17D}"/>
              </a:ext>
            </a:extLst>
          </p:cNvPr>
          <p:cNvSpPr/>
          <p:nvPr/>
        </p:nvSpPr>
        <p:spPr>
          <a:xfrm>
            <a:off x="7542301" y="2079457"/>
            <a:ext cx="1208963" cy="1143643"/>
          </a:xfrm>
          <a:custGeom>
            <a:avLst/>
            <a:gdLst>
              <a:gd name="connsiteX0" fmla="*/ 1208963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3 w 1208963"/>
              <a:gd name="connsiteY3" fmla="*/ 0 h 1143643"/>
              <a:gd name="connsiteX4" fmla="*/ 1208963 w 1208963"/>
              <a:gd name="connsiteY4" fmla="*/ 1143643 h 1143643"/>
              <a:gd name="connsiteX5" fmla="*/ 11132 w 1208963"/>
              <a:gd name="connsiteY5" fmla="*/ 1133621 h 1143643"/>
              <a:gd name="connsiteX6" fmla="*/ 1198945 w 1208963"/>
              <a:gd name="connsiteY6" fmla="*/ 1133621 h 1143643"/>
              <a:gd name="connsiteX7" fmla="*/ 1198945 w 1208963"/>
              <a:gd name="connsiteY7" fmla="*/ 11136 h 1143643"/>
              <a:gd name="connsiteX8" fmla="*/ 11132 w 1208963"/>
              <a:gd name="connsiteY8" fmla="*/ 11136 h 1143643"/>
              <a:gd name="connsiteX9" fmla="*/ 11132 w 1208963"/>
              <a:gd name="connsiteY9" fmla="*/ 1133621 h 1143643"/>
              <a:gd name="connsiteX10" fmla="*/ 11132 w 1208963"/>
              <a:gd name="connsiteY10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8963" h="1143643">
                <a:moveTo>
                  <a:pt x="1208963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3" y="0"/>
                </a:lnTo>
                <a:lnTo>
                  <a:pt x="1208963" y="1143643"/>
                </a:lnTo>
                <a:close/>
                <a:moveTo>
                  <a:pt x="11132" y="1133621"/>
                </a:moveTo>
                <a:lnTo>
                  <a:pt x="1198945" y="1133621"/>
                </a:lnTo>
                <a:lnTo>
                  <a:pt x="119894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Freeform 888">
            <a:extLst>
              <a:ext uri="{FF2B5EF4-FFF2-40B4-BE49-F238E27FC236}">
                <a16:creationId xmlns:a16="http://schemas.microsoft.com/office/drawing/2014/main" id="{3BFEA1FA-D918-CFFF-448F-B1E278851DF0}"/>
              </a:ext>
            </a:extLst>
          </p:cNvPr>
          <p:cNvSpPr/>
          <p:nvPr/>
        </p:nvSpPr>
        <p:spPr>
          <a:xfrm>
            <a:off x="5656732" y="5226385"/>
            <a:ext cx="454196" cy="465474"/>
          </a:xfrm>
          <a:custGeom>
            <a:avLst/>
            <a:gdLst>
              <a:gd name="connsiteX0" fmla="*/ 454197 w 454196"/>
              <a:gd name="connsiteY0" fmla="*/ 139197 h 465474"/>
              <a:gd name="connsiteX1" fmla="*/ 454197 w 454196"/>
              <a:gd name="connsiteY1" fmla="*/ 139197 h 465474"/>
              <a:gd name="connsiteX2" fmla="*/ 331742 w 454196"/>
              <a:gd name="connsiteY2" fmla="*/ 71269 h 465474"/>
              <a:gd name="connsiteX3" fmla="*/ 331742 w 454196"/>
              <a:gd name="connsiteY3" fmla="*/ 32294 h 465474"/>
              <a:gd name="connsiteX4" fmla="*/ 326176 w 454196"/>
              <a:gd name="connsiteY4" fmla="*/ 26726 h 465474"/>
              <a:gd name="connsiteX5" fmla="*/ 141380 w 454196"/>
              <a:gd name="connsiteY5" fmla="*/ 26726 h 465474"/>
              <a:gd name="connsiteX6" fmla="*/ 110210 w 454196"/>
              <a:gd name="connsiteY6" fmla="*/ 0 h 465474"/>
              <a:gd name="connsiteX7" fmla="*/ 77926 w 454196"/>
              <a:gd name="connsiteY7" fmla="*/ 32294 h 465474"/>
              <a:gd name="connsiteX8" fmla="*/ 110210 w 454196"/>
              <a:gd name="connsiteY8" fmla="*/ 64587 h 465474"/>
              <a:gd name="connsiteX9" fmla="*/ 141380 w 454196"/>
              <a:gd name="connsiteY9" fmla="*/ 37862 h 465474"/>
              <a:gd name="connsiteX10" fmla="*/ 320610 w 454196"/>
              <a:gd name="connsiteY10" fmla="*/ 37862 h 465474"/>
              <a:gd name="connsiteX11" fmla="*/ 320610 w 454196"/>
              <a:gd name="connsiteY11" fmla="*/ 71269 h 465474"/>
              <a:gd name="connsiteX12" fmla="*/ 198155 w 454196"/>
              <a:gd name="connsiteY12" fmla="*/ 139197 h 465474"/>
              <a:gd name="connsiteX13" fmla="*/ 198155 w 454196"/>
              <a:gd name="connsiteY13" fmla="*/ 142538 h 465474"/>
              <a:gd name="connsiteX14" fmla="*/ 198155 w 454196"/>
              <a:gd name="connsiteY14" fmla="*/ 142538 h 465474"/>
              <a:gd name="connsiteX15" fmla="*/ 198155 w 454196"/>
              <a:gd name="connsiteY15" fmla="*/ 160355 h 465474"/>
              <a:gd name="connsiteX16" fmla="*/ 63454 w 454196"/>
              <a:gd name="connsiteY16" fmla="*/ 160355 h 465474"/>
              <a:gd name="connsiteX17" fmla="*/ 32284 w 454196"/>
              <a:gd name="connsiteY17" fmla="*/ 133629 h 465474"/>
              <a:gd name="connsiteX18" fmla="*/ 0 w 454196"/>
              <a:gd name="connsiteY18" fmla="*/ 165923 h 465474"/>
              <a:gd name="connsiteX19" fmla="*/ 32284 w 454196"/>
              <a:gd name="connsiteY19" fmla="*/ 198217 h 465474"/>
              <a:gd name="connsiteX20" fmla="*/ 63454 w 454196"/>
              <a:gd name="connsiteY20" fmla="*/ 171491 h 465474"/>
              <a:gd name="connsiteX21" fmla="*/ 198155 w 454196"/>
              <a:gd name="connsiteY21" fmla="*/ 171491 h 465474"/>
              <a:gd name="connsiteX22" fmla="*/ 198155 w 454196"/>
              <a:gd name="connsiteY22" fmla="*/ 293984 h 465474"/>
              <a:gd name="connsiteX23" fmla="*/ 63454 w 454196"/>
              <a:gd name="connsiteY23" fmla="*/ 293984 h 465474"/>
              <a:gd name="connsiteX24" fmla="*/ 32284 w 454196"/>
              <a:gd name="connsiteY24" fmla="*/ 267258 h 465474"/>
              <a:gd name="connsiteX25" fmla="*/ 0 w 454196"/>
              <a:gd name="connsiteY25" fmla="*/ 299552 h 465474"/>
              <a:gd name="connsiteX26" fmla="*/ 32284 w 454196"/>
              <a:gd name="connsiteY26" fmla="*/ 331846 h 465474"/>
              <a:gd name="connsiteX27" fmla="*/ 63454 w 454196"/>
              <a:gd name="connsiteY27" fmla="*/ 305120 h 465474"/>
              <a:gd name="connsiteX28" fmla="*/ 198155 w 454196"/>
              <a:gd name="connsiteY28" fmla="*/ 305120 h 465474"/>
              <a:gd name="connsiteX29" fmla="*/ 198155 w 454196"/>
              <a:gd name="connsiteY29" fmla="*/ 326278 h 465474"/>
              <a:gd name="connsiteX30" fmla="*/ 320610 w 454196"/>
              <a:gd name="connsiteY30" fmla="*/ 394206 h 465474"/>
              <a:gd name="connsiteX31" fmla="*/ 320610 w 454196"/>
              <a:gd name="connsiteY31" fmla="*/ 427613 h 465474"/>
              <a:gd name="connsiteX32" fmla="*/ 141380 w 454196"/>
              <a:gd name="connsiteY32" fmla="*/ 427613 h 465474"/>
              <a:gd name="connsiteX33" fmla="*/ 110210 w 454196"/>
              <a:gd name="connsiteY33" fmla="*/ 400888 h 465474"/>
              <a:gd name="connsiteX34" fmla="*/ 77926 w 454196"/>
              <a:gd name="connsiteY34" fmla="*/ 433181 h 465474"/>
              <a:gd name="connsiteX35" fmla="*/ 110210 w 454196"/>
              <a:gd name="connsiteY35" fmla="*/ 465475 h 465474"/>
              <a:gd name="connsiteX36" fmla="*/ 141380 w 454196"/>
              <a:gd name="connsiteY36" fmla="*/ 438749 h 465474"/>
              <a:gd name="connsiteX37" fmla="*/ 326176 w 454196"/>
              <a:gd name="connsiteY37" fmla="*/ 438749 h 465474"/>
              <a:gd name="connsiteX38" fmla="*/ 331742 w 454196"/>
              <a:gd name="connsiteY38" fmla="*/ 433181 h 465474"/>
              <a:gd name="connsiteX39" fmla="*/ 331742 w 454196"/>
              <a:gd name="connsiteY39" fmla="*/ 394206 h 465474"/>
              <a:gd name="connsiteX40" fmla="*/ 454197 w 454196"/>
              <a:gd name="connsiteY40" fmla="*/ 326278 h 465474"/>
              <a:gd name="connsiteX41" fmla="*/ 454197 w 454196"/>
              <a:gd name="connsiteY41" fmla="*/ 281735 h 465474"/>
              <a:gd name="connsiteX42" fmla="*/ 454197 w 454196"/>
              <a:gd name="connsiteY42" fmla="*/ 281735 h 465474"/>
              <a:gd name="connsiteX43" fmla="*/ 454197 w 454196"/>
              <a:gd name="connsiteY43" fmla="*/ 276167 h 465474"/>
              <a:gd name="connsiteX44" fmla="*/ 454197 w 454196"/>
              <a:gd name="connsiteY44" fmla="*/ 276167 h 465474"/>
              <a:gd name="connsiteX45" fmla="*/ 454197 w 454196"/>
              <a:gd name="connsiteY45" fmla="*/ 216034 h 465474"/>
              <a:gd name="connsiteX46" fmla="*/ 454197 w 454196"/>
              <a:gd name="connsiteY46" fmla="*/ 216034 h 465474"/>
              <a:gd name="connsiteX47" fmla="*/ 454197 w 454196"/>
              <a:gd name="connsiteY47" fmla="*/ 210466 h 465474"/>
              <a:gd name="connsiteX48" fmla="*/ 454197 w 454196"/>
              <a:gd name="connsiteY48" fmla="*/ 210466 h 465474"/>
              <a:gd name="connsiteX49" fmla="*/ 454197 w 454196"/>
              <a:gd name="connsiteY49" fmla="*/ 139197 h 465474"/>
              <a:gd name="connsiteX50" fmla="*/ 454197 w 454196"/>
              <a:gd name="connsiteY50" fmla="*/ 139197 h 465474"/>
              <a:gd name="connsiteX51" fmla="*/ 454197 w 454196"/>
              <a:gd name="connsiteY51" fmla="*/ 139197 h 465474"/>
              <a:gd name="connsiteX52" fmla="*/ 110210 w 454196"/>
              <a:gd name="connsiteY52" fmla="*/ 53452 h 465474"/>
              <a:gd name="connsiteX53" fmla="*/ 89058 w 454196"/>
              <a:gd name="connsiteY53" fmla="*/ 32294 h 465474"/>
              <a:gd name="connsiteX54" fmla="*/ 110210 w 454196"/>
              <a:gd name="connsiteY54" fmla="*/ 11136 h 465474"/>
              <a:gd name="connsiteX55" fmla="*/ 131361 w 454196"/>
              <a:gd name="connsiteY55" fmla="*/ 32294 h 465474"/>
              <a:gd name="connsiteX56" fmla="*/ 110210 w 454196"/>
              <a:gd name="connsiteY56" fmla="*/ 53452 h 465474"/>
              <a:gd name="connsiteX57" fmla="*/ 32284 w 454196"/>
              <a:gd name="connsiteY57" fmla="*/ 187081 h 465474"/>
              <a:gd name="connsiteX58" fmla="*/ 11132 w 454196"/>
              <a:gd name="connsiteY58" fmla="*/ 165923 h 465474"/>
              <a:gd name="connsiteX59" fmla="*/ 32284 w 454196"/>
              <a:gd name="connsiteY59" fmla="*/ 144765 h 465474"/>
              <a:gd name="connsiteX60" fmla="*/ 53435 w 454196"/>
              <a:gd name="connsiteY60" fmla="*/ 165923 h 465474"/>
              <a:gd name="connsiteX61" fmla="*/ 32284 w 454196"/>
              <a:gd name="connsiteY61" fmla="*/ 187081 h 465474"/>
              <a:gd name="connsiteX62" fmla="*/ 32284 w 454196"/>
              <a:gd name="connsiteY62" fmla="*/ 320710 h 465474"/>
              <a:gd name="connsiteX63" fmla="*/ 11132 w 454196"/>
              <a:gd name="connsiteY63" fmla="*/ 299552 h 465474"/>
              <a:gd name="connsiteX64" fmla="*/ 32284 w 454196"/>
              <a:gd name="connsiteY64" fmla="*/ 278394 h 465474"/>
              <a:gd name="connsiteX65" fmla="*/ 53435 w 454196"/>
              <a:gd name="connsiteY65" fmla="*/ 299552 h 465474"/>
              <a:gd name="connsiteX66" fmla="*/ 32284 w 454196"/>
              <a:gd name="connsiteY66" fmla="*/ 320710 h 465474"/>
              <a:gd name="connsiteX67" fmla="*/ 110210 w 454196"/>
              <a:gd name="connsiteY67" fmla="*/ 454339 h 465474"/>
              <a:gd name="connsiteX68" fmla="*/ 89058 w 454196"/>
              <a:gd name="connsiteY68" fmla="*/ 433181 h 465474"/>
              <a:gd name="connsiteX69" fmla="*/ 110210 w 454196"/>
              <a:gd name="connsiteY69" fmla="*/ 412023 h 465474"/>
              <a:gd name="connsiteX70" fmla="*/ 131361 w 454196"/>
              <a:gd name="connsiteY70" fmla="*/ 433181 h 465474"/>
              <a:gd name="connsiteX71" fmla="*/ 110210 w 454196"/>
              <a:gd name="connsiteY71" fmla="*/ 454339 h 465474"/>
              <a:gd name="connsiteX72" fmla="*/ 209287 w 454196"/>
              <a:gd name="connsiteY72" fmla="*/ 167036 h 465474"/>
              <a:gd name="connsiteX73" fmla="*/ 326176 w 454196"/>
              <a:gd name="connsiteY73" fmla="*/ 207125 h 465474"/>
              <a:gd name="connsiteX74" fmla="*/ 443065 w 454196"/>
              <a:gd name="connsiteY74" fmla="*/ 167036 h 465474"/>
              <a:gd name="connsiteX75" fmla="*/ 443065 w 454196"/>
              <a:gd name="connsiteY75" fmla="*/ 201557 h 465474"/>
              <a:gd name="connsiteX76" fmla="*/ 443065 w 454196"/>
              <a:gd name="connsiteY76" fmla="*/ 201557 h 465474"/>
              <a:gd name="connsiteX77" fmla="*/ 326176 w 454196"/>
              <a:gd name="connsiteY77" fmla="*/ 258350 h 465474"/>
              <a:gd name="connsiteX78" fmla="*/ 209287 w 454196"/>
              <a:gd name="connsiteY78" fmla="*/ 201557 h 465474"/>
              <a:gd name="connsiteX79" fmla="*/ 209287 w 454196"/>
              <a:gd name="connsiteY79" fmla="*/ 201557 h 465474"/>
              <a:gd name="connsiteX80" fmla="*/ 209287 w 454196"/>
              <a:gd name="connsiteY80" fmla="*/ 167036 h 465474"/>
              <a:gd name="connsiteX81" fmla="*/ 209287 w 454196"/>
              <a:gd name="connsiteY81" fmla="*/ 167036 h 465474"/>
              <a:gd name="connsiteX82" fmla="*/ 209287 w 454196"/>
              <a:gd name="connsiteY82" fmla="*/ 229397 h 465474"/>
              <a:gd name="connsiteX83" fmla="*/ 326176 w 454196"/>
              <a:gd name="connsiteY83" fmla="*/ 269486 h 465474"/>
              <a:gd name="connsiteX84" fmla="*/ 443065 w 454196"/>
              <a:gd name="connsiteY84" fmla="*/ 229397 h 465474"/>
              <a:gd name="connsiteX85" fmla="*/ 443065 w 454196"/>
              <a:gd name="connsiteY85" fmla="*/ 263918 h 465474"/>
              <a:gd name="connsiteX86" fmla="*/ 443065 w 454196"/>
              <a:gd name="connsiteY86" fmla="*/ 263918 h 465474"/>
              <a:gd name="connsiteX87" fmla="*/ 326176 w 454196"/>
              <a:gd name="connsiteY87" fmla="*/ 320710 h 465474"/>
              <a:gd name="connsiteX88" fmla="*/ 209287 w 454196"/>
              <a:gd name="connsiteY88" fmla="*/ 263918 h 465474"/>
              <a:gd name="connsiteX89" fmla="*/ 209287 w 454196"/>
              <a:gd name="connsiteY89" fmla="*/ 263918 h 465474"/>
              <a:gd name="connsiteX90" fmla="*/ 209287 w 454196"/>
              <a:gd name="connsiteY90" fmla="*/ 229397 h 465474"/>
              <a:gd name="connsiteX91" fmla="*/ 209287 w 454196"/>
              <a:gd name="connsiteY91" fmla="*/ 229397 h 465474"/>
              <a:gd name="connsiteX92" fmla="*/ 320610 w 454196"/>
              <a:gd name="connsiteY92" fmla="*/ 82405 h 465474"/>
              <a:gd name="connsiteX93" fmla="*/ 320610 w 454196"/>
              <a:gd name="connsiteY93" fmla="*/ 132516 h 465474"/>
              <a:gd name="connsiteX94" fmla="*/ 326176 w 454196"/>
              <a:gd name="connsiteY94" fmla="*/ 138084 h 465474"/>
              <a:gd name="connsiteX95" fmla="*/ 331742 w 454196"/>
              <a:gd name="connsiteY95" fmla="*/ 132516 h 465474"/>
              <a:gd name="connsiteX96" fmla="*/ 331742 w 454196"/>
              <a:gd name="connsiteY96" fmla="*/ 82405 h 465474"/>
              <a:gd name="connsiteX97" fmla="*/ 443065 w 454196"/>
              <a:gd name="connsiteY97" fmla="*/ 139197 h 465474"/>
              <a:gd name="connsiteX98" fmla="*/ 326176 w 454196"/>
              <a:gd name="connsiteY98" fmla="*/ 195989 h 465474"/>
              <a:gd name="connsiteX99" fmla="*/ 209287 w 454196"/>
              <a:gd name="connsiteY99" fmla="*/ 139197 h 465474"/>
              <a:gd name="connsiteX100" fmla="*/ 320610 w 454196"/>
              <a:gd name="connsiteY100" fmla="*/ 82405 h 465474"/>
              <a:gd name="connsiteX101" fmla="*/ 326176 w 454196"/>
              <a:gd name="connsiteY101" fmla="*/ 383070 h 465474"/>
              <a:gd name="connsiteX102" fmla="*/ 209287 w 454196"/>
              <a:gd name="connsiteY102" fmla="*/ 326278 h 465474"/>
              <a:gd name="connsiteX103" fmla="*/ 209287 w 454196"/>
              <a:gd name="connsiteY103" fmla="*/ 291757 h 465474"/>
              <a:gd name="connsiteX104" fmla="*/ 326176 w 454196"/>
              <a:gd name="connsiteY104" fmla="*/ 331846 h 465474"/>
              <a:gd name="connsiteX105" fmla="*/ 443065 w 454196"/>
              <a:gd name="connsiteY105" fmla="*/ 291757 h 465474"/>
              <a:gd name="connsiteX106" fmla="*/ 443065 w 454196"/>
              <a:gd name="connsiteY106" fmla="*/ 326278 h 465474"/>
              <a:gd name="connsiteX107" fmla="*/ 326176 w 454196"/>
              <a:gd name="connsiteY107" fmla="*/ 383070 h 46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454196" h="465474">
                <a:moveTo>
                  <a:pt x="454197" y="139197"/>
                </a:moveTo>
                <a:lnTo>
                  <a:pt x="454197" y="139197"/>
                </a:lnTo>
                <a:cubicBezTo>
                  <a:pt x="454197" y="102449"/>
                  <a:pt x="400761" y="73496"/>
                  <a:pt x="331742" y="71269"/>
                </a:cubicBezTo>
                <a:lnTo>
                  <a:pt x="331742" y="32294"/>
                </a:lnTo>
                <a:cubicBezTo>
                  <a:pt x="331742" y="28953"/>
                  <a:pt x="329515" y="26726"/>
                  <a:pt x="326176" y="26726"/>
                </a:cubicBezTo>
                <a:lnTo>
                  <a:pt x="141380" y="26726"/>
                </a:lnTo>
                <a:cubicBezTo>
                  <a:pt x="139153" y="12249"/>
                  <a:pt x="125795" y="0"/>
                  <a:pt x="110210" y="0"/>
                </a:cubicBezTo>
                <a:cubicBezTo>
                  <a:pt x="92398" y="0"/>
                  <a:pt x="77926" y="14476"/>
                  <a:pt x="77926" y="32294"/>
                </a:cubicBezTo>
                <a:cubicBezTo>
                  <a:pt x="77926" y="50111"/>
                  <a:pt x="92398" y="64587"/>
                  <a:pt x="110210" y="64587"/>
                </a:cubicBezTo>
                <a:cubicBezTo>
                  <a:pt x="125795" y="64587"/>
                  <a:pt x="139153" y="53452"/>
                  <a:pt x="141380" y="37862"/>
                </a:cubicBezTo>
                <a:lnTo>
                  <a:pt x="320610" y="37862"/>
                </a:lnTo>
                <a:lnTo>
                  <a:pt x="320610" y="71269"/>
                </a:lnTo>
                <a:cubicBezTo>
                  <a:pt x="251590" y="72382"/>
                  <a:pt x="198155" y="102449"/>
                  <a:pt x="198155" y="139197"/>
                </a:cubicBezTo>
                <a:lnTo>
                  <a:pt x="198155" y="142538"/>
                </a:lnTo>
                <a:lnTo>
                  <a:pt x="198155" y="142538"/>
                </a:lnTo>
                <a:lnTo>
                  <a:pt x="198155" y="160355"/>
                </a:lnTo>
                <a:lnTo>
                  <a:pt x="63454" y="160355"/>
                </a:lnTo>
                <a:cubicBezTo>
                  <a:pt x="61227" y="145879"/>
                  <a:pt x="47869" y="133629"/>
                  <a:pt x="32284" y="133629"/>
                </a:cubicBezTo>
                <a:cubicBezTo>
                  <a:pt x="14472" y="133629"/>
                  <a:pt x="0" y="148106"/>
                  <a:pt x="0" y="165923"/>
                </a:cubicBezTo>
                <a:cubicBezTo>
                  <a:pt x="0" y="183740"/>
                  <a:pt x="14472" y="198217"/>
                  <a:pt x="32284" y="198217"/>
                </a:cubicBezTo>
                <a:cubicBezTo>
                  <a:pt x="47869" y="198217"/>
                  <a:pt x="61227" y="187081"/>
                  <a:pt x="63454" y="171491"/>
                </a:cubicBezTo>
                <a:lnTo>
                  <a:pt x="198155" y="171491"/>
                </a:lnTo>
                <a:lnTo>
                  <a:pt x="198155" y="293984"/>
                </a:lnTo>
                <a:lnTo>
                  <a:pt x="63454" y="293984"/>
                </a:lnTo>
                <a:cubicBezTo>
                  <a:pt x="61227" y="279508"/>
                  <a:pt x="47869" y="267258"/>
                  <a:pt x="32284" y="267258"/>
                </a:cubicBezTo>
                <a:cubicBezTo>
                  <a:pt x="14472" y="267258"/>
                  <a:pt x="0" y="281735"/>
                  <a:pt x="0" y="299552"/>
                </a:cubicBezTo>
                <a:cubicBezTo>
                  <a:pt x="0" y="317369"/>
                  <a:pt x="14472" y="331846"/>
                  <a:pt x="32284" y="331846"/>
                </a:cubicBezTo>
                <a:cubicBezTo>
                  <a:pt x="47869" y="331846"/>
                  <a:pt x="61227" y="320710"/>
                  <a:pt x="63454" y="305120"/>
                </a:cubicBezTo>
                <a:lnTo>
                  <a:pt x="198155" y="305120"/>
                </a:lnTo>
                <a:lnTo>
                  <a:pt x="198155" y="326278"/>
                </a:lnTo>
                <a:cubicBezTo>
                  <a:pt x="198155" y="363026"/>
                  <a:pt x="251590" y="391979"/>
                  <a:pt x="320610" y="394206"/>
                </a:cubicBezTo>
                <a:lnTo>
                  <a:pt x="320610" y="427613"/>
                </a:lnTo>
                <a:lnTo>
                  <a:pt x="141380" y="427613"/>
                </a:lnTo>
                <a:cubicBezTo>
                  <a:pt x="139153" y="413137"/>
                  <a:pt x="125795" y="400888"/>
                  <a:pt x="110210" y="400888"/>
                </a:cubicBezTo>
                <a:cubicBezTo>
                  <a:pt x="92398" y="400888"/>
                  <a:pt x="77926" y="415364"/>
                  <a:pt x="77926" y="433181"/>
                </a:cubicBezTo>
                <a:cubicBezTo>
                  <a:pt x="77926" y="450998"/>
                  <a:pt x="92398" y="465475"/>
                  <a:pt x="110210" y="465475"/>
                </a:cubicBezTo>
                <a:cubicBezTo>
                  <a:pt x="125795" y="465475"/>
                  <a:pt x="139153" y="454339"/>
                  <a:pt x="141380" y="438749"/>
                </a:cubicBezTo>
                <a:lnTo>
                  <a:pt x="326176" y="438749"/>
                </a:lnTo>
                <a:cubicBezTo>
                  <a:pt x="329515" y="438749"/>
                  <a:pt x="331742" y="436522"/>
                  <a:pt x="331742" y="433181"/>
                </a:cubicBezTo>
                <a:lnTo>
                  <a:pt x="331742" y="394206"/>
                </a:lnTo>
                <a:cubicBezTo>
                  <a:pt x="400761" y="393093"/>
                  <a:pt x="454197" y="363026"/>
                  <a:pt x="454197" y="326278"/>
                </a:cubicBezTo>
                <a:lnTo>
                  <a:pt x="454197" y="281735"/>
                </a:lnTo>
                <a:lnTo>
                  <a:pt x="454197" y="281735"/>
                </a:lnTo>
                <a:lnTo>
                  <a:pt x="454197" y="276167"/>
                </a:lnTo>
                <a:lnTo>
                  <a:pt x="454197" y="276167"/>
                </a:lnTo>
                <a:lnTo>
                  <a:pt x="454197" y="216034"/>
                </a:lnTo>
                <a:lnTo>
                  <a:pt x="454197" y="216034"/>
                </a:lnTo>
                <a:lnTo>
                  <a:pt x="454197" y="210466"/>
                </a:lnTo>
                <a:lnTo>
                  <a:pt x="454197" y="210466"/>
                </a:lnTo>
                <a:lnTo>
                  <a:pt x="454197" y="139197"/>
                </a:lnTo>
                <a:lnTo>
                  <a:pt x="454197" y="139197"/>
                </a:lnTo>
                <a:lnTo>
                  <a:pt x="454197" y="139197"/>
                </a:lnTo>
                <a:close/>
                <a:moveTo>
                  <a:pt x="110210" y="53452"/>
                </a:moveTo>
                <a:cubicBezTo>
                  <a:pt x="99077" y="53452"/>
                  <a:pt x="89058" y="44543"/>
                  <a:pt x="89058" y="32294"/>
                </a:cubicBezTo>
                <a:cubicBezTo>
                  <a:pt x="89058" y="20044"/>
                  <a:pt x="97964" y="11136"/>
                  <a:pt x="110210" y="11136"/>
                </a:cubicBezTo>
                <a:cubicBezTo>
                  <a:pt x="122455" y="11136"/>
                  <a:pt x="131361" y="21158"/>
                  <a:pt x="131361" y="32294"/>
                </a:cubicBezTo>
                <a:cubicBezTo>
                  <a:pt x="131361" y="43430"/>
                  <a:pt x="121342" y="53452"/>
                  <a:pt x="110210" y="53452"/>
                </a:cubicBezTo>
                <a:close/>
                <a:moveTo>
                  <a:pt x="32284" y="187081"/>
                </a:moveTo>
                <a:cubicBezTo>
                  <a:pt x="21152" y="187081"/>
                  <a:pt x="11132" y="178172"/>
                  <a:pt x="11132" y="165923"/>
                </a:cubicBezTo>
                <a:cubicBezTo>
                  <a:pt x="11132" y="153674"/>
                  <a:pt x="20039" y="144765"/>
                  <a:pt x="32284" y="144765"/>
                </a:cubicBezTo>
                <a:cubicBezTo>
                  <a:pt x="44529" y="144765"/>
                  <a:pt x="53435" y="154787"/>
                  <a:pt x="53435" y="165923"/>
                </a:cubicBezTo>
                <a:cubicBezTo>
                  <a:pt x="53435" y="177059"/>
                  <a:pt x="43416" y="187081"/>
                  <a:pt x="32284" y="187081"/>
                </a:cubicBezTo>
                <a:close/>
                <a:moveTo>
                  <a:pt x="32284" y="320710"/>
                </a:moveTo>
                <a:cubicBezTo>
                  <a:pt x="21152" y="320710"/>
                  <a:pt x="11132" y="311801"/>
                  <a:pt x="11132" y="299552"/>
                </a:cubicBezTo>
                <a:cubicBezTo>
                  <a:pt x="11132" y="287303"/>
                  <a:pt x="20039" y="278394"/>
                  <a:pt x="32284" y="278394"/>
                </a:cubicBezTo>
                <a:cubicBezTo>
                  <a:pt x="44529" y="278394"/>
                  <a:pt x="53435" y="288416"/>
                  <a:pt x="53435" y="299552"/>
                </a:cubicBezTo>
                <a:cubicBezTo>
                  <a:pt x="53435" y="310688"/>
                  <a:pt x="43416" y="320710"/>
                  <a:pt x="32284" y="320710"/>
                </a:cubicBezTo>
                <a:close/>
                <a:moveTo>
                  <a:pt x="110210" y="454339"/>
                </a:moveTo>
                <a:cubicBezTo>
                  <a:pt x="99077" y="454339"/>
                  <a:pt x="89058" y="445431"/>
                  <a:pt x="89058" y="433181"/>
                </a:cubicBezTo>
                <a:cubicBezTo>
                  <a:pt x="89058" y="420932"/>
                  <a:pt x="97964" y="412023"/>
                  <a:pt x="110210" y="412023"/>
                </a:cubicBezTo>
                <a:cubicBezTo>
                  <a:pt x="122455" y="412023"/>
                  <a:pt x="131361" y="420932"/>
                  <a:pt x="131361" y="433181"/>
                </a:cubicBezTo>
                <a:cubicBezTo>
                  <a:pt x="131361" y="445431"/>
                  <a:pt x="121342" y="454339"/>
                  <a:pt x="110210" y="454339"/>
                </a:cubicBezTo>
                <a:close/>
                <a:moveTo>
                  <a:pt x="209287" y="167036"/>
                </a:moveTo>
                <a:cubicBezTo>
                  <a:pt x="229325" y="190422"/>
                  <a:pt x="273854" y="207125"/>
                  <a:pt x="326176" y="207125"/>
                </a:cubicBezTo>
                <a:cubicBezTo>
                  <a:pt x="378497" y="207125"/>
                  <a:pt x="423026" y="190422"/>
                  <a:pt x="443065" y="167036"/>
                </a:cubicBezTo>
                <a:lnTo>
                  <a:pt x="443065" y="201557"/>
                </a:lnTo>
                <a:lnTo>
                  <a:pt x="443065" y="201557"/>
                </a:lnTo>
                <a:cubicBezTo>
                  <a:pt x="443065" y="232738"/>
                  <a:pt x="389629" y="258350"/>
                  <a:pt x="326176" y="258350"/>
                </a:cubicBezTo>
                <a:cubicBezTo>
                  <a:pt x="262722" y="258350"/>
                  <a:pt x="209287" y="232738"/>
                  <a:pt x="209287" y="201557"/>
                </a:cubicBezTo>
                <a:lnTo>
                  <a:pt x="209287" y="201557"/>
                </a:lnTo>
                <a:lnTo>
                  <a:pt x="209287" y="167036"/>
                </a:lnTo>
                <a:lnTo>
                  <a:pt x="209287" y="167036"/>
                </a:lnTo>
                <a:close/>
                <a:moveTo>
                  <a:pt x="209287" y="229397"/>
                </a:moveTo>
                <a:cubicBezTo>
                  <a:pt x="229325" y="252782"/>
                  <a:pt x="273854" y="269486"/>
                  <a:pt x="326176" y="269486"/>
                </a:cubicBezTo>
                <a:cubicBezTo>
                  <a:pt x="378497" y="269486"/>
                  <a:pt x="423026" y="252782"/>
                  <a:pt x="443065" y="229397"/>
                </a:cubicBezTo>
                <a:lnTo>
                  <a:pt x="443065" y="263918"/>
                </a:lnTo>
                <a:lnTo>
                  <a:pt x="443065" y="263918"/>
                </a:lnTo>
                <a:cubicBezTo>
                  <a:pt x="443065" y="295098"/>
                  <a:pt x="389629" y="320710"/>
                  <a:pt x="326176" y="320710"/>
                </a:cubicBezTo>
                <a:cubicBezTo>
                  <a:pt x="262722" y="320710"/>
                  <a:pt x="209287" y="295098"/>
                  <a:pt x="209287" y="263918"/>
                </a:cubicBezTo>
                <a:lnTo>
                  <a:pt x="209287" y="263918"/>
                </a:lnTo>
                <a:lnTo>
                  <a:pt x="209287" y="229397"/>
                </a:lnTo>
                <a:lnTo>
                  <a:pt x="209287" y="229397"/>
                </a:lnTo>
                <a:close/>
                <a:moveTo>
                  <a:pt x="320610" y="82405"/>
                </a:moveTo>
                <a:lnTo>
                  <a:pt x="320610" y="132516"/>
                </a:lnTo>
                <a:cubicBezTo>
                  <a:pt x="320610" y="135856"/>
                  <a:pt x="322836" y="138084"/>
                  <a:pt x="326176" y="138084"/>
                </a:cubicBezTo>
                <a:cubicBezTo>
                  <a:pt x="329515" y="138084"/>
                  <a:pt x="331742" y="135856"/>
                  <a:pt x="331742" y="132516"/>
                </a:cubicBezTo>
                <a:lnTo>
                  <a:pt x="331742" y="82405"/>
                </a:lnTo>
                <a:cubicBezTo>
                  <a:pt x="392969" y="83518"/>
                  <a:pt x="443065" y="109130"/>
                  <a:pt x="443065" y="139197"/>
                </a:cubicBezTo>
                <a:cubicBezTo>
                  <a:pt x="443065" y="169264"/>
                  <a:pt x="389629" y="195989"/>
                  <a:pt x="326176" y="195989"/>
                </a:cubicBezTo>
                <a:cubicBezTo>
                  <a:pt x="262722" y="195989"/>
                  <a:pt x="209287" y="170377"/>
                  <a:pt x="209287" y="139197"/>
                </a:cubicBezTo>
                <a:cubicBezTo>
                  <a:pt x="209287" y="109130"/>
                  <a:pt x="259382" y="83518"/>
                  <a:pt x="320610" y="82405"/>
                </a:cubicBezTo>
                <a:close/>
                <a:moveTo>
                  <a:pt x="326176" y="383070"/>
                </a:moveTo>
                <a:cubicBezTo>
                  <a:pt x="262722" y="383070"/>
                  <a:pt x="209287" y="357458"/>
                  <a:pt x="209287" y="326278"/>
                </a:cubicBezTo>
                <a:lnTo>
                  <a:pt x="209287" y="291757"/>
                </a:lnTo>
                <a:cubicBezTo>
                  <a:pt x="229325" y="315142"/>
                  <a:pt x="273854" y="331846"/>
                  <a:pt x="326176" y="331846"/>
                </a:cubicBezTo>
                <a:cubicBezTo>
                  <a:pt x="378497" y="331846"/>
                  <a:pt x="423026" y="315142"/>
                  <a:pt x="443065" y="291757"/>
                </a:cubicBezTo>
                <a:lnTo>
                  <a:pt x="443065" y="326278"/>
                </a:lnTo>
                <a:cubicBezTo>
                  <a:pt x="443065" y="357458"/>
                  <a:pt x="389629" y="383070"/>
                  <a:pt x="326176" y="383070"/>
                </a:cubicBez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Freeform 1061">
            <a:extLst>
              <a:ext uri="{FF2B5EF4-FFF2-40B4-BE49-F238E27FC236}">
                <a16:creationId xmlns:a16="http://schemas.microsoft.com/office/drawing/2014/main" id="{1C2C2112-25F1-E4C4-055D-7BBE08380738}"/>
              </a:ext>
            </a:extLst>
          </p:cNvPr>
          <p:cNvSpPr/>
          <p:nvPr/>
        </p:nvSpPr>
        <p:spPr>
          <a:xfrm>
            <a:off x="9947921" y="1790929"/>
            <a:ext cx="1542931" cy="3276142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reeform 1161">
            <a:extLst>
              <a:ext uri="{FF2B5EF4-FFF2-40B4-BE49-F238E27FC236}">
                <a16:creationId xmlns:a16="http://schemas.microsoft.com/office/drawing/2014/main" id="{198477E3-699C-D2CB-C73D-CA887AE695D7}"/>
              </a:ext>
            </a:extLst>
          </p:cNvPr>
          <p:cNvSpPr/>
          <p:nvPr/>
        </p:nvSpPr>
        <p:spPr>
          <a:xfrm>
            <a:off x="5068949" y="4905675"/>
            <a:ext cx="1802788" cy="1144756"/>
          </a:xfrm>
          <a:custGeom>
            <a:avLst/>
            <a:gdLst>
              <a:gd name="connsiteX0" fmla="*/ 1703236 w 1704349"/>
              <a:gd name="connsiteY0" fmla="*/ 1144757 h 1144756"/>
              <a:gd name="connsiteX1" fmla="*/ 0 w 1704349"/>
              <a:gd name="connsiteY1" fmla="*/ 1144757 h 1144756"/>
              <a:gd name="connsiteX2" fmla="*/ 0 w 1704349"/>
              <a:gd name="connsiteY2" fmla="*/ 0 h 1144756"/>
              <a:gd name="connsiteX3" fmla="*/ 1704350 w 1704349"/>
              <a:gd name="connsiteY3" fmla="*/ 0 h 1144756"/>
              <a:gd name="connsiteX4" fmla="*/ 1704350 w 1704349"/>
              <a:gd name="connsiteY4" fmla="*/ 1144757 h 1144756"/>
              <a:gd name="connsiteX5" fmla="*/ 11132 w 1704349"/>
              <a:gd name="connsiteY5" fmla="*/ 1133621 h 1144756"/>
              <a:gd name="connsiteX6" fmla="*/ 1693217 w 1704349"/>
              <a:gd name="connsiteY6" fmla="*/ 1133621 h 1144756"/>
              <a:gd name="connsiteX7" fmla="*/ 1693217 w 1704349"/>
              <a:gd name="connsiteY7" fmla="*/ 11136 h 1144756"/>
              <a:gd name="connsiteX8" fmla="*/ 11132 w 1704349"/>
              <a:gd name="connsiteY8" fmla="*/ 11136 h 1144756"/>
              <a:gd name="connsiteX9" fmla="*/ 11132 w 1704349"/>
              <a:gd name="connsiteY9" fmla="*/ 1133621 h 114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4349" h="1144756">
                <a:moveTo>
                  <a:pt x="1703236" y="1144757"/>
                </a:moveTo>
                <a:lnTo>
                  <a:pt x="0" y="1144757"/>
                </a:lnTo>
                <a:lnTo>
                  <a:pt x="0" y="0"/>
                </a:lnTo>
                <a:lnTo>
                  <a:pt x="1704350" y="0"/>
                </a:lnTo>
                <a:lnTo>
                  <a:pt x="1704350" y="1144757"/>
                </a:lnTo>
                <a:close/>
                <a:moveTo>
                  <a:pt x="11132" y="1133621"/>
                </a:moveTo>
                <a:lnTo>
                  <a:pt x="1693217" y="1133621"/>
                </a:lnTo>
                <a:lnTo>
                  <a:pt x="1693217" y="11136"/>
                </a:lnTo>
                <a:lnTo>
                  <a:pt x="11132" y="11136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Freeform 1203">
            <a:extLst>
              <a:ext uri="{FF2B5EF4-FFF2-40B4-BE49-F238E27FC236}">
                <a16:creationId xmlns:a16="http://schemas.microsoft.com/office/drawing/2014/main" id="{F1105CBD-761A-D700-1DF3-D1EECFB5C12E}"/>
              </a:ext>
            </a:extLst>
          </p:cNvPr>
          <p:cNvSpPr/>
          <p:nvPr/>
        </p:nvSpPr>
        <p:spPr>
          <a:xfrm>
            <a:off x="1606337" y="2078343"/>
            <a:ext cx="1208963" cy="1143643"/>
          </a:xfrm>
          <a:custGeom>
            <a:avLst/>
            <a:gdLst>
              <a:gd name="connsiteX0" fmla="*/ 1208964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4 w 1208963"/>
              <a:gd name="connsiteY3" fmla="*/ 0 h 1143643"/>
              <a:gd name="connsiteX4" fmla="*/ 1208964 w 1208963"/>
              <a:gd name="connsiteY4" fmla="*/ 1143643 h 1143643"/>
              <a:gd name="connsiteX5" fmla="*/ 10019 w 1208963"/>
              <a:gd name="connsiteY5" fmla="*/ 1133621 h 1143643"/>
              <a:gd name="connsiteX6" fmla="*/ 1197831 w 1208963"/>
              <a:gd name="connsiteY6" fmla="*/ 1133621 h 1143643"/>
              <a:gd name="connsiteX7" fmla="*/ 1197831 w 1208963"/>
              <a:gd name="connsiteY7" fmla="*/ 10022 h 1143643"/>
              <a:gd name="connsiteX8" fmla="*/ 10019 w 1208963"/>
              <a:gd name="connsiteY8" fmla="*/ 10022 h 1143643"/>
              <a:gd name="connsiteX9" fmla="*/ 10019 w 1208963"/>
              <a:gd name="connsiteY9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8963" h="1143643">
                <a:moveTo>
                  <a:pt x="1208964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4" y="0"/>
                </a:lnTo>
                <a:lnTo>
                  <a:pt x="1208964" y="1143643"/>
                </a:lnTo>
                <a:close/>
                <a:moveTo>
                  <a:pt x="10019" y="1133621"/>
                </a:moveTo>
                <a:lnTo>
                  <a:pt x="1197831" y="1133621"/>
                </a:lnTo>
                <a:lnTo>
                  <a:pt x="1197831" y="10022"/>
                </a:lnTo>
                <a:lnTo>
                  <a:pt x="10019" y="10022"/>
                </a:lnTo>
                <a:cubicBezTo>
                  <a:pt x="10019" y="10022"/>
                  <a:pt x="10019" y="1133621"/>
                  <a:pt x="10019" y="1133621"/>
                </a:cubicBez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B16E56-BBF4-7F43-8F78-D3AC1658F16B}"/>
              </a:ext>
            </a:extLst>
          </p:cNvPr>
          <p:cNvSpPr/>
          <p:nvPr/>
        </p:nvSpPr>
        <p:spPr>
          <a:xfrm>
            <a:off x="1708197" y="1973216"/>
            <a:ext cx="994110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AB8276-A2BA-A2EC-2ABF-6AA891245E42}"/>
              </a:ext>
            </a:extLst>
          </p:cNvPr>
          <p:cNvSpPr/>
          <p:nvPr/>
        </p:nvSpPr>
        <p:spPr>
          <a:xfrm>
            <a:off x="7611878" y="1900288"/>
            <a:ext cx="1067585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INFERENCE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38A6E4-4A52-B579-0058-894D85DE39FF}"/>
              </a:ext>
            </a:extLst>
          </p:cNvPr>
          <p:cNvSpPr/>
          <p:nvPr/>
        </p:nvSpPr>
        <p:spPr>
          <a:xfrm>
            <a:off x="5146448" y="4799434"/>
            <a:ext cx="1627025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MCP Servers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0B934E-E6DE-AF08-9EB9-2B5D9E8709A6}"/>
              </a:ext>
            </a:extLst>
          </p:cNvPr>
          <p:cNvCxnSpPr>
            <a:cxnSpLocks/>
          </p:cNvCxnSpPr>
          <p:nvPr/>
        </p:nvCxnSpPr>
        <p:spPr>
          <a:xfrm>
            <a:off x="2886548" y="2744510"/>
            <a:ext cx="78259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DBB7C8-82DF-B851-44AD-29D6913331A6}"/>
              </a:ext>
            </a:extLst>
          </p:cNvPr>
          <p:cNvCxnSpPr>
            <a:cxnSpLocks/>
          </p:cNvCxnSpPr>
          <p:nvPr/>
        </p:nvCxnSpPr>
        <p:spPr>
          <a:xfrm>
            <a:off x="2815300" y="2615658"/>
            <a:ext cx="78259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A20B9A5-8ED6-345F-6DFD-A9696DDA4332}"/>
              </a:ext>
            </a:extLst>
          </p:cNvPr>
          <p:cNvSpPr txBox="1"/>
          <p:nvPr/>
        </p:nvSpPr>
        <p:spPr>
          <a:xfrm>
            <a:off x="380987" y="2886148"/>
            <a:ext cx="986586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End 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5717D-8DB0-163E-114B-FC85FC09AC02}"/>
              </a:ext>
            </a:extLst>
          </p:cNvPr>
          <p:cNvSpPr txBox="1"/>
          <p:nvPr/>
        </p:nvSpPr>
        <p:spPr>
          <a:xfrm>
            <a:off x="10340464" y="2916588"/>
            <a:ext cx="735581" cy="165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Databases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976DA9-F2C7-1487-AE89-1C3A1702D121}"/>
              </a:ext>
            </a:extLst>
          </p:cNvPr>
          <p:cNvSpPr txBox="1"/>
          <p:nvPr/>
        </p:nvSpPr>
        <p:spPr>
          <a:xfrm>
            <a:off x="10340463" y="3834716"/>
            <a:ext cx="735581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Websites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E83AC-8886-C4B4-8ED1-3C19FA2988D7}"/>
              </a:ext>
            </a:extLst>
          </p:cNvPr>
          <p:cNvSpPr/>
          <p:nvPr/>
        </p:nvSpPr>
        <p:spPr>
          <a:xfrm>
            <a:off x="10223794" y="1612172"/>
            <a:ext cx="968918" cy="342401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DOWNSTREAM SERVICES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CFAA6F-8644-A453-1B62-D8CAF4D93D54}"/>
              </a:ext>
            </a:extLst>
          </p:cNvPr>
          <p:cNvCxnSpPr>
            <a:cxnSpLocks/>
          </p:cNvCxnSpPr>
          <p:nvPr/>
        </p:nvCxnSpPr>
        <p:spPr>
          <a:xfrm>
            <a:off x="9093815" y="2624991"/>
            <a:ext cx="59817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A41C1F-3D53-E2B5-D782-CEF472B9C1E3}"/>
              </a:ext>
            </a:extLst>
          </p:cNvPr>
          <p:cNvCxnSpPr>
            <a:cxnSpLocks/>
          </p:cNvCxnSpPr>
          <p:nvPr/>
        </p:nvCxnSpPr>
        <p:spPr>
          <a:xfrm>
            <a:off x="9093815" y="4629862"/>
            <a:ext cx="59817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B7D3DE-E759-BB92-5B54-9631FE14E111}"/>
              </a:ext>
            </a:extLst>
          </p:cNvPr>
          <p:cNvCxnSpPr>
            <a:cxnSpLocks/>
          </p:cNvCxnSpPr>
          <p:nvPr/>
        </p:nvCxnSpPr>
        <p:spPr>
          <a:xfrm>
            <a:off x="9097602" y="3679671"/>
            <a:ext cx="59438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03EED6-D2E8-E4A2-D7C8-49B3F8BCB2FD}"/>
              </a:ext>
            </a:extLst>
          </p:cNvPr>
          <p:cNvCxnSpPr>
            <a:cxnSpLocks/>
          </p:cNvCxnSpPr>
          <p:nvPr/>
        </p:nvCxnSpPr>
        <p:spPr>
          <a:xfrm>
            <a:off x="9093815" y="2624991"/>
            <a:ext cx="0" cy="1735757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2E5078-065F-EAFD-2D10-9F448952200B}"/>
              </a:ext>
            </a:extLst>
          </p:cNvPr>
          <p:cNvCxnSpPr>
            <a:cxnSpLocks/>
          </p:cNvCxnSpPr>
          <p:nvPr/>
        </p:nvCxnSpPr>
        <p:spPr>
          <a:xfrm>
            <a:off x="1084318" y="2687469"/>
            <a:ext cx="419750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CD18030B-8450-AF36-9E15-326A1E64A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565" y="2312389"/>
            <a:ext cx="561509" cy="561509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117A965-D045-3A56-25AC-7A48EA248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522" y="2317561"/>
            <a:ext cx="551421" cy="55142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8E7C852-23C3-DA29-3F7D-0170D564AC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2995" y="3242451"/>
            <a:ext cx="660397" cy="66039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3E8C7F4-48A4-29B2-A105-7063895832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5217" y="2368341"/>
            <a:ext cx="546594" cy="54659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C9078FC-304B-3B86-BA41-D2DE2FC771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8041" y="2327260"/>
            <a:ext cx="597623" cy="597623"/>
          </a:xfrm>
          <a:prstGeom prst="rect">
            <a:avLst/>
          </a:prstGeom>
        </p:spPr>
      </p:pic>
      <p:sp>
        <p:nvSpPr>
          <p:cNvPr id="27" name="Freeform 798">
            <a:extLst>
              <a:ext uri="{FF2B5EF4-FFF2-40B4-BE49-F238E27FC236}">
                <a16:creationId xmlns:a16="http://schemas.microsoft.com/office/drawing/2014/main" id="{DA549909-3FD1-B36B-F307-E58CFA77198C}"/>
              </a:ext>
            </a:extLst>
          </p:cNvPr>
          <p:cNvSpPr/>
          <p:nvPr/>
        </p:nvSpPr>
        <p:spPr>
          <a:xfrm>
            <a:off x="3681178" y="2092517"/>
            <a:ext cx="1208963" cy="1143643"/>
          </a:xfrm>
          <a:custGeom>
            <a:avLst/>
            <a:gdLst>
              <a:gd name="connsiteX0" fmla="*/ 1208963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3 w 1208963"/>
              <a:gd name="connsiteY3" fmla="*/ 0 h 1143643"/>
              <a:gd name="connsiteX4" fmla="*/ 1208963 w 1208963"/>
              <a:gd name="connsiteY4" fmla="*/ 1143643 h 1143643"/>
              <a:gd name="connsiteX5" fmla="*/ 11132 w 1208963"/>
              <a:gd name="connsiteY5" fmla="*/ 1133621 h 1143643"/>
              <a:gd name="connsiteX6" fmla="*/ 1198945 w 1208963"/>
              <a:gd name="connsiteY6" fmla="*/ 1133621 h 1143643"/>
              <a:gd name="connsiteX7" fmla="*/ 1198945 w 1208963"/>
              <a:gd name="connsiteY7" fmla="*/ 11136 h 1143643"/>
              <a:gd name="connsiteX8" fmla="*/ 11132 w 1208963"/>
              <a:gd name="connsiteY8" fmla="*/ 11136 h 1143643"/>
              <a:gd name="connsiteX9" fmla="*/ 11132 w 1208963"/>
              <a:gd name="connsiteY9" fmla="*/ 1133621 h 1143643"/>
              <a:gd name="connsiteX10" fmla="*/ 11132 w 1208963"/>
              <a:gd name="connsiteY10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8963" h="1143643">
                <a:moveTo>
                  <a:pt x="1208963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3" y="0"/>
                </a:lnTo>
                <a:lnTo>
                  <a:pt x="1208963" y="1143643"/>
                </a:lnTo>
                <a:close/>
                <a:moveTo>
                  <a:pt x="11132" y="1133621"/>
                </a:moveTo>
                <a:lnTo>
                  <a:pt x="1198945" y="1133621"/>
                </a:lnTo>
                <a:lnTo>
                  <a:pt x="119894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0E3F76-8157-BB01-343C-32794EFE354A}"/>
              </a:ext>
            </a:extLst>
          </p:cNvPr>
          <p:cNvSpPr/>
          <p:nvPr/>
        </p:nvSpPr>
        <p:spPr>
          <a:xfrm>
            <a:off x="3734029" y="1913348"/>
            <a:ext cx="1099680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 ORCHESTRATION</a:t>
            </a:r>
          </a:p>
        </p:txBody>
      </p:sp>
      <p:sp>
        <p:nvSpPr>
          <p:cNvPr id="29" name="Freeform 889">
            <a:extLst>
              <a:ext uri="{FF2B5EF4-FFF2-40B4-BE49-F238E27FC236}">
                <a16:creationId xmlns:a16="http://schemas.microsoft.com/office/drawing/2014/main" id="{42F3AB80-7525-5337-15CE-6818E0D02AF7}"/>
              </a:ext>
            </a:extLst>
          </p:cNvPr>
          <p:cNvSpPr/>
          <p:nvPr/>
        </p:nvSpPr>
        <p:spPr>
          <a:xfrm>
            <a:off x="1060175" y="4894515"/>
            <a:ext cx="2621647" cy="1144756"/>
          </a:xfrm>
          <a:custGeom>
            <a:avLst/>
            <a:gdLst>
              <a:gd name="connsiteX0" fmla="*/ 2621648 w 2621647"/>
              <a:gd name="connsiteY0" fmla="*/ 1144757 h 1144756"/>
              <a:gd name="connsiteX1" fmla="*/ 0 w 2621647"/>
              <a:gd name="connsiteY1" fmla="*/ 1144757 h 1144756"/>
              <a:gd name="connsiteX2" fmla="*/ 0 w 2621647"/>
              <a:gd name="connsiteY2" fmla="*/ 0 h 1144756"/>
              <a:gd name="connsiteX3" fmla="*/ 2621648 w 2621647"/>
              <a:gd name="connsiteY3" fmla="*/ 0 h 1144756"/>
              <a:gd name="connsiteX4" fmla="*/ 2621648 w 2621647"/>
              <a:gd name="connsiteY4" fmla="*/ 1144757 h 1144756"/>
              <a:gd name="connsiteX5" fmla="*/ 2621648 w 2621647"/>
              <a:gd name="connsiteY5" fmla="*/ 1144757 h 1144756"/>
              <a:gd name="connsiteX6" fmla="*/ 11132 w 2621647"/>
              <a:gd name="connsiteY6" fmla="*/ 1133621 h 1144756"/>
              <a:gd name="connsiteX7" fmla="*/ 2610515 w 2621647"/>
              <a:gd name="connsiteY7" fmla="*/ 1133621 h 1144756"/>
              <a:gd name="connsiteX8" fmla="*/ 2610515 w 2621647"/>
              <a:gd name="connsiteY8" fmla="*/ 11136 h 1144756"/>
              <a:gd name="connsiteX9" fmla="*/ 11132 w 2621647"/>
              <a:gd name="connsiteY9" fmla="*/ 11136 h 1144756"/>
              <a:gd name="connsiteX10" fmla="*/ 11132 w 2621647"/>
              <a:gd name="connsiteY10" fmla="*/ 1133621 h 1144756"/>
              <a:gd name="connsiteX11" fmla="*/ 11132 w 2621647"/>
              <a:gd name="connsiteY11" fmla="*/ 1133621 h 114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21647" h="1144756">
                <a:moveTo>
                  <a:pt x="2621648" y="1144757"/>
                </a:moveTo>
                <a:lnTo>
                  <a:pt x="0" y="1144757"/>
                </a:lnTo>
                <a:lnTo>
                  <a:pt x="0" y="0"/>
                </a:lnTo>
                <a:lnTo>
                  <a:pt x="2621648" y="0"/>
                </a:lnTo>
                <a:lnTo>
                  <a:pt x="2621648" y="1144757"/>
                </a:lnTo>
                <a:lnTo>
                  <a:pt x="2621648" y="1144757"/>
                </a:lnTo>
                <a:close/>
                <a:moveTo>
                  <a:pt x="11132" y="1133621"/>
                </a:moveTo>
                <a:lnTo>
                  <a:pt x="2610515" y="1133621"/>
                </a:lnTo>
                <a:lnTo>
                  <a:pt x="261051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D910F7-3604-5FB5-1EF2-188965D53173}"/>
              </a:ext>
            </a:extLst>
          </p:cNvPr>
          <p:cNvSpPr/>
          <p:nvPr/>
        </p:nvSpPr>
        <p:spPr>
          <a:xfrm>
            <a:off x="1271408" y="4742583"/>
            <a:ext cx="2211426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RETRIEVAL AUGMENTATION SERVICES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9D9784-E6D8-E711-4292-606B8356E6E1}"/>
              </a:ext>
            </a:extLst>
          </p:cNvPr>
          <p:cNvSpPr txBox="1"/>
          <p:nvPr/>
        </p:nvSpPr>
        <p:spPr>
          <a:xfrm>
            <a:off x="1854490" y="5688462"/>
            <a:ext cx="1141619" cy="343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Knowledge Corpus Data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9A6F6E3-3533-C9E9-8BC0-265C18F4C0E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5235" y="5141324"/>
            <a:ext cx="563415" cy="563415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D43A75-6BAD-1397-CBA0-C77E17388F48}"/>
              </a:ext>
            </a:extLst>
          </p:cNvPr>
          <p:cNvCxnSpPr>
            <a:cxnSpLocks/>
          </p:cNvCxnSpPr>
          <p:nvPr/>
        </p:nvCxnSpPr>
        <p:spPr>
          <a:xfrm>
            <a:off x="3709228" y="5581948"/>
            <a:ext cx="473962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29D1CD-1991-8485-7BC4-F1C239118FAC}"/>
              </a:ext>
            </a:extLst>
          </p:cNvPr>
          <p:cNvCxnSpPr>
            <a:cxnSpLocks/>
          </p:cNvCxnSpPr>
          <p:nvPr/>
        </p:nvCxnSpPr>
        <p:spPr>
          <a:xfrm flipV="1">
            <a:off x="3975965" y="3329126"/>
            <a:ext cx="0" cy="196933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76E14EDD-FF54-0455-6749-0600480D83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23447" y="2509644"/>
            <a:ext cx="390525" cy="3048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5D48B65D-2871-1435-495D-602E1B678E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0500389" y="4164088"/>
            <a:ext cx="476250" cy="47625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F75FE2D-96DE-A007-821C-428B4F6244DE}"/>
              </a:ext>
            </a:extLst>
          </p:cNvPr>
          <p:cNvSpPr txBox="1"/>
          <p:nvPr/>
        </p:nvSpPr>
        <p:spPr>
          <a:xfrm>
            <a:off x="10340463" y="4634992"/>
            <a:ext cx="735581" cy="165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Queues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E0DE22-4C6D-638D-50B1-3582F167AE4D}"/>
              </a:ext>
            </a:extLst>
          </p:cNvPr>
          <p:cNvCxnSpPr>
            <a:cxnSpLocks/>
          </p:cNvCxnSpPr>
          <p:nvPr/>
        </p:nvCxnSpPr>
        <p:spPr>
          <a:xfrm flipV="1">
            <a:off x="4183190" y="3236160"/>
            <a:ext cx="0" cy="2345788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A03F7E-BFD5-A39E-441A-DB39895290F6}"/>
              </a:ext>
            </a:extLst>
          </p:cNvPr>
          <p:cNvCxnSpPr>
            <a:cxnSpLocks/>
          </p:cNvCxnSpPr>
          <p:nvPr/>
        </p:nvCxnSpPr>
        <p:spPr>
          <a:xfrm flipH="1">
            <a:off x="6871737" y="5527168"/>
            <a:ext cx="2222078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F613F59-794F-167C-4663-5E9EDFB80D27}"/>
              </a:ext>
            </a:extLst>
          </p:cNvPr>
          <p:cNvCxnSpPr>
            <a:cxnSpLocks/>
          </p:cNvCxnSpPr>
          <p:nvPr/>
        </p:nvCxnSpPr>
        <p:spPr>
          <a:xfrm flipV="1">
            <a:off x="4654415" y="3236160"/>
            <a:ext cx="0" cy="2055014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6AC4907-BC1E-225C-1B1B-AA5997AD10C5}"/>
              </a:ext>
            </a:extLst>
          </p:cNvPr>
          <p:cNvCxnSpPr>
            <a:cxnSpLocks/>
          </p:cNvCxnSpPr>
          <p:nvPr/>
        </p:nvCxnSpPr>
        <p:spPr>
          <a:xfrm flipH="1">
            <a:off x="4654415" y="5291174"/>
            <a:ext cx="35282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92CC0D-D025-EFAC-7414-BD0FBBECE6B2}"/>
              </a:ext>
            </a:extLst>
          </p:cNvPr>
          <p:cNvCxnSpPr>
            <a:cxnSpLocks/>
          </p:cNvCxnSpPr>
          <p:nvPr/>
        </p:nvCxnSpPr>
        <p:spPr>
          <a:xfrm flipH="1">
            <a:off x="4447190" y="5581948"/>
            <a:ext cx="621759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34BB9CB-0A27-4515-4419-B9D85E4DFBD9}"/>
              </a:ext>
            </a:extLst>
          </p:cNvPr>
          <p:cNvCxnSpPr>
            <a:cxnSpLocks/>
          </p:cNvCxnSpPr>
          <p:nvPr/>
        </p:nvCxnSpPr>
        <p:spPr>
          <a:xfrm flipH="1" flipV="1">
            <a:off x="4447190" y="3329126"/>
            <a:ext cx="313" cy="2252822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ABF903-19E8-44E0-B01D-A82C596021A9}"/>
              </a:ext>
            </a:extLst>
          </p:cNvPr>
          <p:cNvCxnSpPr>
            <a:cxnSpLocks/>
          </p:cNvCxnSpPr>
          <p:nvPr/>
        </p:nvCxnSpPr>
        <p:spPr>
          <a:xfrm flipH="1">
            <a:off x="3681178" y="5298456"/>
            <a:ext cx="294787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51CC19-7EF6-0345-11DB-1DDED1B2C6B3}"/>
              </a:ext>
            </a:extLst>
          </p:cNvPr>
          <p:cNvCxnSpPr>
            <a:cxnSpLocks/>
          </p:cNvCxnSpPr>
          <p:nvPr/>
        </p:nvCxnSpPr>
        <p:spPr>
          <a:xfrm flipV="1">
            <a:off x="9093815" y="4360748"/>
            <a:ext cx="0" cy="116642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sp>
        <p:nvSpPr>
          <p:cNvPr id="46" name="Freeform 1061">
            <a:extLst>
              <a:ext uri="{FF2B5EF4-FFF2-40B4-BE49-F238E27FC236}">
                <a16:creationId xmlns:a16="http://schemas.microsoft.com/office/drawing/2014/main" id="{FE6FED1D-553C-CD04-AC73-87D3EF57E7D3}"/>
              </a:ext>
            </a:extLst>
          </p:cNvPr>
          <p:cNvSpPr/>
          <p:nvPr/>
        </p:nvSpPr>
        <p:spPr>
          <a:xfrm>
            <a:off x="5314907" y="232831"/>
            <a:ext cx="1592042" cy="1194663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AA0EC4-0803-2F5E-72F5-E246379A7F74}"/>
              </a:ext>
            </a:extLst>
          </p:cNvPr>
          <p:cNvSpPr/>
          <p:nvPr/>
        </p:nvSpPr>
        <p:spPr>
          <a:xfrm>
            <a:off x="5590779" y="57135"/>
            <a:ext cx="968918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F5 AI Guardrails</a:t>
            </a:r>
          </a:p>
        </p:txBody>
      </p:sp>
      <p:pic>
        <p:nvPicPr>
          <p:cNvPr id="50" name="Graphic 29">
            <a:extLst>
              <a:ext uri="{FF2B5EF4-FFF2-40B4-BE49-F238E27FC236}">
                <a16:creationId xmlns:a16="http://schemas.microsoft.com/office/drawing/2014/main" id="{67AA742C-98DF-EC8B-442E-1DDF9787B9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41619" y="629427"/>
            <a:ext cx="476250" cy="47625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4406CE2-50B7-7988-A689-13FBCAF29BCE}"/>
              </a:ext>
            </a:extLst>
          </p:cNvPr>
          <p:cNvCxnSpPr>
            <a:cxnSpLocks/>
          </p:cNvCxnSpPr>
          <p:nvPr/>
        </p:nvCxnSpPr>
        <p:spPr>
          <a:xfrm flipV="1">
            <a:off x="4890141" y="2574136"/>
            <a:ext cx="2488859" cy="19007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2281D11-8B8A-4BF2-3796-E68F32D374CB}"/>
              </a:ext>
            </a:extLst>
          </p:cNvPr>
          <p:cNvCxnSpPr>
            <a:cxnSpLocks/>
          </p:cNvCxnSpPr>
          <p:nvPr/>
        </p:nvCxnSpPr>
        <p:spPr>
          <a:xfrm flipV="1">
            <a:off x="4380168" y="799301"/>
            <a:ext cx="766280" cy="899492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688C592-5F04-CB1C-B090-480153C18F60}"/>
              </a:ext>
            </a:extLst>
          </p:cNvPr>
          <p:cNvCxnSpPr>
            <a:cxnSpLocks/>
          </p:cNvCxnSpPr>
          <p:nvPr/>
        </p:nvCxnSpPr>
        <p:spPr>
          <a:xfrm flipH="1">
            <a:off x="4654415" y="1115789"/>
            <a:ext cx="544237" cy="663661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40D6FA8-F506-D761-2AC7-BEB51DA541CE}"/>
              </a:ext>
            </a:extLst>
          </p:cNvPr>
          <p:cNvCxnSpPr>
            <a:cxnSpLocks/>
          </p:cNvCxnSpPr>
          <p:nvPr/>
        </p:nvCxnSpPr>
        <p:spPr>
          <a:xfrm flipH="1">
            <a:off x="5007239" y="2744510"/>
            <a:ext cx="2320750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ECE883F-0830-4DEA-06C1-2E736AFC7381}"/>
              </a:ext>
            </a:extLst>
          </p:cNvPr>
          <p:cNvSpPr txBox="1"/>
          <p:nvPr/>
        </p:nvSpPr>
        <p:spPr>
          <a:xfrm>
            <a:off x="3257453" y="2246142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1BA106-362A-F574-8B00-A2AFC8EFD59D}"/>
              </a:ext>
            </a:extLst>
          </p:cNvPr>
          <p:cNvSpPr txBox="1"/>
          <p:nvPr/>
        </p:nvSpPr>
        <p:spPr>
          <a:xfrm>
            <a:off x="4073926" y="1301469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6616C1-6C28-5617-BB36-05F251CE7D5B}"/>
              </a:ext>
            </a:extLst>
          </p:cNvPr>
          <p:cNvSpPr txBox="1"/>
          <p:nvPr/>
        </p:nvSpPr>
        <p:spPr>
          <a:xfrm>
            <a:off x="4785169" y="1510508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77BBDB-9897-A3F4-BB75-0BD0D350DB05}"/>
              </a:ext>
            </a:extLst>
          </p:cNvPr>
          <p:cNvSpPr txBox="1"/>
          <p:nvPr/>
        </p:nvSpPr>
        <p:spPr>
          <a:xfrm>
            <a:off x="5089641" y="2124147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8D05FF-6F3C-2A9E-3490-81159D7EA1FB}"/>
              </a:ext>
            </a:extLst>
          </p:cNvPr>
          <p:cNvSpPr txBox="1"/>
          <p:nvPr/>
        </p:nvSpPr>
        <p:spPr>
          <a:xfrm>
            <a:off x="6851037" y="2720950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FFC168-6831-D8C9-00B6-D40C7062BAEA}"/>
              </a:ext>
            </a:extLst>
          </p:cNvPr>
          <p:cNvSpPr txBox="1"/>
          <p:nvPr/>
        </p:nvSpPr>
        <p:spPr>
          <a:xfrm>
            <a:off x="4433188" y="967418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E55CD0-2B14-BB87-3D95-A19C16806F14}"/>
              </a:ext>
            </a:extLst>
          </p:cNvPr>
          <p:cNvSpPr txBox="1"/>
          <p:nvPr/>
        </p:nvSpPr>
        <p:spPr>
          <a:xfrm>
            <a:off x="4946908" y="1260793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B9AF98-8BE8-626E-BDCA-729C57B41AC5}"/>
              </a:ext>
            </a:extLst>
          </p:cNvPr>
          <p:cNvSpPr txBox="1"/>
          <p:nvPr/>
        </p:nvSpPr>
        <p:spPr>
          <a:xfrm>
            <a:off x="3274963" y="2719276"/>
            <a:ext cx="20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  <a:endParaRPr lang="LID409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0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1B074-4354-C390-60F7-A31FF8A1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98">
            <a:hlinkClick r:id="" action="ppaction://noaction"/>
            <a:extLst>
              <a:ext uri="{FF2B5EF4-FFF2-40B4-BE49-F238E27FC236}">
                <a16:creationId xmlns:a16="http://schemas.microsoft.com/office/drawing/2014/main" id="{F07B408A-64E6-9262-B0DA-7F194FE808BF}"/>
              </a:ext>
            </a:extLst>
          </p:cNvPr>
          <p:cNvSpPr/>
          <p:nvPr/>
        </p:nvSpPr>
        <p:spPr>
          <a:xfrm>
            <a:off x="7542301" y="2079457"/>
            <a:ext cx="1208963" cy="1143643"/>
          </a:xfrm>
          <a:custGeom>
            <a:avLst/>
            <a:gdLst>
              <a:gd name="connsiteX0" fmla="*/ 1208963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3 w 1208963"/>
              <a:gd name="connsiteY3" fmla="*/ 0 h 1143643"/>
              <a:gd name="connsiteX4" fmla="*/ 1208963 w 1208963"/>
              <a:gd name="connsiteY4" fmla="*/ 1143643 h 1143643"/>
              <a:gd name="connsiteX5" fmla="*/ 11132 w 1208963"/>
              <a:gd name="connsiteY5" fmla="*/ 1133621 h 1143643"/>
              <a:gd name="connsiteX6" fmla="*/ 1198945 w 1208963"/>
              <a:gd name="connsiteY6" fmla="*/ 1133621 h 1143643"/>
              <a:gd name="connsiteX7" fmla="*/ 1198945 w 1208963"/>
              <a:gd name="connsiteY7" fmla="*/ 11136 h 1143643"/>
              <a:gd name="connsiteX8" fmla="*/ 11132 w 1208963"/>
              <a:gd name="connsiteY8" fmla="*/ 11136 h 1143643"/>
              <a:gd name="connsiteX9" fmla="*/ 11132 w 1208963"/>
              <a:gd name="connsiteY9" fmla="*/ 1133621 h 1143643"/>
              <a:gd name="connsiteX10" fmla="*/ 11132 w 1208963"/>
              <a:gd name="connsiteY10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8963" h="1143643">
                <a:moveTo>
                  <a:pt x="1208963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3" y="0"/>
                </a:lnTo>
                <a:lnTo>
                  <a:pt x="1208963" y="1143643"/>
                </a:lnTo>
                <a:close/>
                <a:moveTo>
                  <a:pt x="11132" y="1133621"/>
                </a:moveTo>
                <a:lnTo>
                  <a:pt x="1198945" y="1133621"/>
                </a:lnTo>
                <a:lnTo>
                  <a:pt x="119894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Freeform 888">
            <a:extLst>
              <a:ext uri="{FF2B5EF4-FFF2-40B4-BE49-F238E27FC236}">
                <a16:creationId xmlns:a16="http://schemas.microsoft.com/office/drawing/2014/main" id="{DEA9D77D-72CE-6561-B0E8-48C561F179CA}"/>
              </a:ext>
            </a:extLst>
          </p:cNvPr>
          <p:cNvSpPr/>
          <p:nvPr/>
        </p:nvSpPr>
        <p:spPr>
          <a:xfrm>
            <a:off x="5656732" y="5226385"/>
            <a:ext cx="454196" cy="465474"/>
          </a:xfrm>
          <a:custGeom>
            <a:avLst/>
            <a:gdLst>
              <a:gd name="connsiteX0" fmla="*/ 454197 w 454196"/>
              <a:gd name="connsiteY0" fmla="*/ 139197 h 465474"/>
              <a:gd name="connsiteX1" fmla="*/ 454197 w 454196"/>
              <a:gd name="connsiteY1" fmla="*/ 139197 h 465474"/>
              <a:gd name="connsiteX2" fmla="*/ 331742 w 454196"/>
              <a:gd name="connsiteY2" fmla="*/ 71269 h 465474"/>
              <a:gd name="connsiteX3" fmla="*/ 331742 w 454196"/>
              <a:gd name="connsiteY3" fmla="*/ 32294 h 465474"/>
              <a:gd name="connsiteX4" fmla="*/ 326176 w 454196"/>
              <a:gd name="connsiteY4" fmla="*/ 26726 h 465474"/>
              <a:gd name="connsiteX5" fmla="*/ 141380 w 454196"/>
              <a:gd name="connsiteY5" fmla="*/ 26726 h 465474"/>
              <a:gd name="connsiteX6" fmla="*/ 110210 w 454196"/>
              <a:gd name="connsiteY6" fmla="*/ 0 h 465474"/>
              <a:gd name="connsiteX7" fmla="*/ 77926 w 454196"/>
              <a:gd name="connsiteY7" fmla="*/ 32294 h 465474"/>
              <a:gd name="connsiteX8" fmla="*/ 110210 w 454196"/>
              <a:gd name="connsiteY8" fmla="*/ 64587 h 465474"/>
              <a:gd name="connsiteX9" fmla="*/ 141380 w 454196"/>
              <a:gd name="connsiteY9" fmla="*/ 37862 h 465474"/>
              <a:gd name="connsiteX10" fmla="*/ 320610 w 454196"/>
              <a:gd name="connsiteY10" fmla="*/ 37862 h 465474"/>
              <a:gd name="connsiteX11" fmla="*/ 320610 w 454196"/>
              <a:gd name="connsiteY11" fmla="*/ 71269 h 465474"/>
              <a:gd name="connsiteX12" fmla="*/ 198155 w 454196"/>
              <a:gd name="connsiteY12" fmla="*/ 139197 h 465474"/>
              <a:gd name="connsiteX13" fmla="*/ 198155 w 454196"/>
              <a:gd name="connsiteY13" fmla="*/ 142538 h 465474"/>
              <a:gd name="connsiteX14" fmla="*/ 198155 w 454196"/>
              <a:gd name="connsiteY14" fmla="*/ 142538 h 465474"/>
              <a:gd name="connsiteX15" fmla="*/ 198155 w 454196"/>
              <a:gd name="connsiteY15" fmla="*/ 160355 h 465474"/>
              <a:gd name="connsiteX16" fmla="*/ 63454 w 454196"/>
              <a:gd name="connsiteY16" fmla="*/ 160355 h 465474"/>
              <a:gd name="connsiteX17" fmla="*/ 32284 w 454196"/>
              <a:gd name="connsiteY17" fmla="*/ 133629 h 465474"/>
              <a:gd name="connsiteX18" fmla="*/ 0 w 454196"/>
              <a:gd name="connsiteY18" fmla="*/ 165923 h 465474"/>
              <a:gd name="connsiteX19" fmla="*/ 32284 w 454196"/>
              <a:gd name="connsiteY19" fmla="*/ 198217 h 465474"/>
              <a:gd name="connsiteX20" fmla="*/ 63454 w 454196"/>
              <a:gd name="connsiteY20" fmla="*/ 171491 h 465474"/>
              <a:gd name="connsiteX21" fmla="*/ 198155 w 454196"/>
              <a:gd name="connsiteY21" fmla="*/ 171491 h 465474"/>
              <a:gd name="connsiteX22" fmla="*/ 198155 w 454196"/>
              <a:gd name="connsiteY22" fmla="*/ 293984 h 465474"/>
              <a:gd name="connsiteX23" fmla="*/ 63454 w 454196"/>
              <a:gd name="connsiteY23" fmla="*/ 293984 h 465474"/>
              <a:gd name="connsiteX24" fmla="*/ 32284 w 454196"/>
              <a:gd name="connsiteY24" fmla="*/ 267258 h 465474"/>
              <a:gd name="connsiteX25" fmla="*/ 0 w 454196"/>
              <a:gd name="connsiteY25" fmla="*/ 299552 h 465474"/>
              <a:gd name="connsiteX26" fmla="*/ 32284 w 454196"/>
              <a:gd name="connsiteY26" fmla="*/ 331846 h 465474"/>
              <a:gd name="connsiteX27" fmla="*/ 63454 w 454196"/>
              <a:gd name="connsiteY27" fmla="*/ 305120 h 465474"/>
              <a:gd name="connsiteX28" fmla="*/ 198155 w 454196"/>
              <a:gd name="connsiteY28" fmla="*/ 305120 h 465474"/>
              <a:gd name="connsiteX29" fmla="*/ 198155 w 454196"/>
              <a:gd name="connsiteY29" fmla="*/ 326278 h 465474"/>
              <a:gd name="connsiteX30" fmla="*/ 320610 w 454196"/>
              <a:gd name="connsiteY30" fmla="*/ 394206 h 465474"/>
              <a:gd name="connsiteX31" fmla="*/ 320610 w 454196"/>
              <a:gd name="connsiteY31" fmla="*/ 427613 h 465474"/>
              <a:gd name="connsiteX32" fmla="*/ 141380 w 454196"/>
              <a:gd name="connsiteY32" fmla="*/ 427613 h 465474"/>
              <a:gd name="connsiteX33" fmla="*/ 110210 w 454196"/>
              <a:gd name="connsiteY33" fmla="*/ 400888 h 465474"/>
              <a:gd name="connsiteX34" fmla="*/ 77926 w 454196"/>
              <a:gd name="connsiteY34" fmla="*/ 433181 h 465474"/>
              <a:gd name="connsiteX35" fmla="*/ 110210 w 454196"/>
              <a:gd name="connsiteY35" fmla="*/ 465475 h 465474"/>
              <a:gd name="connsiteX36" fmla="*/ 141380 w 454196"/>
              <a:gd name="connsiteY36" fmla="*/ 438749 h 465474"/>
              <a:gd name="connsiteX37" fmla="*/ 326176 w 454196"/>
              <a:gd name="connsiteY37" fmla="*/ 438749 h 465474"/>
              <a:gd name="connsiteX38" fmla="*/ 331742 w 454196"/>
              <a:gd name="connsiteY38" fmla="*/ 433181 h 465474"/>
              <a:gd name="connsiteX39" fmla="*/ 331742 w 454196"/>
              <a:gd name="connsiteY39" fmla="*/ 394206 h 465474"/>
              <a:gd name="connsiteX40" fmla="*/ 454197 w 454196"/>
              <a:gd name="connsiteY40" fmla="*/ 326278 h 465474"/>
              <a:gd name="connsiteX41" fmla="*/ 454197 w 454196"/>
              <a:gd name="connsiteY41" fmla="*/ 281735 h 465474"/>
              <a:gd name="connsiteX42" fmla="*/ 454197 w 454196"/>
              <a:gd name="connsiteY42" fmla="*/ 281735 h 465474"/>
              <a:gd name="connsiteX43" fmla="*/ 454197 w 454196"/>
              <a:gd name="connsiteY43" fmla="*/ 276167 h 465474"/>
              <a:gd name="connsiteX44" fmla="*/ 454197 w 454196"/>
              <a:gd name="connsiteY44" fmla="*/ 276167 h 465474"/>
              <a:gd name="connsiteX45" fmla="*/ 454197 w 454196"/>
              <a:gd name="connsiteY45" fmla="*/ 216034 h 465474"/>
              <a:gd name="connsiteX46" fmla="*/ 454197 w 454196"/>
              <a:gd name="connsiteY46" fmla="*/ 216034 h 465474"/>
              <a:gd name="connsiteX47" fmla="*/ 454197 w 454196"/>
              <a:gd name="connsiteY47" fmla="*/ 210466 h 465474"/>
              <a:gd name="connsiteX48" fmla="*/ 454197 w 454196"/>
              <a:gd name="connsiteY48" fmla="*/ 210466 h 465474"/>
              <a:gd name="connsiteX49" fmla="*/ 454197 w 454196"/>
              <a:gd name="connsiteY49" fmla="*/ 139197 h 465474"/>
              <a:gd name="connsiteX50" fmla="*/ 454197 w 454196"/>
              <a:gd name="connsiteY50" fmla="*/ 139197 h 465474"/>
              <a:gd name="connsiteX51" fmla="*/ 454197 w 454196"/>
              <a:gd name="connsiteY51" fmla="*/ 139197 h 465474"/>
              <a:gd name="connsiteX52" fmla="*/ 110210 w 454196"/>
              <a:gd name="connsiteY52" fmla="*/ 53452 h 465474"/>
              <a:gd name="connsiteX53" fmla="*/ 89058 w 454196"/>
              <a:gd name="connsiteY53" fmla="*/ 32294 h 465474"/>
              <a:gd name="connsiteX54" fmla="*/ 110210 w 454196"/>
              <a:gd name="connsiteY54" fmla="*/ 11136 h 465474"/>
              <a:gd name="connsiteX55" fmla="*/ 131361 w 454196"/>
              <a:gd name="connsiteY55" fmla="*/ 32294 h 465474"/>
              <a:gd name="connsiteX56" fmla="*/ 110210 w 454196"/>
              <a:gd name="connsiteY56" fmla="*/ 53452 h 465474"/>
              <a:gd name="connsiteX57" fmla="*/ 32284 w 454196"/>
              <a:gd name="connsiteY57" fmla="*/ 187081 h 465474"/>
              <a:gd name="connsiteX58" fmla="*/ 11132 w 454196"/>
              <a:gd name="connsiteY58" fmla="*/ 165923 h 465474"/>
              <a:gd name="connsiteX59" fmla="*/ 32284 w 454196"/>
              <a:gd name="connsiteY59" fmla="*/ 144765 h 465474"/>
              <a:gd name="connsiteX60" fmla="*/ 53435 w 454196"/>
              <a:gd name="connsiteY60" fmla="*/ 165923 h 465474"/>
              <a:gd name="connsiteX61" fmla="*/ 32284 w 454196"/>
              <a:gd name="connsiteY61" fmla="*/ 187081 h 465474"/>
              <a:gd name="connsiteX62" fmla="*/ 32284 w 454196"/>
              <a:gd name="connsiteY62" fmla="*/ 320710 h 465474"/>
              <a:gd name="connsiteX63" fmla="*/ 11132 w 454196"/>
              <a:gd name="connsiteY63" fmla="*/ 299552 h 465474"/>
              <a:gd name="connsiteX64" fmla="*/ 32284 w 454196"/>
              <a:gd name="connsiteY64" fmla="*/ 278394 h 465474"/>
              <a:gd name="connsiteX65" fmla="*/ 53435 w 454196"/>
              <a:gd name="connsiteY65" fmla="*/ 299552 h 465474"/>
              <a:gd name="connsiteX66" fmla="*/ 32284 w 454196"/>
              <a:gd name="connsiteY66" fmla="*/ 320710 h 465474"/>
              <a:gd name="connsiteX67" fmla="*/ 110210 w 454196"/>
              <a:gd name="connsiteY67" fmla="*/ 454339 h 465474"/>
              <a:gd name="connsiteX68" fmla="*/ 89058 w 454196"/>
              <a:gd name="connsiteY68" fmla="*/ 433181 h 465474"/>
              <a:gd name="connsiteX69" fmla="*/ 110210 w 454196"/>
              <a:gd name="connsiteY69" fmla="*/ 412023 h 465474"/>
              <a:gd name="connsiteX70" fmla="*/ 131361 w 454196"/>
              <a:gd name="connsiteY70" fmla="*/ 433181 h 465474"/>
              <a:gd name="connsiteX71" fmla="*/ 110210 w 454196"/>
              <a:gd name="connsiteY71" fmla="*/ 454339 h 465474"/>
              <a:gd name="connsiteX72" fmla="*/ 209287 w 454196"/>
              <a:gd name="connsiteY72" fmla="*/ 167036 h 465474"/>
              <a:gd name="connsiteX73" fmla="*/ 326176 w 454196"/>
              <a:gd name="connsiteY73" fmla="*/ 207125 h 465474"/>
              <a:gd name="connsiteX74" fmla="*/ 443065 w 454196"/>
              <a:gd name="connsiteY74" fmla="*/ 167036 h 465474"/>
              <a:gd name="connsiteX75" fmla="*/ 443065 w 454196"/>
              <a:gd name="connsiteY75" fmla="*/ 201557 h 465474"/>
              <a:gd name="connsiteX76" fmla="*/ 443065 w 454196"/>
              <a:gd name="connsiteY76" fmla="*/ 201557 h 465474"/>
              <a:gd name="connsiteX77" fmla="*/ 326176 w 454196"/>
              <a:gd name="connsiteY77" fmla="*/ 258350 h 465474"/>
              <a:gd name="connsiteX78" fmla="*/ 209287 w 454196"/>
              <a:gd name="connsiteY78" fmla="*/ 201557 h 465474"/>
              <a:gd name="connsiteX79" fmla="*/ 209287 w 454196"/>
              <a:gd name="connsiteY79" fmla="*/ 201557 h 465474"/>
              <a:gd name="connsiteX80" fmla="*/ 209287 w 454196"/>
              <a:gd name="connsiteY80" fmla="*/ 167036 h 465474"/>
              <a:gd name="connsiteX81" fmla="*/ 209287 w 454196"/>
              <a:gd name="connsiteY81" fmla="*/ 167036 h 465474"/>
              <a:gd name="connsiteX82" fmla="*/ 209287 w 454196"/>
              <a:gd name="connsiteY82" fmla="*/ 229397 h 465474"/>
              <a:gd name="connsiteX83" fmla="*/ 326176 w 454196"/>
              <a:gd name="connsiteY83" fmla="*/ 269486 h 465474"/>
              <a:gd name="connsiteX84" fmla="*/ 443065 w 454196"/>
              <a:gd name="connsiteY84" fmla="*/ 229397 h 465474"/>
              <a:gd name="connsiteX85" fmla="*/ 443065 w 454196"/>
              <a:gd name="connsiteY85" fmla="*/ 263918 h 465474"/>
              <a:gd name="connsiteX86" fmla="*/ 443065 w 454196"/>
              <a:gd name="connsiteY86" fmla="*/ 263918 h 465474"/>
              <a:gd name="connsiteX87" fmla="*/ 326176 w 454196"/>
              <a:gd name="connsiteY87" fmla="*/ 320710 h 465474"/>
              <a:gd name="connsiteX88" fmla="*/ 209287 w 454196"/>
              <a:gd name="connsiteY88" fmla="*/ 263918 h 465474"/>
              <a:gd name="connsiteX89" fmla="*/ 209287 w 454196"/>
              <a:gd name="connsiteY89" fmla="*/ 263918 h 465474"/>
              <a:gd name="connsiteX90" fmla="*/ 209287 w 454196"/>
              <a:gd name="connsiteY90" fmla="*/ 229397 h 465474"/>
              <a:gd name="connsiteX91" fmla="*/ 209287 w 454196"/>
              <a:gd name="connsiteY91" fmla="*/ 229397 h 465474"/>
              <a:gd name="connsiteX92" fmla="*/ 320610 w 454196"/>
              <a:gd name="connsiteY92" fmla="*/ 82405 h 465474"/>
              <a:gd name="connsiteX93" fmla="*/ 320610 w 454196"/>
              <a:gd name="connsiteY93" fmla="*/ 132516 h 465474"/>
              <a:gd name="connsiteX94" fmla="*/ 326176 w 454196"/>
              <a:gd name="connsiteY94" fmla="*/ 138084 h 465474"/>
              <a:gd name="connsiteX95" fmla="*/ 331742 w 454196"/>
              <a:gd name="connsiteY95" fmla="*/ 132516 h 465474"/>
              <a:gd name="connsiteX96" fmla="*/ 331742 w 454196"/>
              <a:gd name="connsiteY96" fmla="*/ 82405 h 465474"/>
              <a:gd name="connsiteX97" fmla="*/ 443065 w 454196"/>
              <a:gd name="connsiteY97" fmla="*/ 139197 h 465474"/>
              <a:gd name="connsiteX98" fmla="*/ 326176 w 454196"/>
              <a:gd name="connsiteY98" fmla="*/ 195989 h 465474"/>
              <a:gd name="connsiteX99" fmla="*/ 209287 w 454196"/>
              <a:gd name="connsiteY99" fmla="*/ 139197 h 465474"/>
              <a:gd name="connsiteX100" fmla="*/ 320610 w 454196"/>
              <a:gd name="connsiteY100" fmla="*/ 82405 h 465474"/>
              <a:gd name="connsiteX101" fmla="*/ 326176 w 454196"/>
              <a:gd name="connsiteY101" fmla="*/ 383070 h 465474"/>
              <a:gd name="connsiteX102" fmla="*/ 209287 w 454196"/>
              <a:gd name="connsiteY102" fmla="*/ 326278 h 465474"/>
              <a:gd name="connsiteX103" fmla="*/ 209287 w 454196"/>
              <a:gd name="connsiteY103" fmla="*/ 291757 h 465474"/>
              <a:gd name="connsiteX104" fmla="*/ 326176 w 454196"/>
              <a:gd name="connsiteY104" fmla="*/ 331846 h 465474"/>
              <a:gd name="connsiteX105" fmla="*/ 443065 w 454196"/>
              <a:gd name="connsiteY105" fmla="*/ 291757 h 465474"/>
              <a:gd name="connsiteX106" fmla="*/ 443065 w 454196"/>
              <a:gd name="connsiteY106" fmla="*/ 326278 h 465474"/>
              <a:gd name="connsiteX107" fmla="*/ 326176 w 454196"/>
              <a:gd name="connsiteY107" fmla="*/ 383070 h 46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454196" h="465474">
                <a:moveTo>
                  <a:pt x="454197" y="139197"/>
                </a:moveTo>
                <a:lnTo>
                  <a:pt x="454197" y="139197"/>
                </a:lnTo>
                <a:cubicBezTo>
                  <a:pt x="454197" y="102449"/>
                  <a:pt x="400761" y="73496"/>
                  <a:pt x="331742" y="71269"/>
                </a:cubicBezTo>
                <a:lnTo>
                  <a:pt x="331742" y="32294"/>
                </a:lnTo>
                <a:cubicBezTo>
                  <a:pt x="331742" y="28953"/>
                  <a:pt x="329515" y="26726"/>
                  <a:pt x="326176" y="26726"/>
                </a:cubicBezTo>
                <a:lnTo>
                  <a:pt x="141380" y="26726"/>
                </a:lnTo>
                <a:cubicBezTo>
                  <a:pt x="139153" y="12249"/>
                  <a:pt x="125795" y="0"/>
                  <a:pt x="110210" y="0"/>
                </a:cubicBezTo>
                <a:cubicBezTo>
                  <a:pt x="92398" y="0"/>
                  <a:pt x="77926" y="14476"/>
                  <a:pt x="77926" y="32294"/>
                </a:cubicBezTo>
                <a:cubicBezTo>
                  <a:pt x="77926" y="50111"/>
                  <a:pt x="92398" y="64587"/>
                  <a:pt x="110210" y="64587"/>
                </a:cubicBezTo>
                <a:cubicBezTo>
                  <a:pt x="125795" y="64587"/>
                  <a:pt x="139153" y="53452"/>
                  <a:pt x="141380" y="37862"/>
                </a:cubicBezTo>
                <a:lnTo>
                  <a:pt x="320610" y="37862"/>
                </a:lnTo>
                <a:lnTo>
                  <a:pt x="320610" y="71269"/>
                </a:lnTo>
                <a:cubicBezTo>
                  <a:pt x="251590" y="72382"/>
                  <a:pt x="198155" y="102449"/>
                  <a:pt x="198155" y="139197"/>
                </a:cubicBezTo>
                <a:lnTo>
                  <a:pt x="198155" y="142538"/>
                </a:lnTo>
                <a:lnTo>
                  <a:pt x="198155" y="142538"/>
                </a:lnTo>
                <a:lnTo>
                  <a:pt x="198155" y="160355"/>
                </a:lnTo>
                <a:lnTo>
                  <a:pt x="63454" y="160355"/>
                </a:lnTo>
                <a:cubicBezTo>
                  <a:pt x="61227" y="145879"/>
                  <a:pt x="47869" y="133629"/>
                  <a:pt x="32284" y="133629"/>
                </a:cubicBezTo>
                <a:cubicBezTo>
                  <a:pt x="14472" y="133629"/>
                  <a:pt x="0" y="148106"/>
                  <a:pt x="0" y="165923"/>
                </a:cubicBezTo>
                <a:cubicBezTo>
                  <a:pt x="0" y="183740"/>
                  <a:pt x="14472" y="198217"/>
                  <a:pt x="32284" y="198217"/>
                </a:cubicBezTo>
                <a:cubicBezTo>
                  <a:pt x="47869" y="198217"/>
                  <a:pt x="61227" y="187081"/>
                  <a:pt x="63454" y="171491"/>
                </a:cubicBezTo>
                <a:lnTo>
                  <a:pt x="198155" y="171491"/>
                </a:lnTo>
                <a:lnTo>
                  <a:pt x="198155" y="293984"/>
                </a:lnTo>
                <a:lnTo>
                  <a:pt x="63454" y="293984"/>
                </a:lnTo>
                <a:cubicBezTo>
                  <a:pt x="61227" y="279508"/>
                  <a:pt x="47869" y="267258"/>
                  <a:pt x="32284" y="267258"/>
                </a:cubicBezTo>
                <a:cubicBezTo>
                  <a:pt x="14472" y="267258"/>
                  <a:pt x="0" y="281735"/>
                  <a:pt x="0" y="299552"/>
                </a:cubicBezTo>
                <a:cubicBezTo>
                  <a:pt x="0" y="317369"/>
                  <a:pt x="14472" y="331846"/>
                  <a:pt x="32284" y="331846"/>
                </a:cubicBezTo>
                <a:cubicBezTo>
                  <a:pt x="47869" y="331846"/>
                  <a:pt x="61227" y="320710"/>
                  <a:pt x="63454" y="305120"/>
                </a:cubicBezTo>
                <a:lnTo>
                  <a:pt x="198155" y="305120"/>
                </a:lnTo>
                <a:lnTo>
                  <a:pt x="198155" y="326278"/>
                </a:lnTo>
                <a:cubicBezTo>
                  <a:pt x="198155" y="363026"/>
                  <a:pt x="251590" y="391979"/>
                  <a:pt x="320610" y="394206"/>
                </a:cubicBezTo>
                <a:lnTo>
                  <a:pt x="320610" y="427613"/>
                </a:lnTo>
                <a:lnTo>
                  <a:pt x="141380" y="427613"/>
                </a:lnTo>
                <a:cubicBezTo>
                  <a:pt x="139153" y="413137"/>
                  <a:pt x="125795" y="400888"/>
                  <a:pt x="110210" y="400888"/>
                </a:cubicBezTo>
                <a:cubicBezTo>
                  <a:pt x="92398" y="400888"/>
                  <a:pt x="77926" y="415364"/>
                  <a:pt x="77926" y="433181"/>
                </a:cubicBezTo>
                <a:cubicBezTo>
                  <a:pt x="77926" y="450998"/>
                  <a:pt x="92398" y="465475"/>
                  <a:pt x="110210" y="465475"/>
                </a:cubicBezTo>
                <a:cubicBezTo>
                  <a:pt x="125795" y="465475"/>
                  <a:pt x="139153" y="454339"/>
                  <a:pt x="141380" y="438749"/>
                </a:cubicBezTo>
                <a:lnTo>
                  <a:pt x="326176" y="438749"/>
                </a:lnTo>
                <a:cubicBezTo>
                  <a:pt x="329515" y="438749"/>
                  <a:pt x="331742" y="436522"/>
                  <a:pt x="331742" y="433181"/>
                </a:cubicBezTo>
                <a:lnTo>
                  <a:pt x="331742" y="394206"/>
                </a:lnTo>
                <a:cubicBezTo>
                  <a:pt x="400761" y="393093"/>
                  <a:pt x="454197" y="363026"/>
                  <a:pt x="454197" y="326278"/>
                </a:cubicBezTo>
                <a:lnTo>
                  <a:pt x="454197" y="281735"/>
                </a:lnTo>
                <a:lnTo>
                  <a:pt x="454197" y="281735"/>
                </a:lnTo>
                <a:lnTo>
                  <a:pt x="454197" y="276167"/>
                </a:lnTo>
                <a:lnTo>
                  <a:pt x="454197" y="276167"/>
                </a:lnTo>
                <a:lnTo>
                  <a:pt x="454197" y="216034"/>
                </a:lnTo>
                <a:lnTo>
                  <a:pt x="454197" y="216034"/>
                </a:lnTo>
                <a:lnTo>
                  <a:pt x="454197" y="210466"/>
                </a:lnTo>
                <a:lnTo>
                  <a:pt x="454197" y="210466"/>
                </a:lnTo>
                <a:lnTo>
                  <a:pt x="454197" y="139197"/>
                </a:lnTo>
                <a:lnTo>
                  <a:pt x="454197" y="139197"/>
                </a:lnTo>
                <a:lnTo>
                  <a:pt x="454197" y="139197"/>
                </a:lnTo>
                <a:close/>
                <a:moveTo>
                  <a:pt x="110210" y="53452"/>
                </a:moveTo>
                <a:cubicBezTo>
                  <a:pt x="99077" y="53452"/>
                  <a:pt x="89058" y="44543"/>
                  <a:pt x="89058" y="32294"/>
                </a:cubicBezTo>
                <a:cubicBezTo>
                  <a:pt x="89058" y="20044"/>
                  <a:pt x="97964" y="11136"/>
                  <a:pt x="110210" y="11136"/>
                </a:cubicBezTo>
                <a:cubicBezTo>
                  <a:pt x="122455" y="11136"/>
                  <a:pt x="131361" y="21158"/>
                  <a:pt x="131361" y="32294"/>
                </a:cubicBezTo>
                <a:cubicBezTo>
                  <a:pt x="131361" y="43430"/>
                  <a:pt x="121342" y="53452"/>
                  <a:pt x="110210" y="53452"/>
                </a:cubicBezTo>
                <a:close/>
                <a:moveTo>
                  <a:pt x="32284" y="187081"/>
                </a:moveTo>
                <a:cubicBezTo>
                  <a:pt x="21152" y="187081"/>
                  <a:pt x="11132" y="178172"/>
                  <a:pt x="11132" y="165923"/>
                </a:cubicBezTo>
                <a:cubicBezTo>
                  <a:pt x="11132" y="153674"/>
                  <a:pt x="20039" y="144765"/>
                  <a:pt x="32284" y="144765"/>
                </a:cubicBezTo>
                <a:cubicBezTo>
                  <a:pt x="44529" y="144765"/>
                  <a:pt x="53435" y="154787"/>
                  <a:pt x="53435" y="165923"/>
                </a:cubicBezTo>
                <a:cubicBezTo>
                  <a:pt x="53435" y="177059"/>
                  <a:pt x="43416" y="187081"/>
                  <a:pt x="32284" y="187081"/>
                </a:cubicBezTo>
                <a:close/>
                <a:moveTo>
                  <a:pt x="32284" y="320710"/>
                </a:moveTo>
                <a:cubicBezTo>
                  <a:pt x="21152" y="320710"/>
                  <a:pt x="11132" y="311801"/>
                  <a:pt x="11132" y="299552"/>
                </a:cubicBezTo>
                <a:cubicBezTo>
                  <a:pt x="11132" y="287303"/>
                  <a:pt x="20039" y="278394"/>
                  <a:pt x="32284" y="278394"/>
                </a:cubicBezTo>
                <a:cubicBezTo>
                  <a:pt x="44529" y="278394"/>
                  <a:pt x="53435" y="288416"/>
                  <a:pt x="53435" y="299552"/>
                </a:cubicBezTo>
                <a:cubicBezTo>
                  <a:pt x="53435" y="310688"/>
                  <a:pt x="43416" y="320710"/>
                  <a:pt x="32284" y="320710"/>
                </a:cubicBezTo>
                <a:close/>
                <a:moveTo>
                  <a:pt x="110210" y="454339"/>
                </a:moveTo>
                <a:cubicBezTo>
                  <a:pt x="99077" y="454339"/>
                  <a:pt x="89058" y="445431"/>
                  <a:pt x="89058" y="433181"/>
                </a:cubicBezTo>
                <a:cubicBezTo>
                  <a:pt x="89058" y="420932"/>
                  <a:pt x="97964" y="412023"/>
                  <a:pt x="110210" y="412023"/>
                </a:cubicBezTo>
                <a:cubicBezTo>
                  <a:pt x="122455" y="412023"/>
                  <a:pt x="131361" y="420932"/>
                  <a:pt x="131361" y="433181"/>
                </a:cubicBezTo>
                <a:cubicBezTo>
                  <a:pt x="131361" y="445431"/>
                  <a:pt x="121342" y="454339"/>
                  <a:pt x="110210" y="454339"/>
                </a:cubicBezTo>
                <a:close/>
                <a:moveTo>
                  <a:pt x="209287" y="167036"/>
                </a:moveTo>
                <a:cubicBezTo>
                  <a:pt x="229325" y="190422"/>
                  <a:pt x="273854" y="207125"/>
                  <a:pt x="326176" y="207125"/>
                </a:cubicBezTo>
                <a:cubicBezTo>
                  <a:pt x="378497" y="207125"/>
                  <a:pt x="423026" y="190422"/>
                  <a:pt x="443065" y="167036"/>
                </a:cubicBezTo>
                <a:lnTo>
                  <a:pt x="443065" y="201557"/>
                </a:lnTo>
                <a:lnTo>
                  <a:pt x="443065" y="201557"/>
                </a:lnTo>
                <a:cubicBezTo>
                  <a:pt x="443065" y="232738"/>
                  <a:pt x="389629" y="258350"/>
                  <a:pt x="326176" y="258350"/>
                </a:cubicBezTo>
                <a:cubicBezTo>
                  <a:pt x="262722" y="258350"/>
                  <a:pt x="209287" y="232738"/>
                  <a:pt x="209287" y="201557"/>
                </a:cubicBezTo>
                <a:lnTo>
                  <a:pt x="209287" y="201557"/>
                </a:lnTo>
                <a:lnTo>
                  <a:pt x="209287" y="167036"/>
                </a:lnTo>
                <a:lnTo>
                  <a:pt x="209287" y="167036"/>
                </a:lnTo>
                <a:close/>
                <a:moveTo>
                  <a:pt x="209287" y="229397"/>
                </a:moveTo>
                <a:cubicBezTo>
                  <a:pt x="229325" y="252782"/>
                  <a:pt x="273854" y="269486"/>
                  <a:pt x="326176" y="269486"/>
                </a:cubicBezTo>
                <a:cubicBezTo>
                  <a:pt x="378497" y="269486"/>
                  <a:pt x="423026" y="252782"/>
                  <a:pt x="443065" y="229397"/>
                </a:cubicBezTo>
                <a:lnTo>
                  <a:pt x="443065" y="263918"/>
                </a:lnTo>
                <a:lnTo>
                  <a:pt x="443065" y="263918"/>
                </a:lnTo>
                <a:cubicBezTo>
                  <a:pt x="443065" y="295098"/>
                  <a:pt x="389629" y="320710"/>
                  <a:pt x="326176" y="320710"/>
                </a:cubicBezTo>
                <a:cubicBezTo>
                  <a:pt x="262722" y="320710"/>
                  <a:pt x="209287" y="295098"/>
                  <a:pt x="209287" y="263918"/>
                </a:cubicBezTo>
                <a:lnTo>
                  <a:pt x="209287" y="263918"/>
                </a:lnTo>
                <a:lnTo>
                  <a:pt x="209287" y="229397"/>
                </a:lnTo>
                <a:lnTo>
                  <a:pt x="209287" y="229397"/>
                </a:lnTo>
                <a:close/>
                <a:moveTo>
                  <a:pt x="320610" y="82405"/>
                </a:moveTo>
                <a:lnTo>
                  <a:pt x="320610" y="132516"/>
                </a:lnTo>
                <a:cubicBezTo>
                  <a:pt x="320610" y="135856"/>
                  <a:pt x="322836" y="138084"/>
                  <a:pt x="326176" y="138084"/>
                </a:cubicBezTo>
                <a:cubicBezTo>
                  <a:pt x="329515" y="138084"/>
                  <a:pt x="331742" y="135856"/>
                  <a:pt x="331742" y="132516"/>
                </a:cubicBezTo>
                <a:lnTo>
                  <a:pt x="331742" y="82405"/>
                </a:lnTo>
                <a:cubicBezTo>
                  <a:pt x="392969" y="83518"/>
                  <a:pt x="443065" y="109130"/>
                  <a:pt x="443065" y="139197"/>
                </a:cubicBezTo>
                <a:cubicBezTo>
                  <a:pt x="443065" y="169264"/>
                  <a:pt x="389629" y="195989"/>
                  <a:pt x="326176" y="195989"/>
                </a:cubicBezTo>
                <a:cubicBezTo>
                  <a:pt x="262722" y="195989"/>
                  <a:pt x="209287" y="170377"/>
                  <a:pt x="209287" y="139197"/>
                </a:cubicBezTo>
                <a:cubicBezTo>
                  <a:pt x="209287" y="109130"/>
                  <a:pt x="259382" y="83518"/>
                  <a:pt x="320610" y="82405"/>
                </a:cubicBezTo>
                <a:close/>
                <a:moveTo>
                  <a:pt x="326176" y="383070"/>
                </a:moveTo>
                <a:cubicBezTo>
                  <a:pt x="262722" y="383070"/>
                  <a:pt x="209287" y="357458"/>
                  <a:pt x="209287" y="326278"/>
                </a:cubicBezTo>
                <a:lnTo>
                  <a:pt x="209287" y="291757"/>
                </a:lnTo>
                <a:cubicBezTo>
                  <a:pt x="229325" y="315142"/>
                  <a:pt x="273854" y="331846"/>
                  <a:pt x="326176" y="331846"/>
                </a:cubicBezTo>
                <a:cubicBezTo>
                  <a:pt x="378497" y="331846"/>
                  <a:pt x="423026" y="315142"/>
                  <a:pt x="443065" y="291757"/>
                </a:cubicBezTo>
                <a:lnTo>
                  <a:pt x="443065" y="326278"/>
                </a:lnTo>
                <a:cubicBezTo>
                  <a:pt x="443065" y="357458"/>
                  <a:pt x="389629" y="383070"/>
                  <a:pt x="326176" y="383070"/>
                </a:cubicBez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Freeform 1061">
            <a:extLst>
              <a:ext uri="{FF2B5EF4-FFF2-40B4-BE49-F238E27FC236}">
                <a16:creationId xmlns:a16="http://schemas.microsoft.com/office/drawing/2014/main" id="{6D983303-F0C9-C0C7-F4A5-DE9230B716C8}"/>
              </a:ext>
            </a:extLst>
          </p:cNvPr>
          <p:cNvSpPr/>
          <p:nvPr/>
        </p:nvSpPr>
        <p:spPr>
          <a:xfrm>
            <a:off x="9947921" y="1790929"/>
            <a:ext cx="1542931" cy="3276142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reeform 1161">
            <a:extLst>
              <a:ext uri="{FF2B5EF4-FFF2-40B4-BE49-F238E27FC236}">
                <a16:creationId xmlns:a16="http://schemas.microsoft.com/office/drawing/2014/main" id="{9745FB34-CBA0-FC43-24BB-D1ABFB9A0E8D}"/>
              </a:ext>
            </a:extLst>
          </p:cNvPr>
          <p:cNvSpPr/>
          <p:nvPr/>
        </p:nvSpPr>
        <p:spPr>
          <a:xfrm>
            <a:off x="5068949" y="4905675"/>
            <a:ext cx="1802788" cy="1144756"/>
          </a:xfrm>
          <a:custGeom>
            <a:avLst/>
            <a:gdLst>
              <a:gd name="connsiteX0" fmla="*/ 1703236 w 1704349"/>
              <a:gd name="connsiteY0" fmla="*/ 1144757 h 1144756"/>
              <a:gd name="connsiteX1" fmla="*/ 0 w 1704349"/>
              <a:gd name="connsiteY1" fmla="*/ 1144757 h 1144756"/>
              <a:gd name="connsiteX2" fmla="*/ 0 w 1704349"/>
              <a:gd name="connsiteY2" fmla="*/ 0 h 1144756"/>
              <a:gd name="connsiteX3" fmla="*/ 1704350 w 1704349"/>
              <a:gd name="connsiteY3" fmla="*/ 0 h 1144756"/>
              <a:gd name="connsiteX4" fmla="*/ 1704350 w 1704349"/>
              <a:gd name="connsiteY4" fmla="*/ 1144757 h 1144756"/>
              <a:gd name="connsiteX5" fmla="*/ 11132 w 1704349"/>
              <a:gd name="connsiteY5" fmla="*/ 1133621 h 1144756"/>
              <a:gd name="connsiteX6" fmla="*/ 1693217 w 1704349"/>
              <a:gd name="connsiteY6" fmla="*/ 1133621 h 1144756"/>
              <a:gd name="connsiteX7" fmla="*/ 1693217 w 1704349"/>
              <a:gd name="connsiteY7" fmla="*/ 11136 h 1144756"/>
              <a:gd name="connsiteX8" fmla="*/ 11132 w 1704349"/>
              <a:gd name="connsiteY8" fmla="*/ 11136 h 1144756"/>
              <a:gd name="connsiteX9" fmla="*/ 11132 w 1704349"/>
              <a:gd name="connsiteY9" fmla="*/ 1133621 h 114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4349" h="1144756">
                <a:moveTo>
                  <a:pt x="1703236" y="1144757"/>
                </a:moveTo>
                <a:lnTo>
                  <a:pt x="0" y="1144757"/>
                </a:lnTo>
                <a:lnTo>
                  <a:pt x="0" y="0"/>
                </a:lnTo>
                <a:lnTo>
                  <a:pt x="1704350" y="0"/>
                </a:lnTo>
                <a:lnTo>
                  <a:pt x="1704350" y="1144757"/>
                </a:lnTo>
                <a:close/>
                <a:moveTo>
                  <a:pt x="11132" y="1133621"/>
                </a:moveTo>
                <a:lnTo>
                  <a:pt x="1693217" y="1133621"/>
                </a:lnTo>
                <a:lnTo>
                  <a:pt x="1693217" y="11136"/>
                </a:lnTo>
                <a:lnTo>
                  <a:pt x="11132" y="11136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Freeform 1203">
            <a:extLst>
              <a:ext uri="{FF2B5EF4-FFF2-40B4-BE49-F238E27FC236}">
                <a16:creationId xmlns:a16="http://schemas.microsoft.com/office/drawing/2014/main" id="{4669B617-0AFD-54ED-25B8-8F0D8BE78B4E}"/>
              </a:ext>
            </a:extLst>
          </p:cNvPr>
          <p:cNvSpPr/>
          <p:nvPr/>
        </p:nvSpPr>
        <p:spPr>
          <a:xfrm>
            <a:off x="1606337" y="2078343"/>
            <a:ext cx="1208963" cy="1143643"/>
          </a:xfrm>
          <a:custGeom>
            <a:avLst/>
            <a:gdLst>
              <a:gd name="connsiteX0" fmla="*/ 1208964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4 w 1208963"/>
              <a:gd name="connsiteY3" fmla="*/ 0 h 1143643"/>
              <a:gd name="connsiteX4" fmla="*/ 1208964 w 1208963"/>
              <a:gd name="connsiteY4" fmla="*/ 1143643 h 1143643"/>
              <a:gd name="connsiteX5" fmla="*/ 10019 w 1208963"/>
              <a:gd name="connsiteY5" fmla="*/ 1133621 h 1143643"/>
              <a:gd name="connsiteX6" fmla="*/ 1197831 w 1208963"/>
              <a:gd name="connsiteY6" fmla="*/ 1133621 h 1143643"/>
              <a:gd name="connsiteX7" fmla="*/ 1197831 w 1208963"/>
              <a:gd name="connsiteY7" fmla="*/ 10022 h 1143643"/>
              <a:gd name="connsiteX8" fmla="*/ 10019 w 1208963"/>
              <a:gd name="connsiteY8" fmla="*/ 10022 h 1143643"/>
              <a:gd name="connsiteX9" fmla="*/ 10019 w 1208963"/>
              <a:gd name="connsiteY9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8963" h="1143643">
                <a:moveTo>
                  <a:pt x="1208964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4" y="0"/>
                </a:lnTo>
                <a:lnTo>
                  <a:pt x="1208964" y="1143643"/>
                </a:lnTo>
                <a:close/>
                <a:moveTo>
                  <a:pt x="10019" y="1133621"/>
                </a:moveTo>
                <a:lnTo>
                  <a:pt x="1197831" y="1133621"/>
                </a:lnTo>
                <a:lnTo>
                  <a:pt x="1197831" y="10022"/>
                </a:lnTo>
                <a:lnTo>
                  <a:pt x="10019" y="10022"/>
                </a:lnTo>
                <a:cubicBezTo>
                  <a:pt x="10019" y="10022"/>
                  <a:pt x="10019" y="1133621"/>
                  <a:pt x="10019" y="1133621"/>
                </a:cubicBez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BA729A-83D8-2182-08DC-63A21529C33B}"/>
              </a:ext>
            </a:extLst>
          </p:cNvPr>
          <p:cNvSpPr/>
          <p:nvPr/>
        </p:nvSpPr>
        <p:spPr>
          <a:xfrm>
            <a:off x="1708197" y="1973216"/>
            <a:ext cx="994110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194F1-F59B-267E-FBE7-AD5B19FFB3D3}"/>
              </a:ext>
            </a:extLst>
          </p:cNvPr>
          <p:cNvSpPr/>
          <p:nvPr/>
        </p:nvSpPr>
        <p:spPr>
          <a:xfrm>
            <a:off x="7611878" y="1900288"/>
            <a:ext cx="1067585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INFERENCE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C43B3-FBD7-7F8E-2661-819A2657CA50}"/>
              </a:ext>
            </a:extLst>
          </p:cNvPr>
          <p:cNvSpPr/>
          <p:nvPr/>
        </p:nvSpPr>
        <p:spPr>
          <a:xfrm>
            <a:off x="5146448" y="4799434"/>
            <a:ext cx="1627025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12CD9C-5256-1E11-CBD7-6056F6D607A2}"/>
              </a:ext>
            </a:extLst>
          </p:cNvPr>
          <p:cNvCxnSpPr>
            <a:cxnSpLocks/>
          </p:cNvCxnSpPr>
          <p:nvPr/>
        </p:nvCxnSpPr>
        <p:spPr>
          <a:xfrm>
            <a:off x="2886548" y="2744510"/>
            <a:ext cx="78259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C1F623-B364-3085-4872-A34A4A0EF38A}"/>
              </a:ext>
            </a:extLst>
          </p:cNvPr>
          <p:cNvCxnSpPr>
            <a:cxnSpLocks/>
          </p:cNvCxnSpPr>
          <p:nvPr/>
        </p:nvCxnSpPr>
        <p:spPr>
          <a:xfrm>
            <a:off x="2815300" y="2615658"/>
            <a:ext cx="78259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48B2C0-5539-20D5-CE57-9EC473A560FB}"/>
              </a:ext>
            </a:extLst>
          </p:cNvPr>
          <p:cNvSpPr txBox="1"/>
          <p:nvPr/>
        </p:nvSpPr>
        <p:spPr>
          <a:xfrm>
            <a:off x="380987" y="2886148"/>
            <a:ext cx="986586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End 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BE023A-2319-B4DF-9FA6-7F6EC2C0CBD9}"/>
              </a:ext>
            </a:extLst>
          </p:cNvPr>
          <p:cNvSpPr txBox="1"/>
          <p:nvPr/>
        </p:nvSpPr>
        <p:spPr>
          <a:xfrm>
            <a:off x="10340464" y="2916588"/>
            <a:ext cx="735581" cy="165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Databases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ABA702-95A6-2285-E04D-DBDC2811CD2C}"/>
              </a:ext>
            </a:extLst>
          </p:cNvPr>
          <p:cNvSpPr txBox="1"/>
          <p:nvPr/>
        </p:nvSpPr>
        <p:spPr>
          <a:xfrm>
            <a:off x="10340463" y="3834716"/>
            <a:ext cx="735581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Websites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8709A7-17FA-8155-5FCF-228A39E1B1AE}"/>
              </a:ext>
            </a:extLst>
          </p:cNvPr>
          <p:cNvSpPr/>
          <p:nvPr/>
        </p:nvSpPr>
        <p:spPr>
          <a:xfrm>
            <a:off x="10223794" y="1612172"/>
            <a:ext cx="968918" cy="342401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DOWNSTREAM SERVICES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BF1CED-75BC-ACE9-C0FF-789D51C9C0B1}"/>
              </a:ext>
            </a:extLst>
          </p:cNvPr>
          <p:cNvCxnSpPr>
            <a:cxnSpLocks/>
          </p:cNvCxnSpPr>
          <p:nvPr/>
        </p:nvCxnSpPr>
        <p:spPr>
          <a:xfrm>
            <a:off x="9093815" y="2624991"/>
            <a:ext cx="59817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39C48C-095C-F251-DFE0-1886E20B951F}"/>
              </a:ext>
            </a:extLst>
          </p:cNvPr>
          <p:cNvCxnSpPr>
            <a:cxnSpLocks/>
          </p:cNvCxnSpPr>
          <p:nvPr/>
        </p:nvCxnSpPr>
        <p:spPr>
          <a:xfrm>
            <a:off x="9093815" y="4629862"/>
            <a:ext cx="59817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5DA66-6345-65B1-A6BE-4FFFD9681969}"/>
              </a:ext>
            </a:extLst>
          </p:cNvPr>
          <p:cNvCxnSpPr>
            <a:cxnSpLocks/>
          </p:cNvCxnSpPr>
          <p:nvPr/>
        </p:nvCxnSpPr>
        <p:spPr>
          <a:xfrm>
            <a:off x="9097602" y="3679671"/>
            <a:ext cx="59438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194D3D-F373-1337-A611-9FACE44138AF}"/>
              </a:ext>
            </a:extLst>
          </p:cNvPr>
          <p:cNvCxnSpPr>
            <a:cxnSpLocks/>
          </p:cNvCxnSpPr>
          <p:nvPr/>
        </p:nvCxnSpPr>
        <p:spPr>
          <a:xfrm>
            <a:off x="9093815" y="2624991"/>
            <a:ext cx="0" cy="1735757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B1815A-3211-CF66-D376-F517ECE5B3E7}"/>
              </a:ext>
            </a:extLst>
          </p:cNvPr>
          <p:cNvCxnSpPr>
            <a:cxnSpLocks/>
          </p:cNvCxnSpPr>
          <p:nvPr/>
        </p:nvCxnSpPr>
        <p:spPr>
          <a:xfrm>
            <a:off x="1084318" y="2687469"/>
            <a:ext cx="419750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E87F038D-EFE8-18F6-5803-3BE5F770F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565" y="2312389"/>
            <a:ext cx="561509" cy="561509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7EADFF-5446-139B-17EA-466D8B48EC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522" y="2317561"/>
            <a:ext cx="551421" cy="55142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E9824F3-C90D-DD15-EBD6-05B3F4ADBB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2995" y="3242451"/>
            <a:ext cx="660397" cy="66039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3B58CDD-8BB9-7E39-DE3A-8B2E57A0D3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5217" y="2368341"/>
            <a:ext cx="546594" cy="54659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7ECD4427-A39F-8AEA-6A7D-5E595450F6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8041" y="2327260"/>
            <a:ext cx="597623" cy="597623"/>
          </a:xfrm>
          <a:prstGeom prst="rect">
            <a:avLst/>
          </a:prstGeom>
        </p:spPr>
      </p:pic>
      <p:sp>
        <p:nvSpPr>
          <p:cNvPr id="27" name="Freeform 798">
            <a:extLst>
              <a:ext uri="{FF2B5EF4-FFF2-40B4-BE49-F238E27FC236}">
                <a16:creationId xmlns:a16="http://schemas.microsoft.com/office/drawing/2014/main" id="{2C7B0A58-9E81-D4AD-6B12-EF59079B0CD1}"/>
              </a:ext>
            </a:extLst>
          </p:cNvPr>
          <p:cNvSpPr/>
          <p:nvPr/>
        </p:nvSpPr>
        <p:spPr>
          <a:xfrm>
            <a:off x="3681178" y="2092517"/>
            <a:ext cx="1208963" cy="1143643"/>
          </a:xfrm>
          <a:custGeom>
            <a:avLst/>
            <a:gdLst>
              <a:gd name="connsiteX0" fmla="*/ 1208963 w 1208963"/>
              <a:gd name="connsiteY0" fmla="*/ 1143643 h 1143643"/>
              <a:gd name="connsiteX1" fmla="*/ 0 w 1208963"/>
              <a:gd name="connsiteY1" fmla="*/ 1143643 h 1143643"/>
              <a:gd name="connsiteX2" fmla="*/ 0 w 1208963"/>
              <a:gd name="connsiteY2" fmla="*/ 0 h 1143643"/>
              <a:gd name="connsiteX3" fmla="*/ 1208963 w 1208963"/>
              <a:gd name="connsiteY3" fmla="*/ 0 h 1143643"/>
              <a:gd name="connsiteX4" fmla="*/ 1208963 w 1208963"/>
              <a:gd name="connsiteY4" fmla="*/ 1143643 h 1143643"/>
              <a:gd name="connsiteX5" fmla="*/ 11132 w 1208963"/>
              <a:gd name="connsiteY5" fmla="*/ 1133621 h 1143643"/>
              <a:gd name="connsiteX6" fmla="*/ 1198945 w 1208963"/>
              <a:gd name="connsiteY6" fmla="*/ 1133621 h 1143643"/>
              <a:gd name="connsiteX7" fmla="*/ 1198945 w 1208963"/>
              <a:gd name="connsiteY7" fmla="*/ 11136 h 1143643"/>
              <a:gd name="connsiteX8" fmla="*/ 11132 w 1208963"/>
              <a:gd name="connsiteY8" fmla="*/ 11136 h 1143643"/>
              <a:gd name="connsiteX9" fmla="*/ 11132 w 1208963"/>
              <a:gd name="connsiteY9" fmla="*/ 1133621 h 1143643"/>
              <a:gd name="connsiteX10" fmla="*/ 11132 w 1208963"/>
              <a:gd name="connsiteY10" fmla="*/ 1133621 h 11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8963" h="1143643">
                <a:moveTo>
                  <a:pt x="1208963" y="1143643"/>
                </a:moveTo>
                <a:lnTo>
                  <a:pt x="0" y="1143643"/>
                </a:lnTo>
                <a:lnTo>
                  <a:pt x="0" y="0"/>
                </a:lnTo>
                <a:lnTo>
                  <a:pt x="1208963" y="0"/>
                </a:lnTo>
                <a:lnTo>
                  <a:pt x="1208963" y="1143643"/>
                </a:lnTo>
                <a:close/>
                <a:moveTo>
                  <a:pt x="11132" y="1133621"/>
                </a:moveTo>
                <a:lnTo>
                  <a:pt x="1198945" y="1133621"/>
                </a:lnTo>
                <a:lnTo>
                  <a:pt x="119894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2AEAD1-8B4E-F8C7-DB90-7927526E9A53}"/>
              </a:ext>
            </a:extLst>
          </p:cNvPr>
          <p:cNvSpPr/>
          <p:nvPr/>
        </p:nvSpPr>
        <p:spPr>
          <a:xfrm>
            <a:off x="3734029" y="1913348"/>
            <a:ext cx="1099680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 ORCHESTRATION</a:t>
            </a:r>
          </a:p>
        </p:txBody>
      </p:sp>
      <p:sp>
        <p:nvSpPr>
          <p:cNvPr id="29" name="Freeform 889">
            <a:extLst>
              <a:ext uri="{FF2B5EF4-FFF2-40B4-BE49-F238E27FC236}">
                <a16:creationId xmlns:a16="http://schemas.microsoft.com/office/drawing/2014/main" id="{DDC79DB5-088F-1A86-6E67-2AEA1A1D2923}"/>
              </a:ext>
            </a:extLst>
          </p:cNvPr>
          <p:cNvSpPr/>
          <p:nvPr/>
        </p:nvSpPr>
        <p:spPr>
          <a:xfrm>
            <a:off x="1060175" y="4894515"/>
            <a:ext cx="2621647" cy="1144756"/>
          </a:xfrm>
          <a:custGeom>
            <a:avLst/>
            <a:gdLst>
              <a:gd name="connsiteX0" fmla="*/ 2621648 w 2621647"/>
              <a:gd name="connsiteY0" fmla="*/ 1144757 h 1144756"/>
              <a:gd name="connsiteX1" fmla="*/ 0 w 2621647"/>
              <a:gd name="connsiteY1" fmla="*/ 1144757 h 1144756"/>
              <a:gd name="connsiteX2" fmla="*/ 0 w 2621647"/>
              <a:gd name="connsiteY2" fmla="*/ 0 h 1144756"/>
              <a:gd name="connsiteX3" fmla="*/ 2621648 w 2621647"/>
              <a:gd name="connsiteY3" fmla="*/ 0 h 1144756"/>
              <a:gd name="connsiteX4" fmla="*/ 2621648 w 2621647"/>
              <a:gd name="connsiteY4" fmla="*/ 1144757 h 1144756"/>
              <a:gd name="connsiteX5" fmla="*/ 2621648 w 2621647"/>
              <a:gd name="connsiteY5" fmla="*/ 1144757 h 1144756"/>
              <a:gd name="connsiteX6" fmla="*/ 11132 w 2621647"/>
              <a:gd name="connsiteY6" fmla="*/ 1133621 h 1144756"/>
              <a:gd name="connsiteX7" fmla="*/ 2610515 w 2621647"/>
              <a:gd name="connsiteY7" fmla="*/ 1133621 h 1144756"/>
              <a:gd name="connsiteX8" fmla="*/ 2610515 w 2621647"/>
              <a:gd name="connsiteY8" fmla="*/ 11136 h 1144756"/>
              <a:gd name="connsiteX9" fmla="*/ 11132 w 2621647"/>
              <a:gd name="connsiteY9" fmla="*/ 11136 h 1144756"/>
              <a:gd name="connsiteX10" fmla="*/ 11132 w 2621647"/>
              <a:gd name="connsiteY10" fmla="*/ 1133621 h 1144756"/>
              <a:gd name="connsiteX11" fmla="*/ 11132 w 2621647"/>
              <a:gd name="connsiteY11" fmla="*/ 1133621 h 114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21647" h="1144756">
                <a:moveTo>
                  <a:pt x="2621648" y="1144757"/>
                </a:moveTo>
                <a:lnTo>
                  <a:pt x="0" y="1144757"/>
                </a:lnTo>
                <a:lnTo>
                  <a:pt x="0" y="0"/>
                </a:lnTo>
                <a:lnTo>
                  <a:pt x="2621648" y="0"/>
                </a:lnTo>
                <a:lnTo>
                  <a:pt x="2621648" y="1144757"/>
                </a:lnTo>
                <a:lnTo>
                  <a:pt x="2621648" y="1144757"/>
                </a:lnTo>
                <a:close/>
                <a:moveTo>
                  <a:pt x="11132" y="1133621"/>
                </a:moveTo>
                <a:lnTo>
                  <a:pt x="2610515" y="1133621"/>
                </a:lnTo>
                <a:lnTo>
                  <a:pt x="2610515" y="11136"/>
                </a:lnTo>
                <a:lnTo>
                  <a:pt x="11132" y="11136"/>
                </a:lnTo>
                <a:lnTo>
                  <a:pt x="11132" y="1133621"/>
                </a:lnTo>
                <a:lnTo>
                  <a:pt x="11132" y="1133621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A1D164-AD9B-AE90-646D-B02A4BF60167}"/>
              </a:ext>
            </a:extLst>
          </p:cNvPr>
          <p:cNvSpPr/>
          <p:nvPr/>
        </p:nvSpPr>
        <p:spPr>
          <a:xfrm>
            <a:off x="1271408" y="4742583"/>
            <a:ext cx="2211426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RETRIEVAL AUGMENTATION SERVICES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69DA7F-1A8A-96F3-4049-908A2BB59A51}"/>
              </a:ext>
            </a:extLst>
          </p:cNvPr>
          <p:cNvSpPr txBox="1"/>
          <p:nvPr/>
        </p:nvSpPr>
        <p:spPr>
          <a:xfrm>
            <a:off x="1854490" y="5688462"/>
            <a:ext cx="1141619" cy="343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Knowledge Corpus Data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0CB63AE-28CF-72DF-F625-BFAE9C002E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5235" y="5141324"/>
            <a:ext cx="563415" cy="563415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F0FCF9-69B6-623A-53C5-80D1F5FEFEA3}"/>
              </a:ext>
            </a:extLst>
          </p:cNvPr>
          <p:cNvCxnSpPr>
            <a:cxnSpLocks/>
          </p:cNvCxnSpPr>
          <p:nvPr/>
        </p:nvCxnSpPr>
        <p:spPr>
          <a:xfrm>
            <a:off x="3709228" y="5581948"/>
            <a:ext cx="473962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0ED1CAD-207C-F6B6-970D-6AB58AF496E7}"/>
              </a:ext>
            </a:extLst>
          </p:cNvPr>
          <p:cNvCxnSpPr>
            <a:cxnSpLocks/>
          </p:cNvCxnSpPr>
          <p:nvPr/>
        </p:nvCxnSpPr>
        <p:spPr>
          <a:xfrm flipV="1">
            <a:off x="3975965" y="3329126"/>
            <a:ext cx="0" cy="196933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39636EAB-24EC-E6D4-DD5D-9AE0B07F443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23447" y="2509644"/>
            <a:ext cx="390525" cy="3048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FF20492-E2BE-24EB-A6EE-B88FBEE289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0500389" y="4164088"/>
            <a:ext cx="476250" cy="47625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1DEDB98-0EFC-1303-2DA0-B6FC5BDF0613}"/>
              </a:ext>
            </a:extLst>
          </p:cNvPr>
          <p:cNvSpPr txBox="1"/>
          <p:nvPr/>
        </p:nvSpPr>
        <p:spPr>
          <a:xfrm>
            <a:off x="10340463" y="4634992"/>
            <a:ext cx="735581" cy="165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/>
            </a:pPr>
            <a:r>
              <a:rPr lang="en-US" sz="1100" kern="100">
                <a:solidFill>
                  <a:srgbClr val="000000"/>
                </a:solidFill>
                <a:latin typeface="Arial"/>
              </a:rPr>
              <a:t>Queues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301E84-BB90-033C-708F-749CA7488788}"/>
              </a:ext>
            </a:extLst>
          </p:cNvPr>
          <p:cNvCxnSpPr>
            <a:cxnSpLocks/>
          </p:cNvCxnSpPr>
          <p:nvPr/>
        </p:nvCxnSpPr>
        <p:spPr>
          <a:xfrm flipV="1">
            <a:off x="4183190" y="3236160"/>
            <a:ext cx="0" cy="2345788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7307A8-9C57-BDEC-B353-2F9A12783FF6}"/>
              </a:ext>
            </a:extLst>
          </p:cNvPr>
          <p:cNvCxnSpPr>
            <a:cxnSpLocks/>
          </p:cNvCxnSpPr>
          <p:nvPr/>
        </p:nvCxnSpPr>
        <p:spPr>
          <a:xfrm flipH="1">
            <a:off x="6871737" y="5527168"/>
            <a:ext cx="2222078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224405-F8C8-A0BA-CCD7-459E2946EEAE}"/>
              </a:ext>
            </a:extLst>
          </p:cNvPr>
          <p:cNvCxnSpPr>
            <a:cxnSpLocks/>
          </p:cNvCxnSpPr>
          <p:nvPr/>
        </p:nvCxnSpPr>
        <p:spPr>
          <a:xfrm flipV="1">
            <a:off x="4654415" y="3236160"/>
            <a:ext cx="0" cy="2055014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68BCA2-E8EF-B7CF-0728-A02B46061D33}"/>
              </a:ext>
            </a:extLst>
          </p:cNvPr>
          <p:cNvCxnSpPr>
            <a:cxnSpLocks/>
          </p:cNvCxnSpPr>
          <p:nvPr/>
        </p:nvCxnSpPr>
        <p:spPr>
          <a:xfrm flipH="1">
            <a:off x="4654415" y="5291174"/>
            <a:ext cx="35282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arrow" w="med" len="sm"/>
            <a:tailEnd type="none" w="med" len="sm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67CB13-5CD1-324D-7DF2-1E46949C7DD9}"/>
              </a:ext>
            </a:extLst>
          </p:cNvPr>
          <p:cNvCxnSpPr>
            <a:cxnSpLocks/>
          </p:cNvCxnSpPr>
          <p:nvPr/>
        </p:nvCxnSpPr>
        <p:spPr>
          <a:xfrm flipH="1">
            <a:off x="4447190" y="5581948"/>
            <a:ext cx="621759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879A8E2-2633-0ADB-D655-5311DBC10D8F}"/>
              </a:ext>
            </a:extLst>
          </p:cNvPr>
          <p:cNvCxnSpPr>
            <a:cxnSpLocks/>
          </p:cNvCxnSpPr>
          <p:nvPr/>
        </p:nvCxnSpPr>
        <p:spPr>
          <a:xfrm flipH="1" flipV="1">
            <a:off x="4447190" y="3329126"/>
            <a:ext cx="313" cy="2252822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D162A1C-11CA-271E-5AAC-C3AB1315FF45}"/>
              </a:ext>
            </a:extLst>
          </p:cNvPr>
          <p:cNvCxnSpPr>
            <a:cxnSpLocks/>
          </p:cNvCxnSpPr>
          <p:nvPr/>
        </p:nvCxnSpPr>
        <p:spPr>
          <a:xfrm flipH="1">
            <a:off x="3681178" y="5298456"/>
            <a:ext cx="294787" cy="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8C835E-6295-4019-803F-AFDA1B2FD58D}"/>
              </a:ext>
            </a:extLst>
          </p:cNvPr>
          <p:cNvCxnSpPr>
            <a:cxnSpLocks/>
          </p:cNvCxnSpPr>
          <p:nvPr/>
        </p:nvCxnSpPr>
        <p:spPr>
          <a:xfrm flipV="1">
            <a:off x="9093815" y="4360748"/>
            <a:ext cx="0" cy="1166420"/>
          </a:xfrm>
          <a:prstGeom prst="line">
            <a:avLst/>
          </a:prstGeom>
          <a:noFill/>
          <a:ln w="12700" cap="flat" cmpd="sng" algn="ctr">
            <a:solidFill>
              <a:srgbClr val="F29A36"/>
            </a:solidFill>
            <a:prstDash val="solid"/>
            <a:miter lim="800000"/>
          </a:ln>
          <a:effectLst/>
        </p:spPr>
      </p:cxnSp>
      <p:sp>
        <p:nvSpPr>
          <p:cNvPr id="46" name="Freeform 1061">
            <a:extLst>
              <a:ext uri="{FF2B5EF4-FFF2-40B4-BE49-F238E27FC236}">
                <a16:creationId xmlns:a16="http://schemas.microsoft.com/office/drawing/2014/main" id="{40A3F034-49C3-5195-AEC3-2B193982C843}"/>
              </a:ext>
            </a:extLst>
          </p:cNvPr>
          <p:cNvSpPr/>
          <p:nvPr/>
        </p:nvSpPr>
        <p:spPr>
          <a:xfrm>
            <a:off x="5471217" y="2027323"/>
            <a:ext cx="1592042" cy="1194663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35AC74-4006-0953-0DD5-5961DBE68DF3}"/>
              </a:ext>
            </a:extLst>
          </p:cNvPr>
          <p:cNvSpPr/>
          <p:nvPr/>
        </p:nvSpPr>
        <p:spPr>
          <a:xfrm>
            <a:off x="5747089" y="1913952"/>
            <a:ext cx="968918" cy="21698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lvl="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en-US" sz="900" b="1" kern="100" dirty="0">
                <a:solidFill>
                  <a:prstClr val="white"/>
                </a:solidFill>
              </a:rPr>
              <a:t>Middleware</a:t>
            </a:r>
            <a:endParaRPr kumimoji="0" lang="en-US" sz="9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0" name="Graphic 29">
            <a:extLst>
              <a:ext uri="{FF2B5EF4-FFF2-40B4-BE49-F238E27FC236}">
                <a16:creationId xmlns:a16="http://schemas.microsoft.com/office/drawing/2014/main" id="{D4D6C0B3-AF28-AE52-9530-46F171FB755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97929" y="2423919"/>
            <a:ext cx="476250" cy="47625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C2104AD-E1BA-72C5-A1A9-F0F045E7BA12}"/>
              </a:ext>
            </a:extLst>
          </p:cNvPr>
          <p:cNvCxnSpPr>
            <a:cxnSpLocks/>
          </p:cNvCxnSpPr>
          <p:nvPr/>
        </p:nvCxnSpPr>
        <p:spPr>
          <a:xfrm flipV="1">
            <a:off x="4890141" y="2589136"/>
            <a:ext cx="1069819" cy="4007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8D9F9A0-1346-279F-93BA-AC10B24C9644}"/>
              </a:ext>
            </a:extLst>
          </p:cNvPr>
          <p:cNvCxnSpPr>
            <a:cxnSpLocks/>
          </p:cNvCxnSpPr>
          <p:nvPr/>
        </p:nvCxnSpPr>
        <p:spPr>
          <a:xfrm>
            <a:off x="6505363" y="2589136"/>
            <a:ext cx="992667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B6971B-2069-E0AA-F170-16A9720B4AE8}"/>
              </a:ext>
            </a:extLst>
          </p:cNvPr>
          <p:cNvCxnSpPr>
            <a:cxnSpLocks/>
          </p:cNvCxnSpPr>
          <p:nvPr/>
        </p:nvCxnSpPr>
        <p:spPr>
          <a:xfrm flipH="1">
            <a:off x="6505363" y="2744510"/>
            <a:ext cx="1036938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C17F67C-958C-CADA-7A2F-FE3C4726EE7F}"/>
              </a:ext>
            </a:extLst>
          </p:cNvPr>
          <p:cNvCxnSpPr>
            <a:cxnSpLocks/>
          </p:cNvCxnSpPr>
          <p:nvPr/>
        </p:nvCxnSpPr>
        <p:spPr>
          <a:xfrm flipH="1">
            <a:off x="5007239" y="2744510"/>
            <a:ext cx="904144" cy="0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sp>
        <p:nvSpPr>
          <p:cNvPr id="51" name="Freeform 1061">
            <a:extLst>
              <a:ext uri="{FF2B5EF4-FFF2-40B4-BE49-F238E27FC236}">
                <a16:creationId xmlns:a16="http://schemas.microsoft.com/office/drawing/2014/main" id="{390D908E-4F7C-DFA6-42B5-5E4AF770F023}"/>
              </a:ext>
            </a:extLst>
          </p:cNvPr>
          <p:cNvSpPr/>
          <p:nvPr/>
        </p:nvSpPr>
        <p:spPr>
          <a:xfrm>
            <a:off x="5656732" y="223545"/>
            <a:ext cx="1215005" cy="787428"/>
          </a:xfrm>
          <a:custGeom>
            <a:avLst/>
            <a:gdLst>
              <a:gd name="connsiteX0" fmla="*/ 1542932 w 1542931"/>
              <a:gd name="connsiteY0" fmla="*/ 3276142 h 3276142"/>
              <a:gd name="connsiteX1" fmla="*/ 0 w 1542931"/>
              <a:gd name="connsiteY1" fmla="*/ 3276142 h 3276142"/>
              <a:gd name="connsiteX2" fmla="*/ 0 w 1542931"/>
              <a:gd name="connsiteY2" fmla="*/ 0 h 3276142"/>
              <a:gd name="connsiteX3" fmla="*/ 1542932 w 1542931"/>
              <a:gd name="connsiteY3" fmla="*/ 0 h 3276142"/>
              <a:gd name="connsiteX4" fmla="*/ 1542932 w 1542931"/>
              <a:gd name="connsiteY4" fmla="*/ 3276142 h 3276142"/>
              <a:gd name="connsiteX5" fmla="*/ 1542932 w 1542931"/>
              <a:gd name="connsiteY5" fmla="*/ 3276142 h 3276142"/>
              <a:gd name="connsiteX6" fmla="*/ 11132 w 1542931"/>
              <a:gd name="connsiteY6" fmla="*/ 3265007 h 3276142"/>
              <a:gd name="connsiteX7" fmla="*/ 1531800 w 1542931"/>
              <a:gd name="connsiteY7" fmla="*/ 3265007 h 3276142"/>
              <a:gd name="connsiteX8" fmla="*/ 1531800 w 1542931"/>
              <a:gd name="connsiteY8" fmla="*/ 11136 h 3276142"/>
              <a:gd name="connsiteX9" fmla="*/ 11132 w 1542931"/>
              <a:gd name="connsiteY9" fmla="*/ 11136 h 3276142"/>
              <a:gd name="connsiteX10" fmla="*/ 11132 w 1542931"/>
              <a:gd name="connsiteY10" fmla="*/ 3265007 h 3276142"/>
              <a:gd name="connsiteX11" fmla="*/ 11132 w 1542931"/>
              <a:gd name="connsiteY11" fmla="*/ 3265007 h 327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2931" h="3276142">
                <a:moveTo>
                  <a:pt x="1542932" y="3276142"/>
                </a:moveTo>
                <a:lnTo>
                  <a:pt x="0" y="3276142"/>
                </a:lnTo>
                <a:lnTo>
                  <a:pt x="0" y="0"/>
                </a:lnTo>
                <a:lnTo>
                  <a:pt x="1542932" y="0"/>
                </a:lnTo>
                <a:lnTo>
                  <a:pt x="1542932" y="3276142"/>
                </a:lnTo>
                <a:lnTo>
                  <a:pt x="1542932" y="3276142"/>
                </a:lnTo>
                <a:close/>
                <a:moveTo>
                  <a:pt x="11132" y="3265007"/>
                </a:moveTo>
                <a:lnTo>
                  <a:pt x="1531800" y="3265007"/>
                </a:lnTo>
                <a:lnTo>
                  <a:pt x="1531800" y="11136"/>
                </a:lnTo>
                <a:lnTo>
                  <a:pt x="11132" y="11136"/>
                </a:lnTo>
                <a:lnTo>
                  <a:pt x="11132" y="3265007"/>
                </a:lnTo>
                <a:lnTo>
                  <a:pt x="11132" y="3265007"/>
                </a:lnTo>
                <a:close/>
              </a:path>
            </a:pathLst>
          </a:custGeom>
          <a:solidFill>
            <a:srgbClr val="000000"/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9456DC-F5A2-8AC9-4B16-59CF8B55A665}"/>
              </a:ext>
            </a:extLst>
          </p:cNvPr>
          <p:cNvSpPr/>
          <p:nvPr/>
        </p:nvSpPr>
        <p:spPr>
          <a:xfrm>
            <a:off x="5734295" y="47848"/>
            <a:ext cx="968918" cy="341632"/>
          </a:xfrm>
          <a:prstGeom prst="rect">
            <a:avLst/>
          </a:prstGeom>
          <a:solidFill>
            <a:srgbClr val="2222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F5 AI Guardrails</a:t>
            </a:r>
          </a:p>
        </p:txBody>
      </p:sp>
      <p:pic>
        <p:nvPicPr>
          <p:cNvPr id="57" name="Graphic 29">
            <a:extLst>
              <a:ext uri="{FF2B5EF4-FFF2-40B4-BE49-F238E27FC236}">
                <a16:creationId xmlns:a16="http://schemas.microsoft.com/office/drawing/2014/main" id="{95005BF0-3E84-24AB-C129-5834CEDEFA8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97923" y="485862"/>
            <a:ext cx="476250" cy="47625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CC2309-5DC7-245D-EE13-73EFE6CE8F22}"/>
              </a:ext>
            </a:extLst>
          </p:cNvPr>
          <p:cNvCxnSpPr>
            <a:cxnSpLocks/>
          </p:cNvCxnSpPr>
          <p:nvPr/>
        </p:nvCxnSpPr>
        <p:spPr>
          <a:xfrm flipV="1">
            <a:off x="6096000" y="1185933"/>
            <a:ext cx="0" cy="597439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182C81D-9011-2EA7-156A-3AB27747D122}"/>
              </a:ext>
            </a:extLst>
          </p:cNvPr>
          <p:cNvCxnSpPr>
            <a:cxnSpLocks/>
          </p:cNvCxnSpPr>
          <p:nvPr/>
        </p:nvCxnSpPr>
        <p:spPr>
          <a:xfrm>
            <a:off x="6350442" y="1201058"/>
            <a:ext cx="0" cy="567187"/>
          </a:xfrm>
          <a:prstGeom prst="line">
            <a:avLst/>
          </a:prstGeom>
          <a:noFill/>
          <a:ln w="12700" cap="rnd" cmpd="sng" algn="ctr">
            <a:solidFill>
              <a:srgbClr val="F29A36"/>
            </a:solidFill>
            <a:prstDash val="solid"/>
            <a:round/>
            <a:headEnd type="none" w="med" len="sm"/>
            <a:tailEnd type="arrow" w="med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300732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5 Theme">
  <a:themeElements>
    <a:clrScheme name="Custom 5">
      <a:dk1>
        <a:srgbClr val="000000"/>
      </a:dk1>
      <a:lt1>
        <a:srgbClr val="FFFFFF"/>
      </a:lt1>
      <a:dk2>
        <a:srgbClr val="222222"/>
      </a:dk2>
      <a:lt2>
        <a:srgbClr val="E6E6E6"/>
      </a:lt2>
      <a:accent1>
        <a:srgbClr val="0E41AA"/>
      </a:accent1>
      <a:accent2>
        <a:srgbClr val="4A1968"/>
      </a:accent2>
      <a:accent3>
        <a:srgbClr val="AB2782"/>
      </a:accent3>
      <a:accent4>
        <a:srgbClr val="E4002B"/>
      </a:accent4>
      <a:accent5>
        <a:srgbClr val="F29A36"/>
      </a:accent5>
      <a:accent6>
        <a:srgbClr val="009639"/>
      </a:accent6>
      <a:hlink>
        <a:srgbClr val="0E41AA"/>
      </a:hlink>
      <a:folHlink>
        <a:srgbClr val="AB2782"/>
      </a:folHlink>
    </a:clrScheme>
    <a:fontScheme name="Custom 13">
      <a:majorFont>
        <a:latin typeface="Aptos Extra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sz="1200" kern="1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spcBef>
            <a:spcPts val="0"/>
          </a:spcBef>
          <a:spcAft>
            <a:spcPts val="600"/>
          </a:spcAft>
          <a:defRPr sz="1600" kern="1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47CBF07-A91F-114E-903A-3D923D9780F6}" vid="{2A06E1BF-31E5-944F-A8FE-76E41EFCF8F3}"/>
    </a:ext>
  </a:extLst>
</a:theme>
</file>

<file path=ppt/theme/theme2.xml><?xml version="1.0" encoding="utf-8"?>
<a:theme xmlns:a="http://schemas.openxmlformats.org/drawingml/2006/main" name="1_F5 Theme">
  <a:themeElements>
    <a:clrScheme name="Custom 5">
      <a:dk1>
        <a:srgbClr val="000000"/>
      </a:dk1>
      <a:lt1>
        <a:srgbClr val="FFFFFF"/>
      </a:lt1>
      <a:dk2>
        <a:srgbClr val="222222"/>
      </a:dk2>
      <a:lt2>
        <a:srgbClr val="E6E6E6"/>
      </a:lt2>
      <a:accent1>
        <a:srgbClr val="0E41AA"/>
      </a:accent1>
      <a:accent2>
        <a:srgbClr val="4A1968"/>
      </a:accent2>
      <a:accent3>
        <a:srgbClr val="AB2782"/>
      </a:accent3>
      <a:accent4>
        <a:srgbClr val="E4002B"/>
      </a:accent4>
      <a:accent5>
        <a:srgbClr val="F29A36"/>
      </a:accent5>
      <a:accent6>
        <a:srgbClr val="009639"/>
      </a:accent6>
      <a:hlink>
        <a:srgbClr val="0E41AA"/>
      </a:hlink>
      <a:folHlink>
        <a:srgbClr val="AB2782"/>
      </a:folHlink>
    </a:clrScheme>
    <a:fontScheme name="Custom 13">
      <a:majorFont>
        <a:latin typeface="Aptos Extra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sz="1200" kern="1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spcBef>
            <a:spcPts val="0"/>
          </a:spcBef>
          <a:spcAft>
            <a:spcPts val="600"/>
          </a:spcAft>
          <a:defRPr sz="1600" kern="1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5-Template-Starter-2025-07-24  -  Read-Only" id="{3468033E-966B-47CF-8976-3B6FB463DA2F}" vid="{E4FDBBDF-D981-4EF2-8CFF-689D41A8F60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F6F2F2"/>
      </a:dk1>
      <a:lt1>
        <a:srgbClr val="222632"/>
      </a:lt1>
      <a:dk2>
        <a:srgbClr val="222632"/>
      </a:dk2>
      <a:lt2>
        <a:srgbClr val="EBEBEB"/>
      </a:lt2>
      <a:accent1>
        <a:srgbClr val="FF8652"/>
      </a:accent1>
      <a:accent2>
        <a:srgbClr val="FF7FF0"/>
      </a:accent2>
      <a:accent3>
        <a:srgbClr val="77D6FF"/>
      </a:accent3>
      <a:accent4>
        <a:srgbClr val="45E796"/>
      </a:accent4>
      <a:accent5>
        <a:srgbClr val="FFFFFF"/>
      </a:accent5>
      <a:accent6>
        <a:srgbClr val="FFFFFF"/>
      </a:accent6>
      <a:hlink>
        <a:srgbClr val="45E79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F5 Theme">
  <a:themeElements>
    <a:clrScheme name="Custom 5">
      <a:dk1>
        <a:srgbClr val="000000"/>
      </a:dk1>
      <a:lt1>
        <a:srgbClr val="FFFFFF"/>
      </a:lt1>
      <a:dk2>
        <a:srgbClr val="222222"/>
      </a:dk2>
      <a:lt2>
        <a:srgbClr val="E6E6E6"/>
      </a:lt2>
      <a:accent1>
        <a:srgbClr val="0E41AA"/>
      </a:accent1>
      <a:accent2>
        <a:srgbClr val="4A1968"/>
      </a:accent2>
      <a:accent3>
        <a:srgbClr val="AB2782"/>
      </a:accent3>
      <a:accent4>
        <a:srgbClr val="E4002B"/>
      </a:accent4>
      <a:accent5>
        <a:srgbClr val="F29A36"/>
      </a:accent5>
      <a:accent6>
        <a:srgbClr val="009639"/>
      </a:accent6>
      <a:hlink>
        <a:srgbClr val="0E41AA"/>
      </a:hlink>
      <a:folHlink>
        <a:srgbClr val="AB2782"/>
      </a:folHlink>
    </a:clrScheme>
    <a:fontScheme name="Custom 13">
      <a:majorFont>
        <a:latin typeface="Aptos Extra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sz="1200" kern="1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spcBef>
            <a:spcPts val="0"/>
          </a:spcBef>
          <a:spcAft>
            <a:spcPts val="600"/>
          </a:spcAft>
          <a:defRPr sz="1600" kern="1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5-Template-Starter-2025-01-02" id="{C7BA2CFD-D806-2E40-8BC6-8C636377F5C3}" vid="{1294BDE0-B6CB-5540-8D49-A2E22F502B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F70AD0E8499447B7AF23FFB1E052E4" ma:contentTypeVersion="19" ma:contentTypeDescription="Create a new document." ma:contentTypeScope="" ma:versionID="1946da80b73ce00d0d4ac7ddb6f0afe3">
  <xsd:schema xmlns:xsd="http://www.w3.org/2001/XMLSchema" xmlns:xs="http://www.w3.org/2001/XMLSchema" xmlns:p="http://schemas.microsoft.com/office/2006/metadata/properties" xmlns:ns2="80382a06-9053-4b6e-992b-80dafd7b4a17" xmlns:ns3="6d22a82d-4bd0-4313-b366-dc4b75239e6b" xmlns:ns4="af9ae1a1-40d9-484a-8e79-5834d0c1baa5" targetNamespace="http://schemas.microsoft.com/office/2006/metadata/properties" ma:root="true" ma:fieldsID="464ffd7ccac655ca6d99995f1a7733dc" ns2:_="" ns3:_="" ns4:_="">
    <xsd:import namespace="80382a06-9053-4b6e-992b-80dafd7b4a17"/>
    <xsd:import namespace="6d22a82d-4bd0-4313-b366-dc4b75239e6b"/>
    <xsd:import namespace="af9ae1a1-40d9-484a-8e79-5834d0c1ba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Automation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382a06-9053-4b6e-992b-80dafd7b4a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Automation" ma:index="20" nillable="true" ma:displayName="Automation" ma:format="Dropdown" ma:internalName="Automation">
      <xsd:simpleType>
        <xsd:restriction base="dms:Choice">
          <xsd:enumeration value="ANSIBLE"/>
          <xsd:enumeration value="Terraform"/>
          <xsd:enumeration value="Scripting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8e3dbf5-c6ed-4cb8-a6ba-f39a75e016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22a82d-4bd0-4313-b366-dc4b75239e6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ae1a1-40d9-484a-8e79-5834d0c1baa5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fb50ca2d-fe46-41e4-9cdc-0e856ddaddb7}" ma:internalName="TaxCatchAll" ma:showField="CatchAllData" ma:web="6d22a82d-4bd0-4313-b366-dc4b75239e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9ae1a1-40d9-484a-8e79-5834d0c1baa5" xsi:nil="true"/>
    <lcf76f155ced4ddcb4097134ff3c332f xmlns="80382a06-9053-4b6e-992b-80dafd7b4a17">
      <Terms xmlns="http://schemas.microsoft.com/office/infopath/2007/PartnerControls"/>
    </lcf76f155ced4ddcb4097134ff3c332f>
    <Automation xmlns="80382a06-9053-4b6e-992b-80dafd7b4a17" xsi:nil="true"/>
  </documentManagement>
</p:properties>
</file>

<file path=customXml/itemProps1.xml><?xml version="1.0" encoding="utf-8"?>
<ds:datastoreItem xmlns:ds="http://schemas.openxmlformats.org/officeDocument/2006/customXml" ds:itemID="{011481AC-BAE0-4733-B10A-4AF71B12D5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382a06-9053-4b6e-992b-80dafd7b4a17"/>
    <ds:schemaRef ds:uri="6d22a82d-4bd0-4313-b366-dc4b75239e6b"/>
    <ds:schemaRef ds:uri="af9ae1a1-40d9-484a-8e79-5834d0c1ba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94260-8DB0-4D3F-BDA2-B9AAAA2D65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D16A51-F360-4133-A543-D2106034D290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80382a06-9053-4b6e-992b-80dafd7b4a17"/>
    <ds:schemaRef ds:uri="af9ae1a1-40d9-484a-8e79-5834d0c1baa5"/>
    <ds:schemaRef ds:uri="6d22a82d-4bd0-4313-b366-dc4b75239e6b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F5 Theme</Template>
  <TotalTime>0</TotalTime>
  <Words>86</Words>
  <Application>Microsoft Office PowerPoint</Application>
  <PresentationFormat>Widescreen</PresentationFormat>
  <Paragraphs>54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Host Grotesk</vt:lpstr>
      <vt:lpstr>Host Grotesk Medium</vt:lpstr>
      <vt:lpstr>Aptos</vt:lpstr>
      <vt:lpstr>Aptos ExtraBold</vt:lpstr>
      <vt:lpstr>Arial</vt:lpstr>
      <vt:lpstr>Arial Narrow</vt:lpstr>
      <vt:lpstr>F5 Theme</vt:lpstr>
      <vt:lpstr>1_F5 Theme</vt:lpstr>
      <vt:lpstr>Simple Light</vt:lpstr>
      <vt:lpstr>2_F5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Dierick</dc:creator>
  <cp:lastModifiedBy>Sorin Boiangiu</cp:lastModifiedBy>
  <cp:revision>33</cp:revision>
  <dcterms:created xsi:type="dcterms:W3CDTF">2025-01-10T14:43:58Z</dcterms:created>
  <dcterms:modified xsi:type="dcterms:W3CDTF">2025-12-15T11:09:00Z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0x010100F7F70AD0E8499447B7AF23FFB1E052E4</vt:lpwstr>
  </property>
  <property fmtid="{D5CDD505-2E9C-101B-9397-08002B2CF9AE}" pid="3" name="MediaServiceImageTags">
    <vt:lpwstr/>
  </property>
</Properties>
</file>